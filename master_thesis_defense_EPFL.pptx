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svg" ContentType="image/svg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5b6c46f6f147de" /><Relationship Type="http://schemas.openxmlformats.org/officeDocument/2006/relationships/extended-properties" Target="/docProps/app.xml" Id="R41a90f751bf84825" /><Relationship Type="http://schemas.openxmlformats.org/officeDocument/2006/relationships/officeDocument" Target="/ppt/presentation.xml" Id="Rcb99efa614464d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d1891d04a4d45"/>
  </p:sldMasterIdLst>
  <p:notesMasterIdLst>
    <p:notesMasterId xmlns:r="http://schemas.openxmlformats.org/officeDocument/2006/relationships" r:id="Rb58538fdec834a16"/>
  </p:notesMasterIdLst>
  <p:sldIdLst>
    <p:sldId xmlns:r="http://schemas.openxmlformats.org/officeDocument/2006/relationships" id="256" r:id="R39d3aca3167b401c"/>
    <p:sldId xmlns:r="http://schemas.openxmlformats.org/officeDocument/2006/relationships" id="257" r:id="R39b8c8d0067543cc"/>
    <p:sldId xmlns:r="http://schemas.openxmlformats.org/officeDocument/2006/relationships" id="258" r:id="R694ef48bb1ca4f61"/>
    <p:sldId xmlns:r="http://schemas.openxmlformats.org/officeDocument/2006/relationships" id="259" r:id="R79f7c49f1fd94131"/>
    <p:sldId xmlns:r="http://schemas.openxmlformats.org/officeDocument/2006/relationships" id="260" r:id="R1df156d97b9140ac"/>
    <p:sldId xmlns:r="http://schemas.openxmlformats.org/officeDocument/2006/relationships" id="261" r:id="R7a38a8f9d7bb4610"/>
    <p:sldId xmlns:r="http://schemas.openxmlformats.org/officeDocument/2006/relationships" id="262" r:id="R1be661d85c884daf"/>
    <p:sldId xmlns:r="http://schemas.openxmlformats.org/officeDocument/2006/relationships" id="263" r:id="Rd3d2f11bc501410a"/>
    <p:sldId xmlns:r="http://schemas.openxmlformats.org/officeDocument/2006/relationships" id="264" r:id="R519112e6811e454c"/>
    <p:sldId xmlns:r="http://schemas.openxmlformats.org/officeDocument/2006/relationships" id="265" r:id="R18325fbff09c4d88"/>
    <p:sldId xmlns:r="http://schemas.openxmlformats.org/officeDocument/2006/relationships" id="266" r:id="R0ded9bf2decd470c"/>
    <p:sldId xmlns:r="http://schemas.openxmlformats.org/officeDocument/2006/relationships" id="267" r:id="Rf8bf73d153714138"/>
    <p:sldId xmlns:r="http://schemas.openxmlformats.org/officeDocument/2006/relationships" id="268" r:id="Rff5889e5165040f4"/>
    <p:sldId xmlns:r="http://schemas.openxmlformats.org/officeDocument/2006/relationships" id="269" r:id="Rd9920acbdc304b16"/>
    <p:sldId xmlns:r="http://schemas.openxmlformats.org/officeDocument/2006/relationships" id="270" r:id="R18e396f694ab4101"/>
    <p:sldId xmlns:r="http://schemas.openxmlformats.org/officeDocument/2006/relationships" id="271" r:id="R53316c2da9324b43"/>
    <p:sldId xmlns:r="http://schemas.openxmlformats.org/officeDocument/2006/relationships" id="272" r:id="R3fc07ee0e35149ee"/>
    <p:sldId xmlns:r="http://schemas.openxmlformats.org/officeDocument/2006/relationships" id="273" r:id="R2f53698962794b1b"/>
    <p:sldId xmlns:r="http://schemas.openxmlformats.org/officeDocument/2006/relationships" id="274" r:id="Rfc64deb7a489421d"/>
    <p:sldId xmlns:r="http://schemas.openxmlformats.org/officeDocument/2006/relationships" id="275" r:id="R49be23e82533476d"/>
    <p:sldId xmlns:r="http://schemas.openxmlformats.org/officeDocument/2006/relationships" id="276" r:id="R237bb552836f41e5"/>
    <p:sldId xmlns:r="http://schemas.openxmlformats.org/officeDocument/2006/relationships" id="277" r:id="R7fcff72214804eaa"/>
    <p:sldId xmlns:r="http://schemas.openxmlformats.org/officeDocument/2006/relationships" id="278" r:id="R189cf62abdab4a42"/>
    <p:sldId xmlns:r="http://schemas.openxmlformats.org/officeDocument/2006/relationships" id="279" r:id="R1ce44db27022461d"/>
    <p:sldId xmlns:r="http://schemas.openxmlformats.org/officeDocument/2006/relationships" id="280" r:id="Rf624429d2f114706"/>
    <p:sldId xmlns:r="http://schemas.openxmlformats.org/officeDocument/2006/relationships" id="281" r:id="R80191f44f0a1459e"/>
    <p:sldId xmlns:r="http://schemas.openxmlformats.org/officeDocument/2006/relationships" id="282" r:id="R0227629ba7964d40"/>
    <p:sldId xmlns:r="http://schemas.openxmlformats.org/officeDocument/2006/relationships" id="283" r:id="R2490f574aff34b57"/>
    <p:sldId xmlns:r="http://schemas.openxmlformats.org/officeDocument/2006/relationships" id="284" r:id="Rd4a4d784b0ce44e8"/>
    <p:sldId xmlns:r="http://schemas.openxmlformats.org/officeDocument/2006/relationships" id="285" r:id="Rd503d002869c4955"/>
    <p:sldId xmlns:r="http://schemas.openxmlformats.org/officeDocument/2006/relationships" id="286" r:id="R328fe96a37394619"/>
    <p:sldId xmlns:r="http://schemas.openxmlformats.org/officeDocument/2006/relationships" id="287" r:id="R6379b692a2014baa"/>
    <p:sldId xmlns:r="http://schemas.openxmlformats.org/officeDocument/2006/relationships" id="288" r:id="Rfb329aabaa554e5e"/>
    <p:sldId xmlns:r="http://schemas.openxmlformats.org/officeDocument/2006/relationships" id="289" r:id="R657ae80834ad4c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2d7bb592f74060" /><Relationship Type="http://schemas.openxmlformats.org/officeDocument/2006/relationships/slideMaster" Target="/ppt/slideMasters/slideMaster1.xml" Id="Refbd1891d04a4d45" /><Relationship Type="http://schemas.openxmlformats.org/officeDocument/2006/relationships/notesMaster" Target="/ppt/notesMasters/notesMaster1.xml" Id="Rb58538fdec834a16" /><Relationship Type="http://schemas.openxmlformats.org/officeDocument/2006/relationships/presProps" Target="/ppt/presProps.xml" Id="R970c4a118a1a4b11" /><Relationship Type="http://schemas.openxmlformats.org/officeDocument/2006/relationships/viewProps" Target="/ppt/viewProps.xml" Id="R28d836be0f4b4306" /><Relationship Type="http://schemas.openxmlformats.org/officeDocument/2006/relationships/tableStyles" Target="/ppt/tableStyles.xml" Id="R28e14679208941d8" /><Relationship Type="http://schemas.openxmlformats.org/officeDocument/2006/relationships/slide" Target="/ppt/slides/slide1.xml" Id="R39d3aca3167b401c" /><Relationship Type="http://schemas.openxmlformats.org/officeDocument/2006/relationships/slide" Target="/ppt/slides/slide2.xml" Id="R39b8c8d0067543cc" /><Relationship Type="http://schemas.openxmlformats.org/officeDocument/2006/relationships/slide" Target="/ppt/slides/slide3.xml" Id="R694ef48bb1ca4f61" /><Relationship Type="http://schemas.openxmlformats.org/officeDocument/2006/relationships/slide" Target="/ppt/slides/slide4.xml" Id="R79f7c49f1fd94131" /><Relationship Type="http://schemas.openxmlformats.org/officeDocument/2006/relationships/slide" Target="/ppt/slides/slide5.xml" Id="R1df156d97b9140ac" /><Relationship Type="http://schemas.openxmlformats.org/officeDocument/2006/relationships/slide" Target="/ppt/slides/slide6.xml" Id="R7a38a8f9d7bb4610" /><Relationship Type="http://schemas.openxmlformats.org/officeDocument/2006/relationships/slide" Target="/ppt/slides/slide7.xml" Id="R1be661d85c884daf" /><Relationship Type="http://schemas.openxmlformats.org/officeDocument/2006/relationships/slide" Target="/ppt/slides/slide8.xml" Id="Rd3d2f11bc501410a" /><Relationship Type="http://schemas.openxmlformats.org/officeDocument/2006/relationships/slide" Target="/ppt/slides/slide9.xml" Id="R519112e6811e454c" /><Relationship Type="http://schemas.openxmlformats.org/officeDocument/2006/relationships/slide" Target="/ppt/slides/slide10.xml" Id="R18325fbff09c4d88" /><Relationship Type="http://schemas.openxmlformats.org/officeDocument/2006/relationships/slide" Target="/ppt/slides/slide11.xml" Id="R0ded9bf2decd470c" /><Relationship Type="http://schemas.openxmlformats.org/officeDocument/2006/relationships/slide" Target="/ppt/slides/slide12.xml" Id="Rf8bf73d153714138" /><Relationship Type="http://schemas.openxmlformats.org/officeDocument/2006/relationships/slide" Target="/ppt/slides/slide13.xml" Id="Rff5889e5165040f4" /><Relationship Type="http://schemas.openxmlformats.org/officeDocument/2006/relationships/slide" Target="/ppt/slides/slide14.xml" Id="Rd9920acbdc304b16" /><Relationship Type="http://schemas.openxmlformats.org/officeDocument/2006/relationships/slide" Target="/ppt/slides/slide15.xml" Id="R18e396f694ab4101" /><Relationship Type="http://schemas.openxmlformats.org/officeDocument/2006/relationships/slide" Target="/ppt/slides/slide16.xml" Id="R53316c2da9324b43" /><Relationship Type="http://schemas.openxmlformats.org/officeDocument/2006/relationships/slide" Target="/ppt/slides/slide17.xml" Id="R3fc07ee0e35149ee" /><Relationship Type="http://schemas.openxmlformats.org/officeDocument/2006/relationships/slide" Target="/ppt/slides/slide18.xml" Id="R2f53698962794b1b" /><Relationship Type="http://schemas.openxmlformats.org/officeDocument/2006/relationships/slide" Target="/ppt/slides/slide19.xml" Id="Rfc64deb7a489421d" /><Relationship Type="http://schemas.openxmlformats.org/officeDocument/2006/relationships/slide" Target="/ppt/slides/slide20.xml" Id="R49be23e82533476d" /><Relationship Type="http://schemas.openxmlformats.org/officeDocument/2006/relationships/slide" Target="/ppt/slides/slide21.xml" Id="R237bb552836f41e5" /><Relationship Type="http://schemas.openxmlformats.org/officeDocument/2006/relationships/slide" Target="/ppt/slides/slide22.xml" Id="R7fcff72214804eaa" /><Relationship Type="http://schemas.openxmlformats.org/officeDocument/2006/relationships/slide" Target="/ppt/slides/slide23.xml" Id="R189cf62abdab4a42" /><Relationship Type="http://schemas.openxmlformats.org/officeDocument/2006/relationships/slide" Target="/ppt/slides/slide24.xml" Id="R1ce44db27022461d" /><Relationship Type="http://schemas.openxmlformats.org/officeDocument/2006/relationships/slide" Target="/ppt/slides/slide25.xml" Id="Rf624429d2f114706" /><Relationship Type="http://schemas.openxmlformats.org/officeDocument/2006/relationships/slide" Target="/ppt/slides/slide26.xml" Id="R80191f44f0a1459e" /><Relationship Type="http://schemas.openxmlformats.org/officeDocument/2006/relationships/slide" Target="/ppt/slides/slide27.xml" Id="R0227629ba7964d40" /><Relationship Type="http://schemas.openxmlformats.org/officeDocument/2006/relationships/slide" Target="/ppt/slides/slide28.xml" Id="R2490f574aff34b57" /><Relationship Type="http://schemas.openxmlformats.org/officeDocument/2006/relationships/slide" Target="/ppt/slides/slide29.xml" Id="Rd4a4d784b0ce44e8" /><Relationship Type="http://schemas.openxmlformats.org/officeDocument/2006/relationships/slide" Target="/ppt/slides/slide30.xml" Id="Rd503d002869c4955" /><Relationship Type="http://schemas.openxmlformats.org/officeDocument/2006/relationships/slide" Target="/ppt/slides/slide31.xml" Id="R328fe96a37394619" /><Relationship Type="http://schemas.openxmlformats.org/officeDocument/2006/relationships/slide" Target="/ppt/slides/slide32.xml" Id="R6379b692a2014baa" /><Relationship Type="http://schemas.openxmlformats.org/officeDocument/2006/relationships/slide" Target="/ppt/slides/slide33.xml" Id="Rfb329aabaa554e5e" /><Relationship Type="http://schemas.openxmlformats.org/officeDocument/2006/relationships/slide" Target="/ppt/slides/slide34.xml" Id="R657ae80834ad4c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57607def014e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hème Office">
  <a:themeElements>
    <a:clrScheme name="EPFL 2025">
      <a:dk1>
        <a:srgbClr val="413C3A"/>
      </a:dk1>
      <a:lt1>
        <a:srgbClr val="FFFFFF"/>
      </a:lt1>
      <a:dk2>
        <a:srgbClr val="FF0000"/>
      </a:dk2>
      <a:lt2>
        <a:srgbClr val="CAC7C7"/>
      </a:lt2>
      <a:accent1>
        <a:srgbClr val="00A79F"/>
      </a:accent1>
      <a:accent2>
        <a:srgbClr val="24737F"/>
      </a:accent2>
      <a:accent3>
        <a:srgbClr val="512880"/>
      </a:accent3>
      <a:accent4>
        <a:srgbClr val="4F8FCC"/>
      </a:accent4>
      <a:accent5>
        <a:srgbClr val="D0661C"/>
      </a:accent5>
      <a:accent6>
        <a:srgbClr val="B51F1F"/>
      </a:accent6>
      <a:hlink>
        <a:srgbClr val="ED6E9C"/>
      </a:hlink>
      <a:folHlink>
        <a:srgbClr val="4F8FC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FL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c18d2d3b6947c5" /><Relationship Type="http://schemas.openxmlformats.org/officeDocument/2006/relationships/notesMaster" Target="/ppt/notesMasters/notesMaster1.xml" Id="R923d875b3eba42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caf8740c724e87" /><Relationship Type="http://schemas.openxmlformats.org/officeDocument/2006/relationships/notesMaster" Target="/ppt/notesMasters/notesMaster1.xml" Id="R5b294d32d0cb4f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2589b5954b4b93" /><Relationship Type="http://schemas.openxmlformats.org/officeDocument/2006/relationships/notesMaster" Target="/ppt/notesMasters/notesMaster1.xml" Id="R59b730bc87c743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dac6f61b024a7b" /><Relationship Type="http://schemas.openxmlformats.org/officeDocument/2006/relationships/notesMaster" Target="/ppt/notesMasters/notesMaster1.xml" Id="R02dfcdc61cac4f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3b1b4700e84bf1" /><Relationship Type="http://schemas.openxmlformats.org/officeDocument/2006/relationships/notesMaster" Target="/ppt/notesMasters/notesMaster1.xml" Id="Raf6f8c1dc14b49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c44585fb3044e7" /><Relationship Type="http://schemas.openxmlformats.org/officeDocument/2006/relationships/notesMaster" Target="/ppt/notesMasters/notesMaster1.xml" Id="Ref1986701b6443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8930e3ee2e4695" /><Relationship Type="http://schemas.openxmlformats.org/officeDocument/2006/relationships/notesMaster" Target="/ppt/notesMasters/notesMaster1.xml" Id="R9af86fe7f06f47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4590723d4d486a" /><Relationship Type="http://schemas.openxmlformats.org/officeDocument/2006/relationships/notesMaster" Target="/ppt/notesMasters/notesMaster1.xml" Id="R60573fb8e29f44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e2800916414d4d" /><Relationship Type="http://schemas.openxmlformats.org/officeDocument/2006/relationships/notesMaster" Target="/ppt/notesMasters/notesMaster1.xml" Id="Ra9de8685491b45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2df16892f24670" /><Relationship Type="http://schemas.openxmlformats.org/officeDocument/2006/relationships/notesMaster" Target="/ppt/notesMasters/notesMaster1.xml" Id="R9ef9c67dae344d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fe9e95e9384713" /><Relationship Type="http://schemas.openxmlformats.org/officeDocument/2006/relationships/notesMaster" Target="/ppt/notesMasters/notesMaster1.xml" Id="R8af0656bafb743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20cfcee306451b" /><Relationship Type="http://schemas.openxmlformats.org/officeDocument/2006/relationships/notesMaster" Target="/ppt/notesMasters/notesMaster1.xml" Id="R3b3181869b004c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00175575a749e0" /><Relationship Type="http://schemas.openxmlformats.org/officeDocument/2006/relationships/notesMaster" Target="/ppt/notesMasters/notesMaster1.xml" Id="R98f1b866cf354ea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40b8dcb0af4f61" /><Relationship Type="http://schemas.openxmlformats.org/officeDocument/2006/relationships/notesMaster" Target="/ppt/notesMasters/notesMaster1.xml" Id="R77800bfc4b344e9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cc40c9341cd4e44" /><Relationship Type="http://schemas.openxmlformats.org/officeDocument/2006/relationships/notesMaster" Target="/ppt/notesMasters/notesMaster1.xml" Id="R5bfb49ee2ed74a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2b95c87f3b42b2" /><Relationship Type="http://schemas.openxmlformats.org/officeDocument/2006/relationships/notesMaster" Target="/ppt/notesMasters/notesMaster1.xml" Id="R5b439fddc5104f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dc8e1339fb24faa" /><Relationship Type="http://schemas.openxmlformats.org/officeDocument/2006/relationships/notesMaster" Target="/ppt/notesMasters/notesMaster1.xml" Id="R9b0002e190ea444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cb2d09b42f4467" /><Relationship Type="http://schemas.openxmlformats.org/officeDocument/2006/relationships/notesMaster" Target="/ppt/notesMasters/notesMaster1.xml" Id="Reed1716a468e45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d523ca302f7444c" /><Relationship Type="http://schemas.openxmlformats.org/officeDocument/2006/relationships/notesMaster" Target="/ppt/notesMasters/notesMaster1.xml" Id="R8c5940804d9f451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878e595d9644cee" /><Relationship Type="http://schemas.openxmlformats.org/officeDocument/2006/relationships/notesMaster" Target="/ppt/notesMasters/notesMaster1.xml" Id="R788b62e67f3944a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69fe9b4a2aa469f" /><Relationship Type="http://schemas.openxmlformats.org/officeDocument/2006/relationships/notesMaster" Target="/ppt/notesMasters/notesMaster1.xml" Id="Rdabf26d3ab56462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68c5abc1ec84424" /><Relationship Type="http://schemas.openxmlformats.org/officeDocument/2006/relationships/notesMaster" Target="/ppt/notesMasters/notesMaster1.xml" Id="R1c4e2aa319bd488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f0b64882cf14e23" /><Relationship Type="http://schemas.openxmlformats.org/officeDocument/2006/relationships/notesMaster" Target="/ppt/notesMasters/notesMaster1.xml" Id="Rf1c75890eb7e4c5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48fc06a09984ac6" /><Relationship Type="http://schemas.openxmlformats.org/officeDocument/2006/relationships/notesMaster" Target="/ppt/notesMasters/notesMaster1.xml" Id="R42f6fe5e24764a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62c049969194fdf" /><Relationship Type="http://schemas.openxmlformats.org/officeDocument/2006/relationships/notesMaster" Target="/ppt/notesMasters/notesMaster1.xml" Id="Rd4c95c0212a4467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605667e5a404d93" /><Relationship Type="http://schemas.openxmlformats.org/officeDocument/2006/relationships/notesMaster" Target="/ppt/notesMasters/notesMaster1.xml" Id="Rb5e904bfb0a045b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ca9eb1b6eb1460f" /><Relationship Type="http://schemas.openxmlformats.org/officeDocument/2006/relationships/notesMaster" Target="/ppt/notesMasters/notesMaster1.xml" Id="R4d36885ee6c9473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60e7da69c674856" /><Relationship Type="http://schemas.openxmlformats.org/officeDocument/2006/relationships/notesMaster" Target="/ppt/notesMasters/notesMaster1.xml" Id="Re34d856ce59246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ab27b5d8757431f" /><Relationship Type="http://schemas.openxmlformats.org/officeDocument/2006/relationships/notesMaster" Target="/ppt/notesMasters/notesMaster1.xml" Id="Rd7026d03a7a74de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2aff6d8679414782" /><Relationship Type="http://schemas.openxmlformats.org/officeDocument/2006/relationships/notesMaster" Target="/ppt/notesMasters/notesMaster1.xml" Id="R390c630a562e40d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7202f78770642a8" /><Relationship Type="http://schemas.openxmlformats.org/officeDocument/2006/relationships/notesMaster" Target="/ppt/notesMasters/notesMaster1.xml" Id="Rbc95d06ac38c45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305b1a9dd345b0" /><Relationship Type="http://schemas.openxmlformats.org/officeDocument/2006/relationships/notesMaster" Target="/ppt/notesMasters/notesMaster1.xml" Id="R636bce01eedd494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4a48abc7c9a45b3" /><Relationship Type="http://schemas.openxmlformats.org/officeDocument/2006/relationships/notesMaster" Target="/ppt/notesMasters/notesMaster1.xml" Id="R9418af39fc9c4cc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6ecf70e0b604b4c" /><Relationship Type="http://schemas.openxmlformats.org/officeDocument/2006/relationships/notesMaster" Target="/ppt/notesMasters/notesMaster1.xml" Id="R0b20cdb136ac44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 question: can one decentralised graph policy cross from bus14 to a much larger power grid? State that the answer depends on the complete policy interface, not only the encoder.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latex/main.tex</a:t>
            </a:r>
            <a:endParaRPr/>
          </a:p>
          <a:p xmlns:a="http://schemas.openxmlformats.org/drawingml/2006/main">
            <a:r>
              <a:t>- latex/chapters/01_introduction.tex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the audience the non-chronological story: problem, complete transferable interface, source validation, target evidence,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latex/chapters/01_introduction.tex</a:t>
            </a:r>
          </a:p>
          <a:p xmlns:a="http://schemas.openxmlformats.org/drawingml/2006/main">
            <a:r>
              <a:t>- latex/chapters/03_marl_graph_control.tex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action: move elements between two busbars at a substation. The switching equipment exists; the difficulty is combinatorial, sequential, and safety-critical.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latex/chapters/02_background.tex</a:t>
            </a:r>
          </a:p>
          <a:p xmlns:a="http://schemas.openxmlformats.org/drawingml/2006/main">
            <a:r>
              <a:t>- latex/chapters/07_wcci_transfer.tex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the work at the intersection of MARL, graph policies, and action reduction. The under-addressed problem is cross-grid transfer when candidate action identities and counts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latex/chapters/02_background.tex</a:t>
            </a:r>
          </a:p>
          <a:p xmlns:a="http://schemas.openxmlformats.org/drawingml/2006/main">
            <a:r>
              <a:t>- latex/chapters/03_marl_graph_control.tex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engineering requirements. A transferable encoder solves only the middle requirement; the action scorer is required for a different number of candidates.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latex/chapters/03_marl_graph_control.tex</a:t>
            </a:r>
          </a:p>
          <a:p xmlns:a="http://schemas.openxmlformats.org/drawingml/2006/main">
            <a:r>
              <a:t>- latex/chapters/06_candidate_action_scoring.tex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source grid is used for design screens and source pretraining. WCCI is both larger and operationally different. The fixed cohort makes transfer comparisons auditable.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latex/chapters/07_wcci_transfer.tex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safety layer as a decision-time mechanism. It suppresses unnecessary actions, but later evidence will show that its value is policy-dependent.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latex/figures/sparse_control_fulltest_tradeoff.png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left-to-right: local observation, graph construction, shared GINE actor, decentralised action. The global critic is training-only.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latex/figures/graph_actor_pipeline.png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scorer is permutation-equivariant over candidates and does not allocate one output parameter per action index. This is the key action-side transfer mechanism.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latex/figures/candidate_action_scoring_pipeline.png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Establish competence before transfer. Emphasise that several source variants are nearly tied, so target transfer is needed to distinguish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latex/figures/nl_cas_hl_fulltest.png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 portable transformations. These remove avoidable scale and reference choices, but do not eliminate every distribution shift.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latex/figures/wcci_feature_corrected.png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hide the awkward baseline: overall survival is dominated by easy chronics. The candidate scorer is best among learned families, yet scratch learning remains unstable.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  <a:p xmlns:a="http://schemas.openxmlformats.org/drawingml/2006/main">
            <a:r>
              <a:t>- latex/figures/wcci_target_controls.png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this is a planned result, not evidence. If the study is not complete, remove this main slide or present only the protocol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  <a:p xmlns:a="http://schemas.openxmlformats.org/drawingml/2006/main">
            <a:r>
              <a:t>- latex/chapters/09_encoder_transfer_bridge.tex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Larger candidate sets improve feasibility but make ranking harder. The policy has a finite ranking capacity: k=32 is the clearest zero-shot operating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  <a:p xmlns:a="http://schemas.openxmlformats.org/drawingml/2006/main">
            <a:r>
              <a:t>- latex/figures/wcci_zero_shot_determinants.png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the effects. Typed mean pooling is the most repeatable architectural gain. Feature scaling helps modestly. The idle mechanism interacts negatively without gating.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  <a:p xmlns:a="http://schemas.openxmlformats.org/drawingml/2006/main">
            <a:r>
              <a:t>- latex/figures/wcci_zero_shot_architecture_effects.png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the evidence section with the robust route: source initialise and fine-tune. Keep the claim matched—same architecture and action cap.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  <a:p xmlns:a="http://schemas.openxmlformats.org/drawingml/2006/main">
            <a:r>
              <a:t>- latex/figures/wcci_adaptation_summary.png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Synthesize the evidence and its limits. The strongest conclusion concerns compatible representations and decision interfaces; it does not establish universal graph generalisation.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latex/chapters/08_discussion_outlook.tex</a:t>
            </a:r>
          </a:p>
          <a:p xmlns:a="http://schemas.openxmlformats.org/drawingml/2006/main">
            <a:r>
              <a:t>- latex/chapters/09_encoder_transfer_bridge.tex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Land the talk with the three reusable lessons. The next step is a completed, seed-matched encoder-only study and broader target-grid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latex/chapters/08_discussion_outlook.tex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here. Use the supplementary slides as return targets for methods, baselines, and chronic-level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Backup slides start here; they are not part of the 20-minute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defend the cohort split and maintenance choice. Report difficult-cohort results whenever possible because overall survival saturates on easy chronics.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reduced list is decentralised, so total candidates exceed k. Greedy feasibility rises with k; policy performance does not, which diagnoses ranking difficulty rather than action absence.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latex/chapters/07_wcci_transfer.tex</a:t>
            </a:r>
            <a:endParaRPr/>
          </a:p>
          <a:p xmlns:a="http://schemas.openxmlformats.org/drawingml/2006/main">
            <a:r>
              <a:t>- latex/figures/wcci_appendix_coverage.png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 questions about intervention frequency, survival, and the different heuristic 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latex/figures/sparse_control_fulltest_tradeoff.png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selection criterion was not only the single best checkpoint; it combined learning speed, training mean, and stability.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latex/figures/gs_s3dw_depth_width_heatmap.png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The energized/max readout was a clear gain. Most explicit structural hubs destabilised training or reduced survival, so the simpler graph was retained.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[Sources]</a:t>
            </a:r>
          </a:p>
          <a:p xmlns:a="http://schemas.openxmlformats.org/drawingml/2006/main">
            <a:r>
              <a:rPr b="1"/>
              <a:t>- latex/chapters/05_experiments_results.tex</a:t>
            </a:r>
          </a:p>
          <a:p xmlns:a="http://schemas.openxmlformats.org/drawingml/2006/main">
            <a:r>
              <a:rPr b="1"/>
              <a:t>- latex/figures/gs_s3p_bar.png</a:t>
            </a:r>
          </a:p>
          <a:p xmlns:a="http://schemas.openxmlformats.org/drawingml/2006/main">
            <a:r>
              <a:rPr b="1"/>
              <a:t>- latex/figures/gs_s2_structure_bar.png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Direction encodes physical asymmetry and changes performance. Candidate scoring then provides the grid-size-independent action interface.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[Sources]</a:t>
            </a:r>
          </a:p>
          <a:p xmlns:a="http://schemas.openxmlformats.org/drawingml/2006/main">
            <a:r>
              <a:rPr b="1"/>
              <a:t>- latex/chapters/05_experiments_results.tex</a:t>
            </a:r>
          </a:p>
          <a:p xmlns:a="http://schemas.openxmlformats.org/drawingml/2006/main">
            <a:r>
              <a:rPr b="1"/>
              <a:t>- latex/chapters/06_candidate_action_scoring.tex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Use the before-and-after view to explain why portability is a semantics problem, not only numerical standardisation.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[Sources]</a:t>
            </a:r>
          </a:p>
          <a:p xmlns:a="http://schemas.openxmlformats.org/drawingml/2006/main">
            <a:r>
              <a:rPr b="1"/>
              <a:t>- latex/chapters/07_wcci_transfer.tex</a:t>
            </a:r>
          </a:p>
          <a:p xmlns:a="http://schemas.openxmlformats.org/drawingml/2006/main">
            <a:r>
              <a:rPr b="1"/>
              <a:t>- latex/figures/wcci_feature_distributions.png</a:t>
            </a:r>
          </a:p>
          <a:p xmlns:a="http://schemas.openxmlformats.org/drawingml/2006/main">
            <a:r>
              <a:rPr b="1"/>
              <a:t>- latex/figures/wcci_feature_corrected.png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This slide is for detailed architecture questions. Avoid reading every cell; point to interactions and the mismatch between feasibility and policy ranking.</a:t>
            </a:r>
          </a:p>
          <a:p xmlns:a="http://schemas.openxmlformats.org/drawingml/2006/main">
            <a:r>
              <a:rPr b="1"/>
              <a:t/>
            </a:r>
          </a:p>
          <a:p xmlns:a="http://schemas.openxmlformats.org/drawingml/2006/main">
            <a:r>
              <a:rPr b="1"/>
              <a:t>[Sources]</a:t>
            </a:r>
          </a:p>
          <a:p xmlns:a="http://schemas.openxmlformats.org/drawingml/2006/main">
            <a:r>
              <a:rPr b="1"/>
              <a:t>- latex/chapters/07_wcci_transfer.tex</a:t>
            </a:r>
          </a:p>
          <a:p xmlns:a="http://schemas.openxmlformats.org/drawingml/2006/main">
            <a:r>
              <a:rPr b="1"/>
              <a:t>- latex/figures/wcci_appendix_zero_shot_matrix.png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gate is not universally safe. It helps zero-shot policies but can suppress useful actions for policies trained to act without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  <a:p xmlns:a="http://schemas.openxmlformats.org/drawingml/2006/main">
            <a:r>
              <a:t>- latex/figures/wcci_intervention_gate_effects.png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show that mean gains are uneven. The greedy reference separates lack of feasible actions from failure to rank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latex/chapters/07_wcci_transfer.tex</a:t>
            </a:r>
          </a:p>
          <a:p xmlns:a="http://schemas.openxmlformats.org/drawingml/2006/main">
            <a:r>
              <a:t>- latex/figures/wcci_appendix_chronics.png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exact completion checklist. The thesis chapter currently contains pending protocol fields and placeholder results, so no numerical claim should be made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latex/chapters/09_encoder_transfer_bridge.tex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answer protocol and reproducibility questions. State clearly where evidence is single-seed and where intervals are across architectures rather than training seeds.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latex/chapters/05_experiments_results.tex</a:t>
            </a:r>
          </a:p>
          <a:p xmlns:a="http://schemas.openxmlformats.org/drawingml/2006/main">
            <a:r>
              <a:t>- latex/chapters/07_wcci_transfer.tex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Definitions for metric questions. Feasible gain is normalised by the do-nothing-to-greedy interval at the same candidate cap.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latex/chapters/04_sparse_control.tex</a:t>
            </a:r>
          </a:p>
          <a:p xmlns:a="http://schemas.openxmlformats.org/drawingml/2006/main">
            <a:r>
              <a:t>- latex/chapters/07_wcci_transfer.tex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target after a supplementary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latex/main.tex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e9310913604ae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ae186a2c8b4dd8" /><Relationship Type="http://schemas.openxmlformats.org/officeDocument/2006/relationships/image" Target="/ppt/media/image.png" Id="Rb09703d8b0e146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b41e2c6714cf4" /><Relationship Type="http://schemas.openxmlformats.org/officeDocument/2006/relationships/image" Target="/ppt/media/image.png" Id="R7f537db7472c4cd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3ff30a7d0f4fc3" /><Relationship Type="http://schemas.openxmlformats.org/officeDocument/2006/relationships/image" Target="/ppt/media/image.png" Id="Ra87cba428f5f43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5995580864a60" /><Relationship Type="http://schemas.openxmlformats.org/officeDocument/2006/relationships/image" Target="/ppt/media/image.png" Id="R476677ae1a5648b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cb1d1fdcd49ae" /><Relationship Type="http://schemas.openxmlformats.org/officeDocument/2006/relationships/image" Target="/ppt/media/image.png" Id="R3d207815160f406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63a526a0334cb0" /><Relationship Type="http://schemas.openxmlformats.org/officeDocument/2006/relationships/image" Target="/ppt/media/image.png" Id="R2f900adb0bef4c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294df2bab40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debfb128db434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c538ca1d0145d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b6a77cfcd413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117dd304f4e1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e237720474f9f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aa212a70c46f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18ce11f524d8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7496a38b34f0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597569c0a413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b722f6ed844f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ffba3eb4a4ef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94a2db11d547e2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790ebbaf2844f2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94e936e487465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80eafa5514296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2a87a5f97e4a25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485600c934618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9af440c39489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bc679a0b34b01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e0520fecc4d94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88f5aec4340c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a1e28af2b4ed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7e7ad564c3492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de207e237c4c89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7499d78184b6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15dd8dc0549ba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7455e4a52c4828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baaaa3bef47bf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2da781b4bf4850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b11811bbf74828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98385e24774f4b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f5ea6126b4eb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112012def84552" /><Relationship Type="http://schemas.openxmlformats.org/officeDocument/2006/relationships/image" Target="/ppt/media/image2.png" Id="Rb036c44c28cc4851" /><Relationship Type="http://schemas.openxmlformats.org/officeDocument/2006/relationships/image" Target="/ppt/media/image3.png" Id="R50b7792e205d4f28" /><Relationship Type="http://schemas.openxmlformats.org/officeDocument/2006/relationships/image" Target="/ppt/media/image4.png" Id="Rbe77f22584ea494a" /><Relationship Type="http://schemas.openxmlformats.org/officeDocument/2006/relationships/image" Target="/ppt/media/image5.png" Id="Re1bb6aebc78847c4" /></Relationships>
</file>

<file path=ppt/slideLayouts/slideLayout1.xml><?xml version="1.0" encoding="utf-8"?>
<p:sldLayout xmlns:p="http://schemas.openxmlformats.org/presentationml/2006/main" showMasterSp="0" preserve="1" userDrawn="1">
  <p:cSld name="Diapositive de titre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space réservé pour une image  40">
            <a:extLst xmlns:a="http://schemas.openxmlformats.org/drawingml/2006/main">
              <a:ext uri="{FF2B5EF4-FFF2-40B4-BE49-F238E27FC236}">
                <a16:creationId xmlns:a16="http://schemas.microsoft.com/office/drawing/2014/main" id="{92070D8D-CA3B-F9F3-4459-889D0035ACA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" y="0"/>
            <a:ext cx="12191998" cy="6858000"/>
          </a:xfrm>
          <a:custGeom xmlns:a="http://schemas.openxmlformats.org/drawingml/2006/main">
            <a:gdLst>
              <a:gd name="connsiteX0" fmla="*/ 1047876 w 12191998"/>
              <a:gd name="connsiteY0" fmla="*/ 414079 h 6858000"/>
              <a:gd name="connsiteX1" fmla="*/ 1124412 w 12191998"/>
              <a:gd name="connsiteY1" fmla="*/ 414079 h 6858000"/>
              <a:gd name="connsiteX2" fmla="*/ 1157024 w 12191998"/>
              <a:gd name="connsiteY2" fmla="*/ 415945 h 6858000"/>
              <a:gd name="connsiteX3" fmla="*/ 1184611 w 12191998"/>
              <a:gd name="connsiteY3" fmla="*/ 423190 h 6858000"/>
              <a:gd name="connsiteX4" fmla="*/ 1203730 w 12191998"/>
              <a:gd name="connsiteY4" fmla="*/ 438343 h 6858000"/>
              <a:gd name="connsiteX5" fmla="*/ 1210935 w 12191998"/>
              <a:gd name="connsiteY5" fmla="*/ 463999 h 6858000"/>
              <a:gd name="connsiteX6" fmla="*/ 1203730 w 12191998"/>
              <a:gd name="connsiteY6" fmla="*/ 489655 h 6858000"/>
              <a:gd name="connsiteX7" fmla="*/ 1184611 w 12191998"/>
              <a:gd name="connsiteY7" fmla="*/ 504809 h 6858000"/>
              <a:gd name="connsiteX8" fmla="*/ 1157024 w 12191998"/>
              <a:gd name="connsiteY8" fmla="*/ 512053 h 6858000"/>
              <a:gd name="connsiteX9" fmla="*/ 1124412 w 12191998"/>
              <a:gd name="connsiteY9" fmla="*/ 513919 h 6858000"/>
              <a:gd name="connsiteX10" fmla="*/ 1047876 w 12191998"/>
              <a:gd name="connsiteY10" fmla="*/ 513919 h 6858000"/>
              <a:gd name="connsiteX11" fmla="*/ 1761701 w 12191998"/>
              <a:gd name="connsiteY11" fmla="*/ 331195 h 6858000"/>
              <a:gd name="connsiteX12" fmla="*/ 1761701 w 12191998"/>
              <a:gd name="connsiteY12" fmla="*/ 779561 h 6858000"/>
              <a:gd name="connsiteX13" fmla="*/ 2085670 w 12191998"/>
              <a:gd name="connsiteY13" fmla="*/ 779561 h 6858000"/>
              <a:gd name="connsiteX14" fmla="*/ 2085670 w 12191998"/>
              <a:gd name="connsiteY14" fmla="*/ 696645 h 6858000"/>
              <a:gd name="connsiteX15" fmla="*/ 1858272 w 12191998"/>
              <a:gd name="connsiteY15" fmla="*/ 696645 h 6858000"/>
              <a:gd name="connsiteX16" fmla="*/ 1858272 w 12191998"/>
              <a:gd name="connsiteY16" fmla="*/ 331195 h 6858000"/>
              <a:gd name="connsiteX17" fmla="*/ 1367737 w 12191998"/>
              <a:gd name="connsiteY17" fmla="*/ 331195 h 6858000"/>
              <a:gd name="connsiteX18" fmla="*/ 1367737 w 12191998"/>
              <a:gd name="connsiteY18" fmla="*/ 513920 h 6858000"/>
              <a:gd name="connsiteX19" fmla="*/ 1464340 w 12191998"/>
              <a:gd name="connsiteY19" fmla="*/ 513920 h 6858000"/>
              <a:gd name="connsiteX20" fmla="*/ 1464340 w 12191998"/>
              <a:gd name="connsiteY20" fmla="*/ 596804 h 6858000"/>
              <a:gd name="connsiteX21" fmla="*/ 1367737 w 12191998"/>
              <a:gd name="connsiteY21" fmla="*/ 596804 h 6858000"/>
              <a:gd name="connsiteX22" fmla="*/ 1367737 w 12191998"/>
              <a:gd name="connsiteY22" fmla="*/ 779529 h 6858000"/>
              <a:gd name="connsiteX23" fmla="*/ 1464340 w 12191998"/>
              <a:gd name="connsiteY23" fmla="*/ 779529 h 6858000"/>
              <a:gd name="connsiteX24" fmla="*/ 1464340 w 12191998"/>
              <a:gd name="connsiteY24" fmla="*/ 596804 h 6858000"/>
              <a:gd name="connsiteX25" fmla="*/ 1672304 w 12191998"/>
              <a:gd name="connsiteY25" fmla="*/ 596804 h 6858000"/>
              <a:gd name="connsiteX26" fmla="*/ 1672304 w 12191998"/>
              <a:gd name="connsiteY26" fmla="*/ 513920 h 6858000"/>
              <a:gd name="connsiteX27" fmla="*/ 1464340 w 12191998"/>
              <a:gd name="connsiteY27" fmla="*/ 513920 h 6858000"/>
              <a:gd name="connsiteX28" fmla="*/ 1464340 w 12191998"/>
              <a:gd name="connsiteY28" fmla="*/ 414079 h 6858000"/>
              <a:gd name="connsiteX29" fmla="*/ 1691738 w 12191998"/>
              <a:gd name="connsiteY29" fmla="*/ 414079 h 6858000"/>
              <a:gd name="connsiteX30" fmla="*/ 1691738 w 12191998"/>
              <a:gd name="connsiteY30" fmla="*/ 331195 h 6858000"/>
              <a:gd name="connsiteX31" fmla="*/ 544446 w 12191998"/>
              <a:gd name="connsiteY31" fmla="*/ 331195 h 6858000"/>
              <a:gd name="connsiteX32" fmla="*/ 544446 w 12191998"/>
              <a:gd name="connsiteY32" fmla="*/ 513920 h 6858000"/>
              <a:gd name="connsiteX33" fmla="*/ 641049 w 12191998"/>
              <a:gd name="connsiteY33" fmla="*/ 513920 h 6858000"/>
              <a:gd name="connsiteX34" fmla="*/ 641049 w 12191998"/>
              <a:gd name="connsiteY34" fmla="*/ 596804 h 6858000"/>
              <a:gd name="connsiteX35" fmla="*/ 544446 w 12191998"/>
              <a:gd name="connsiteY35" fmla="*/ 596804 h 6858000"/>
              <a:gd name="connsiteX36" fmla="*/ 544446 w 12191998"/>
              <a:gd name="connsiteY36" fmla="*/ 779560 h 6858000"/>
              <a:gd name="connsiteX37" fmla="*/ 868447 w 12191998"/>
              <a:gd name="connsiteY37" fmla="*/ 779560 h 6858000"/>
              <a:gd name="connsiteX38" fmla="*/ 868447 w 12191998"/>
              <a:gd name="connsiteY38" fmla="*/ 696645 h 6858000"/>
              <a:gd name="connsiteX39" fmla="*/ 641049 w 12191998"/>
              <a:gd name="connsiteY39" fmla="*/ 696645 h 6858000"/>
              <a:gd name="connsiteX40" fmla="*/ 641049 w 12191998"/>
              <a:gd name="connsiteY40" fmla="*/ 596804 h 6858000"/>
              <a:gd name="connsiteX41" fmla="*/ 849013 w 12191998"/>
              <a:gd name="connsiteY41" fmla="*/ 596804 h 6858000"/>
              <a:gd name="connsiteX42" fmla="*/ 849013 w 12191998"/>
              <a:gd name="connsiteY42" fmla="*/ 513920 h 6858000"/>
              <a:gd name="connsiteX43" fmla="*/ 641049 w 12191998"/>
              <a:gd name="connsiteY43" fmla="*/ 513920 h 6858000"/>
              <a:gd name="connsiteX44" fmla="*/ 641049 w 12191998"/>
              <a:gd name="connsiteY44" fmla="*/ 414079 h 6858000"/>
              <a:gd name="connsiteX45" fmla="*/ 868447 w 12191998"/>
              <a:gd name="connsiteY45" fmla="*/ 414079 h 6858000"/>
              <a:gd name="connsiteX46" fmla="*/ 868447 w 12191998"/>
              <a:gd name="connsiteY46" fmla="*/ 331195 h 6858000"/>
              <a:gd name="connsiteX47" fmla="*/ 951241 w 12191998"/>
              <a:gd name="connsiteY47" fmla="*/ 331163 h 6858000"/>
              <a:gd name="connsiteX48" fmla="*/ 951241 w 12191998"/>
              <a:gd name="connsiteY48" fmla="*/ 779529 h 6858000"/>
              <a:gd name="connsiteX49" fmla="*/ 1047844 w 12191998"/>
              <a:gd name="connsiteY49" fmla="*/ 779529 h 6858000"/>
              <a:gd name="connsiteX50" fmla="*/ 1047844 w 12191998"/>
              <a:gd name="connsiteY50" fmla="*/ 596772 h 6858000"/>
              <a:gd name="connsiteX51" fmla="*/ 1151336 w 12191998"/>
              <a:gd name="connsiteY51" fmla="*/ 596772 h 6858000"/>
              <a:gd name="connsiteX52" fmla="*/ 1222848 w 12191998"/>
              <a:gd name="connsiteY52" fmla="*/ 585478 h 6858000"/>
              <a:gd name="connsiteX53" fmla="*/ 1270850 w 12191998"/>
              <a:gd name="connsiteY53" fmla="*/ 555615 h 6858000"/>
              <a:gd name="connsiteX54" fmla="*/ 1297836 w 12191998"/>
              <a:gd name="connsiteY54" fmla="*/ 513002 h 6858000"/>
              <a:gd name="connsiteX55" fmla="*/ 1306305 w 12191998"/>
              <a:gd name="connsiteY55" fmla="*/ 463999 h 6858000"/>
              <a:gd name="connsiteX56" fmla="*/ 1297836 w 12191998"/>
              <a:gd name="connsiteY56" fmla="*/ 414712 h 6858000"/>
              <a:gd name="connsiteX57" fmla="*/ 1270850 w 12191998"/>
              <a:gd name="connsiteY57" fmla="*/ 372384 h 6858000"/>
              <a:gd name="connsiteX58" fmla="*/ 1270850 w 12191998"/>
              <a:gd name="connsiteY58" fmla="*/ 372352 h 6858000"/>
              <a:gd name="connsiteX59" fmla="*/ 1222848 w 12191998"/>
              <a:gd name="connsiteY59" fmla="*/ 342488 h 6858000"/>
              <a:gd name="connsiteX60" fmla="*/ 1151336 w 12191998"/>
              <a:gd name="connsiteY60" fmla="*/ 331163 h 6858000"/>
              <a:gd name="connsiteX61" fmla="*/ 0 w 12191998"/>
              <a:gd name="connsiteY61" fmla="*/ 0 h 6858000"/>
              <a:gd name="connsiteX62" fmla="*/ 12191998 w 12191998"/>
              <a:gd name="connsiteY62" fmla="*/ 0 h 6858000"/>
              <a:gd name="connsiteX63" fmla="*/ 12191998 w 12191998"/>
              <a:gd name="connsiteY63" fmla="*/ 6858000 h 6858000"/>
              <a:gd name="connsiteX64" fmla="*/ 0 w 12191998"/>
              <a:gd name="connsiteY64" fmla="*/ 6858000 h 6858000"/>
            </a:gdLst>
            <a:rect l="l" t="t" r="r" b="b"/>
            <a:pathLst>
              <a:path w="12191998" h="6858000">
                <a:moveTo>
                  <a:pt x="1047876" y="414079"/>
                </a:moveTo>
                <a:lnTo>
                  <a:pt x="1124412" y="414079"/>
                </a:lnTo>
                <a:cubicBezTo>
                  <a:pt x="1135694" y="414079"/>
                  <a:pt x="1146564" y="414712"/>
                  <a:pt x="1157024" y="415945"/>
                </a:cubicBezTo>
                <a:cubicBezTo>
                  <a:pt x="1167484" y="417179"/>
                  <a:pt x="1176680" y="419615"/>
                  <a:pt x="1184611" y="423190"/>
                </a:cubicBezTo>
                <a:cubicBezTo>
                  <a:pt x="1192543" y="426765"/>
                  <a:pt x="1198927" y="431826"/>
                  <a:pt x="1203730" y="438343"/>
                </a:cubicBezTo>
                <a:cubicBezTo>
                  <a:pt x="1208533" y="444860"/>
                  <a:pt x="1210935" y="453433"/>
                  <a:pt x="1210935" y="463999"/>
                </a:cubicBezTo>
                <a:cubicBezTo>
                  <a:pt x="1210935" y="474565"/>
                  <a:pt x="1208533" y="483138"/>
                  <a:pt x="1203730" y="489655"/>
                </a:cubicBezTo>
                <a:cubicBezTo>
                  <a:pt x="1198927" y="496172"/>
                  <a:pt x="1192543" y="501234"/>
                  <a:pt x="1184611" y="504809"/>
                </a:cubicBezTo>
                <a:cubicBezTo>
                  <a:pt x="1176648" y="508383"/>
                  <a:pt x="1167452" y="510788"/>
                  <a:pt x="1157024" y="512053"/>
                </a:cubicBezTo>
                <a:cubicBezTo>
                  <a:pt x="1146564" y="513287"/>
                  <a:pt x="1135694" y="513919"/>
                  <a:pt x="1124412" y="513919"/>
                </a:cubicBezTo>
                <a:lnTo>
                  <a:pt x="1047876" y="513919"/>
                </a:lnTo>
                <a:close/>
                <a:moveTo>
                  <a:pt x="1761701" y="331195"/>
                </a:moveTo>
                <a:lnTo>
                  <a:pt x="1761701" y="779561"/>
                </a:lnTo>
                <a:lnTo>
                  <a:pt x="2085670" y="779561"/>
                </a:lnTo>
                <a:lnTo>
                  <a:pt x="2085670" y="696645"/>
                </a:lnTo>
                <a:lnTo>
                  <a:pt x="1858272" y="696645"/>
                </a:lnTo>
                <a:lnTo>
                  <a:pt x="1858272" y="331195"/>
                </a:lnTo>
                <a:close/>
                <a:moveTo>
                  <a:pt x="1367737" y="331195"/>
                </a:moveTo>
                <a:lnTo>
                  <a:pt x="1367737" y="513920"/>
                </a:lnTo>
                <a:lnTo>
                  <a:pt x="1464340" y="513920"/>
                </a:lnTo>
                <a:lnTo>
                  <a:pt x="1464340" y="596804"/>
                </a:lnTo>
                <a:lnTo>
                  <a:pt x="1367737" y="596804"/>
                </a:lnTo>
                <a:lnTo>
                  <a:pt x="1367737" y="779529"/>
                </a:lnTo>
                <a:lnTo>
                  <a:pt x="1464340" y="779529"/>
                </a:lnTo>
                <a:lnTo>
                  <a:pt x="1464340" y="596804"/>
                </a:lnTo>
                <a:lnTo>
                  <a:pt x="1672304" y="596804"/>
                </a:lnTo>
                <a:lnTo>
                  <a:pt x="1672304" y="513920"/>
                </a:lnTo>
                <a:lnTo>
                  <a:pt x="1464340" y="513920"/>
                </a:lnTo>
                <a:lnTo>
                  <a:pt x="1464340" y="414079"/>
                </a:lnTo>
                <a:lnTo>
                  <a:pt x="1691738" y="414079"/>
                </a:lnTo>
                <a:lnTo>
                  <a:pt x="1691738" y="331195"/>
                </a:lnTo>
                <a:close/>
                <a:moveTo>
                  <a:pt x="544446" y="331195"/>
                </a:moveTo>
                <a:lnTo>
                  <a:pt x="544446" y="513920"/>
                </a:lnTo>
                <a:lnTo>
                  <a:pt x="641049" y="513920"/>
                </a:lnTo>
                <a:lnTo>
                  <a:pt x="641049" y="596804"/>
                </a:lnTo>
                <a:lnTo>
                  <a:pt x="544446" y="596804"/>
                </a:lnTo>
                <a:lnTo>
                  <a:pt x="544446" y="779560"/>
                </a:lnTo>
                <a:lnTo>
                  <a:pt x="868447" y="779560"/>
                </a:lnTo>
                <a:lnTo>
                  <a:pt x="868447" y="696645"/>
                </a:lnTo>
                <a:lnTo>
                  <a:pt x="641049" y="696645"/>
                </a:lnTo>
                <a:lnTo>
                  <a:pt x="641049" y="596804"/>
                </a:lnTo>
                <a:lnTo>
                  <a:pt x="849013" y="596804"/>
                </a:lnTo>
                <a:lnTo>
                  <a:pt x="849013" y="513920"/>
                </a:lnTo>
                <a:lnTo>
                  <a:pt x="641049" y="513920"/>
                </a:lnTo>
                <a:lnTo>
                  <a:pt x="641049" y="414079"/>
                </a:lnTo>
                <a:lnTo>
                  <a:pt x="868447" y="414079"/>
                </a:lnTo>
                <a:lnTo>
                  <a:pt x="868447" y="331195"/>
                </a:lnTo>
                <a:close/>
                <a:moveTo>
                  <a:pt x="951241" y="331163"/>
                </a:moveTo>
                <a:lnTo>
                  <a:pt x="951241" y="779529"/>
                </a:lnTo>
                <a:lnTo>
                  <a:pt x="1047844" y="779529"/>
                </a:lnTo>
                <a:lnTo>
                  <a:pt x="1047844" y="596772"/>
                </a:lnTo>
                <a:lnTo>
                  <a:pt x="1151336" y="596772"/>
                </a:lnTo>
                <a:cubicBezTo>
                  <a:pt x="1179334" y="596772"/>
                  <a:pt x="1203193" y="593007"/>
                  <a:pt x="1222848" y="585478"/>
                </a:cubicBezTo>
                <a:cubicBezTo>
                  <a:pt x="1242504" y="577949"/>
                  <a:pt x="1258494" y="567984"/>
                  <a:pt x="1270850" y="555615"/>
                </a:cubicBezTo>
                <a:cubicBezTo>
                  <a:pt x="1283174" y="543245"/>
                  <a:pt x="1292180" y="529041"/>
                  <a:pt x="1297836" y="513002"/>
                </a:cubicBezTo>
                <a:cubicBezTo>
                  <a:pt x="1303493" y="496963"/>
                  <a:pt x="1306305" y="480639"/>
                  <a:pt x="1306305" y="463999"/>
                </a:cubicBezTo>
                <a:cubicBezTo>
                  <a:pt x="1306305" y="447359"/>
                  <a:pt x="1303493" y="430561"/>
                  <a:pt x="1297836" y="414712"/>
                </a:cubicBezTo>
                <a:cubicBezTo>
                  <a:pt x="1292180" y="398862"/>
                  <a:pt x="1283205" y="384753"/>
                  <a:pt x="1270850" y="372384"/>
                </a:cubicBezTo>
                <a:lnTo>
                  <a:pt x="1270850" y="372352"/>
                </a:lnTo>
                <a:cubicBezTo>
                  <a:pt x="1258494" y="359983"/>
                  <a:pt x="1242504" y="350018"/>
                  <a:pt x="1222848" y="342488"/>
                </a:cubicBezTo>
                <a:cubicBezTo>
                  <a:pt x="1203193" y="334959"/>
                  <a:pt x="1179334" y="331163"/>
                  <a:pt x="1151336" y="331163"/>
                </a:cubicBezTo>
                <a:close/>
                <a:moveTo>
                  <a:pt x="0" y="0"/>
                </a:moveTo>
                <a:lnTo>
                  <a:pt x="12191998" y="0"/>
                </a:lnTo>
                <a:lnTo>
                  <a:pt x="1219199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r>
              <a:t>Cliquez sur l'icône pour ajouter une image</a:t>
            </a: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096828-3C39-4B7F-8AB5-2FFC91A8BA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58563" y="2084388"/>
            <a:ext cx="9274175" cy="3476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216000" anchor="t">
            <a:normAutofit/>
          </a:bodyPr>
          <a:lstStyle xmlns:a="http://schemas.openxmlformats.org/drawingml/2006/main">
            <a:lvl1pPr algn="l">
              <a:buNone/>
              <a:defRPr sz="8800" b="1" spc="-3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16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258562" y="1471092"/>
            <a:ext cx="7002451" cy="6138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288000" anchor="ctr">
            <a:noAutofit/>
          </a:bodyPr>
          <a:lstStyle xmlns:a="http://schemas.openxmlformats.org/drawingml/2006/main">
            <a:lvl1pPr mar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  <a:defRPr sz="1200" b="0" i="0" kern="1200" spc="3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3" name="Espace réservé du texte 42">
            <a:extLst xmlns:a="http://schemas.openxmlformats.org/drawingml/2006/main">
              <a:ext uri="{FF2B5EF4-FFF2-40B4-BE49-F238E27FC236}">
                <a16:creationId xmlns:a16="http://schemas.microsoft.com/office/drawing/2014/main" id="{E530C81D-4372-96E0-73AD-09E3F978C21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167438" y="5479627"/>
            <a:ext cx="2652584" cy="10481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vert="horz" lIns="108000" tIns="108000" rIns="108000" bIns="45720" anchor="t">
            <a:normAutofit/>
          </a:bodyPr>
          <a:lstStyle xmlns:a="http://schemas.openxmlformats.org/drawingml/2006/main">
            <a:lvl1pPr>
              <a:buNone/>
              <a:defRPr sz="1400" b="1" i="0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r">
              <a:buClr>
                <a:schemeClr val="accent1"/>
              </a:buClr>
              <a:buNone/>
            </a:pPr>
            <a:r>
              <a:t>Cliquez pour modifier les styles du texte du masque</a:t>
            </a:r>
          </a:p>
        </p:txBody>
      </p:sp>
      <p:sp>
        <p:nvSpPr>
          <p:cNvPr id="44" name="Espace réservé du texte 42">
            <a:extLst xmlns:a="http://schemas.openxmlformats.org/drawingml/2006/main">
              <a:ext uri="{FF2B5EF4-FFF2-40B4-BE49-F238E27FC236}">
                <a16:creationId xmlns:a16="http://schemas.microsoft.com/office/drawing/2014/main" id="{F2962BF5-AECB-05D4-B7BD-D343940A8FB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975725" y="5479627"/>
            <a:ext cx="2652584" cy="10481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vert="horz" lIns="108000" tIns="108000" rIns="108000" bIns="45720" anchor="t">
            <a:normAutofit/>
          </a:bodyPr>
          <a:lstStyle xmlns:a="http://schemas.openxmlformats.org/drawingml/2006/main">
            <a:lvl1pPr>
              <a:buNone/>
              <a:defRPr sz="1400" b="1" i="0" kern="1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r">
              <a:buClr>
                <a:schemeClr val="accent1"/>
              </a:buClr>
              <a:buNone/>
            </a:pPr>
            <a:r>
              <a:t>Cliquez pour modifier les styles du texte du masque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ummary">
    <p:bg>
      <p:bgPr>
        <a:gradFill xmlns:a="http://schemas.openxmlformats.org/drawingml/2006/main">
          <a:gsLst>
            <a:gs pos="0">
              <a:schemeClr val="tx2">
                <a:lumMod val="50000"/>
              </a:schemeClr>
            </a:gs>
            <a:gs pos="32000">
              <a:schemeClr val="tx2"/>
            </a:gs>
            <a:gs pos="100000">
              <a:schemeClr val="tx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pour une image  2">
            <a:extLst xmlns:a="http://schemas.openxmlformats.org/drawingml/2006/main"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6167438" y="-12700"/>
            <a:ext cx="6024562" cy="6870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0863" y="873125"/>
            <a:ext cx="5148898" cy="5594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67" b="0" i="0" kern="1200" spc="6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MODIFIEZ LE STYLE DU TITRE</a:t>
            </a:r>
            <a:endParaRPr/>
          </a:p>
        </p:txBody>
      </p:sp>
      <p:pic>
        <p:nvPicPr>
          <p:cNvPr id="18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9703d8b0e1465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2673" y="256633"/>
            <a:ext cx="823217" cy="356277"/>
          </a:xfrm>
          <a:prstGeom xmlns:a="http://schemas.openxmlformats.org/drawingml/2006/main" prst="rect">
            <a:avLst/>
          </a:prstGeom>
        </p:spPr>
      </p:pic>
      <p:sp>
        <p:nvSpPr>
          <p:cNvPr id="11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50864" y="2084388"/>
            <a:ext cx="5473699" cy="445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anchor="ctr">
            <a:noAutofit/>
          </a:bodyPr>
          <a:lstStyle xmlns:a="http://schemas.openxmlformats.org/drawingml/2006/main">
            <a:lvl1pPr marL="0" indent="0" algn="l">
              <a:buNone/>
              <a:defRPr sz="4000" b="1" i="0" kern="1000" spc="-3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12" name="Espace réservé de la date 11">
            <a:extLst xmlns:a="http://schemas.openxmlformats.org/drawingml/2006/main">
              <a:ext uri="{FF2B5EF4-FFF2-40B4-BE49-F238E27FC236}">
                <a16:creationId xmlns:a16="http://schemas.microsoft.com/office/drawing/2014/main" id="{EE007531-9D25-1147-CFAD-91E33B09A7CD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3" name="Espace réservé du pied de page 12">
            <a:extLst xmlns:a="http://schemas.openxmlformats.org/drawingml/2006/main">
              <a:ext uri="{FF2B5EF4-FFF2-40B4-BE49-F238E27FC236}">
                <a16:creationId xmlns:a16="http://schemas.microsoft.com/office/drawing/2014/main" id="{40DDB56F-E6F6-A6A8-BABC-742D2F12116E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Espace réservé du numéro de diapositive 13">
            <a:extLst xmlns:a="http://schemas.openxmlformats.org/drawingml/2006/main">
              <a:ext uri="{FF2B5EF4-FFF2-40B4-BE49-F238E27FC236}">
                <a16:creationId xmlns:a16="http://schemas.microsoft.com/office/drawing/2014/main" id="{CF0089D8-9722-4F2C-3669-55AB1AF2CB68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Summary">
    <p:bg>
      <p:bgPr>
        <a:gradFill xmlns:a="http://schemas.openxmlformats.org/drawingml/2006/main">
          <a:gsLst>
            <a:gs pos="0">
              <a:schemeClr val="accent1">
                <a:lumMod val="50000"/>
              </a:schemeClr>
            </a:gs>
            <a:gs pos="32000">
              <a:schemeClr val="accent1"/>
            </a:gs>
            <a:gs pos="100000">
              <a:schemeClr val="accent1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pour une image  2">
            <a:extLst xmlns:a="http://schemas.openxmlformats.org/drawingml/2006/main"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6167438" y="-12700"/>
            <a:ext cx="6024562" cy="6870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0863" y="873125"/>
            <a:ext cx="5148898" cy="5594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67" b="0" i="0" kern="1200" spc="3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MODIFIEZ LE STYLE DU TITRE</a:t>
            </a:r>
            <a:endParaRPr/>
          </a:p>
        </p:txBody>
      </p:sp>
      <p:pic>
        <p:nvPicPr>
          <p:cNvPr id="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37db7472c4cd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2673" y="256633"/>
            <a:ext cx="823217" cy="356277"/>
          </a:xfrm>
          <a:prstGeom xmlns:a="http://schemas.openxmlformats.org/drawingml/2006/main" prst="rect">
            <a:avLst/>
          </a:prstGeom>
        </p:spPr>
      </p:pic>
      <p:sp>
        <p:nvSpPr>
          <p:cNvPr id="11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50864" y="2084388"/>
            <a:ext cx="5473699" cy="445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anchor="ctr">
            <a:noAutofit/>
          </a:bodyPr>
          <a:lstStyle xmlns:a="http://schemas.openxmlformats.org/drawingml/2006/main">
            <a:lvl1pPr marL="0" indent="0" algn="l">
              <a:buNone/>
              <a:defRPr sz="4000" b="1" i="0" kern="1000" spc="-3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CLIQUEZ POUR MODIFIER LES STYLES DU TEXTE DU MASQUE</a:t>
            </a:r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1CBCD246-3E2B-1F52-0B58-E00000A1488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7" name="Espace réservé du pied de page 6">
            <a:extLst xmlns:a="http://schemas.openxmlformats.org/drawingml/2006/main">
              <a:ext uri="{FF2B5EF4-FFF2-40B4-BE49-F238E27FC236}">
                <a16:creationId xmlns:a16="http://schemas.microsoft.com/office/drawing/2014/main" id="{68002C16-8BBA-7D99-CE90-8702E1DD0DB2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990780DA-0922-8F1C-8B7C-135716348182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2_Summary">
    <p:bg>
      <p:bgPr>
        <a:gradFill xmlns:a="http://schemas.openxmlformats.org/drawingml/2006/main">
          <a:gsLst>
            <a:gs pos="0">
              <a:schemeClr val="accent2">
                <a:lumMod val="50000"/>
              </a:schemeClr>
            </a:gs>
            <a:gs pos="32000">
              <a:schemeClr val="accent2"/>
            </a:gs>
            <a:gs pos="99000">
              <a:schemeClr val="accent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pour une image  2">
            <a:extLst xmlns:a="http://schemas.openxmlformats.org/drawingml/2006/main"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6167438" y="-12700"/>
            <a:ext cx="6024562" cy="6870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0863" y="873125"/>
            <a:ext cx="5148898" cy="5594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67" b="0" i="0" kern="1200" spc="3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MODIFIEZ LE STYLE DU TITRE</a:t>
            </a:r>
            <a:endParaRPr/>
          </a:p>
        </p:txBody>
      </p:sp>
      <p:pic>
        <p:nvPicPr>
          <p:cNvPr id="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cba428f5f43b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2673" y="256633"/>
            <a:ext cx="823217" cy="356277"/>
          </a:xfrm>
          <a:prstGeom xmlns:a="http://schemas.openxmlformats.org/drawingml/2006/main" prst="rect">
            <a:avLst/>
          </a:prstGeom>
        </p:spPr>
      </p:pic>
      <p:sp>
        <p:nvSpPr>
          <p:cNvPr id="11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50864" y="2084388"/>
            <a:ext cx="5473699" cy="445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anchor="ctr">
            <a:noAutofit/>
          </a:bodyPr>
          <a:lstStyle xmlns:a="http://schemas.openxmlformats.org/drawingml/2006/main">
            <a:lvl1pPr marL="0" indent="0" algn="l">
              <a:buNone/>
              <a:defRPr sz="4000" b="1" i="0" kern="1000" spc="-3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CLIQUEZ POUR MODIFIER LES STYLES DU TEXTE DU MASQUE</a:t>
            </a:r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1CBCD246-3E2B-1F52-0B58-E00000A1488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7" name="Espace réservé du pied de page 6">
            <a:extLst xmlns:a="http://schemas.openxmlformats.org/drawingml/2006/main">
              <a:ext uri="{FF2B5EF4-FFF2-40B4-BE49-F238E27FC236}">
                <a16:creationId xmlns:a16="http://schemas.microsoft.com/office/drawing/2014/main" id="{68002C16-8BBA-7D99-CE90-8702E1DD0DB2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990780DA-0922-8F1C-8B7C-135716348182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3_Summary">
    <p:bg>
      <p:bgPr>
        <a:gradFill xmlns:a="http://schemas.openxmlformats.org/drawingml/2006/main">
          <a:gsLst>
            <a:gs pos="0">
              <a:schemeClr val="tx1">
                <a:lumMod val="50000"/>
              </a:schemeClr>
            </a:gs>
            <a:gs pos="32000">
              <a:schemeClr val="tx1"/>
            </a:gs>
            <a:gs pos="99000">
              <a:schemeClr val="tx1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pour une image  2">
            <a:extLst xmlns:a="http://schemas.openxmlformats.org/drawingml/2006/main"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6167438" y="-12700"/>
            <a:ext cx="6024562" cy="6870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0863" y="873125"/>
            <a:ext cx="5148898" cy="5594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67" b="0" i="0" kern="1200" spc="3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MODIFIEZ LE STYLE DU TITRE</a:t>
            </a:r>
            <a:endParaRPr/>
          </a:p>
        </p:txBody>
      </p:sp>
      <p:pic>
        <p:nvPicPr>
          <p:cNvPr id="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6677ae1a5648b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2673" y="256633"/>
            <a:ext cx="823217" cy="356277"/>
          </a:xfrm>
          <a:prstGeom xmlns:a="http://schemas.openxmlformats.org/drawingml/2006/main" prst="rect">
            <a:avLst/>
          </a:prstGeom>
        </p:spPr>
      </p:pic>
      <p:sp>
        <p:nvSpPr>
          <p:cNvPr id="11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50864" y="2084388"/>
            <a:ext cx="5473699" cy="445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anchor="ctr">
            <a:noAutofit/>
          </a:bodyPr>
          <a:lstStyle xmlns:a="http://schemas.openxmlformats.org/drawingml/2006/main">
            <a:lvl1pPr marL="0" indent="0" algn="l">
              <a:buNone/>
              <a:defRPr sz="4000" b="1" i="0" kern="1000" spc="-3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CLIQUEZ POUR MODIFIER LES STYLES DU TEXTE DU MASQUE</a:t>
            </a:r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1CBCD246-3E2B-1F52-0B58-E00000A1488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7" name="Espace réservé du pied de page 6">
            <a:extLst xmlns:a="http://schemas.openxmlformats.org/drawingml/2006/main">
              <a:ext uri="{FF2B5EF4-FFF2-40B4-BE49-F238E27FC236}">
                <a16:creationId xmlns:a16="http://schemas.microsoft.com/office/drawing/2014/main" id="{68002C16-8BBA-7D99-CE90-8702E1DD0DB2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990780DA-0922-8F1C-8B7C-135716348182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4_Summary">
    <p:bg>
      <p:bgPr>
        <a:gradFill xmlns:a="http://schemas.openxmlformats.org/drawingml/2006/main">
          <a:gsLst>
            <a:gs pos="0">
              <a:schemeClr val="accent4">
                <a:lumMod val="50000"/>
              </a:schemeClr>
            </a:gs>
            <a:gs pos="32000">
              <a:schemeClr val="accent4"/>
            </a:gs>
            <a:gs pos="99000">
              <a:schemeClr val="accent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pour une image  2">
            <a:extLst xmlns:a="http://schemas.openxmlformats.org/drawingml/2006/main"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6167439" y="-12700"/>
            <a:ext cx="6024561" cy="6870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0863" y="873125"/>
            <a:ext cx="5148898" cy="5594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67" b="0" i="0" kern="1200" spc="3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MODIFIEZ LE STYLE DU TITRE</a:t>
            </a:r>
            <a:endParaRPr/>
          </a:p>
        </p:txBody>
      </p:sp>
      <p:pic>
        <p:nvPicPr>
          <p:cNvPr id="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07815160f406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2673" y="256633"/>
            <a:ext cx="823217" cy="356277"/>
          </a:xfrm>
          <a:prstGeom xmlns:a="http://schemas.openxmlformats.org/drawingml/2006/main" prst="rect">
            <a:avLst/>
          </a:prstGeom>
        </p:spPr>
      </p:pic>
      <p:sp>
        <p:nvSpPr>
          <p:cNvPr id="11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50864" y="2084388"/>
            <a:ext cx="5473699" cy="445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anchor="ctr">
            <a:noAutofit/>
          </a:bodyPr>
          <a:lstStyle xmlns:a="http://schemas.openxmlformats.org/drawingml/2006/main">
            <a:lvl1pPr marL="0" indent="0" algn="l">
              <a:buNone/>
              <a:defRPr sz="4000" b="1" i="0" kern="1000" spc="-3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0B6554DF-70B4-182A-5B09-B5E21366F901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FFD13DF1-CA37-4F2E-8695-F279B0F21756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DA4FCC3A-6CDB-8F60-958D-327E8DAF0092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5_Summary">
    <p:bg>
      <p:bgPr>
        <a:gradFill xmlns:a="http://schemas.openxmlformats.org/drawingml/2006/main">
          <a:gsLst>
            <a:gs pos="0">
              <a:schemeClr val="accent3">
                <a:lumMod val="50000"/>
              </a:schemeClr>
            </a:gs>
            <a:gs pos="32000">
              <a:schemeClr val="accent3"/>
            </a:gs>
            <a:gs pos="99000">
              <a:schemeClr val="accent3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pour une image  2">
            <a:extLst xmlns:a="http://schemas.openxmlformats.org/drawingml/2006/main">
              <a:ext uri="{FF2B5EF4-FFF2-40B4-BE49-F238E27FC236}">
                <a16:creationId xmlns:a16="http://schemas.microsoft.com/office/drawing/2014/main" id="{4D387EDE-1B8D-E16E-86A5-AAF51018B2F4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6167438" y="-12700"/>
            <a:ext cx="6024562" cy="68707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16499075-47BF-B665-C8F4-F255DF7B62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50863" y="873125"/>
            <a:ext cx="5148898" cy="55943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67" b="0" i="0" kern="1200" spc="3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MODIFIEZ LE STYLE DU TITRE</a:t>
            </a:r>
            <a:endParaRPr/>
          </a:p>
        </p:txBody>
      </p:sp>
      <p:pic>
        <p:nvPicPr>
          <p:cNvPr id="15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00adb0bef4ca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2673" y="256633"/>
            <a:ext cx="823217" cy="356277"/>
          </a:xfrm>
          <a:prstGeom xmlns:a="http://schemas.openxmlformats.org/drawingml/2006/main" prst="rect">
            <a:avLst/>
          </a:prstGeom>
        </p:spPr>
      </p:pic>
      <p:sp>
        <p:nvSpPr>
          <p:cNvPr id="11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52952F76-2586-3463-ED9F-938B2A5FF17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550864" y="2084388"/>
            <a:ext cx="5473699" cy="445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anchor="ctr">
            <a:noAutofit/>
          </a:bodyPr>
          <a:lstStyle xmlns:a="http://schemas.openxmlformats.org/drawingml/2006/main">
            <a:lvl1pPr marL="0" indent="0" algn="l">
              <a:buNone/>
              <a:defRPr sz="4000" b="1" i="0" kern="1000" spc="-3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lvl="0" indent="0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0B6554DF-70B4-182A-5B09-B5E21366F901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FFD13DF1-CA37-4F2E-8695-F279B0F21756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DA4FCC3A-6CDB-8F60-958D-327E8DAF0092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5_Titre et conten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9D5A569-1B85-4C3F-909D-8867451AAF1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11090274" cy="34020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6FF3597A-A13D-7013-BAE2-C9613316C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D632C1CA-DB30-E56F-9D0A-D169EB21BD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32ECD5E1-317B-1135-8109-60D2B0C8E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8_Titre et contenu">
    <p:bg>
      <p:bgPr>
        <a:gradFill xmlns:a="http://schemas.openxmlformats.org/drawingml/2006/main">
          <a:gsLst>
            <a:gs pos="0">
              <a:schemeClr val="bg2">
                <a:lumMod val="40000"/>
                <a:lumOff val="60000"/>
              </a:schemeClr>
            </a:gs>
            <a:gs pos="32000">
              <a:schemeClr val="bg2"/>
            </a:gs>
            <a:gs pos="99000">
              <a:schemeClr val="bg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354303-4261-4933-BF2E-DC8F65BB497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11090274" cy="34020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6FF3597A-A13D-7013-BAE2-C9613316CD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D632C1CA-DB30-E56F-9D0A-D169EB21BD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32ECD5E1-317B-1135-8109-60D2B0C8EE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7_Titre et contenu">
    <p:bg>
      <p:bgPr>
        <a:gradFill xmlns:a="http://schemas.openxmlformats.org/drawingml/2006/main">
          <a:gsLst>
            <a:gs pos="0">
              <a:schemeClr val="tx2">
                <a:lumMod val="50000"/>
              </a:schemeClr>
            </a:gs>
            <a:gs pos="32000">
              <a:schemeClr val="tx2"/>
            </a:gs>
            <a:gs pos="98000">
              <a:schemeClr val="tx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FE479-BA39-4FF3-9B29-C043589E12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11090274" cy="34020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lrTx/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9" name="Forme libre 8">
            <a:extLst xmlns:a="http://schemas.openxmlformats.org/drawingml/2006/main"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rme libre 9">
            <a:extLst xmlns:a="http://schemas.openxmlformats.org/drawingml/2006/main"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449275"/>
            <a:ext cx="138216" cy="77962"/>
          </a:xfrm>
          <a:custGeom xmlns:a="http://schemas.openxmlformats.org/drawingml/2006/main"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orme libre 10">
            <a:extLst xmlns:a="http://schemas.openxmlformats.org/drawingml/2006/main"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7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orme libre 11">
            <a:extLst xmlns:a="http://schemas.openxmlformats.org/drawingml/2006/main"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" y="335955"/>
            <a:ext cx="151468" cy="191270"/>
          </a:xfrm>
          <a:custGeom xmlns:a="http://schemas.openxmlformats.org/drawingml/2006/main"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orme libre 12">
            <a:extLst xmlns:a="http://schemas.openxmlformats.org/drawingml/2006/main"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7" y="335968"/>
            <a:ext cx="138203" cy="191269"/>
          </a:xfrm>
          <a:custGeom xmlns:a="http://schemas.openxmlformats.org/drawingml/2006/main"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orme libre 13">
            <a:extLst xmlns:a="http://schemas.openxmlformats.org/drawingml/2006/main"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orme libre 14">
            <a:extLst xmlns:a="http://schemas.openxmlformats.org/drawingml/2006/main"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449275"/>
            <a:ext cx="41210" cy="77949"/>
          </a:xfrm>
          <a:custGeom xmlns:a="http://schemas.openxmlformats.org/drawingml/2006/main"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orme libre 15">
            <a:extLst xmlns:a="http://schemas.openxmlformats.org/drawingml/2006/main"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Espace réservé de la date 16">
            <a:extLst xmlns:a="http://schemas.openxmlformats.org/drawingml/2006/main"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8" name="Espace réservé du pied de page 17">
            <a:extLst xmlns:a="http://schemas.openxmlformats.org/drawingml/2006/main"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9" name="Espace réservé du numéro de diapositive 18">
            <a:extLst xmlns:a="http://schemas.openxmlformats.org/drawingml/2006/main"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11_Titre et contenu">
    <p:bg>
      <p:bgPr>
        <a:gradFill xmlns:a="http://schemas.openxmlformats.org/drawingml/2006/main">
          <a:gsLst>
            <a:gs pos="0">
              <a:schemeClr val="accent2">
                <a:lumMod val="50000"/>
              </a:schemeClr>
            </a:gs>
            <a:gs pos="32000">
              <a:schemeClr val="accent2"/>
            </a:gs>
            <a:gs pos="98000">
              <a:schemeClr val="accent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E6A23A5-D35D-4543-9F1E-40CA6509F4F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11090274" cy="34020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lrTx/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9" name="Forme libre 8">
            <a:extLst xmlns:a="http://schemas.openxmlformats.org/drawingml/2006/main"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rme libre 9">
            <a:extLst xmlns:a="http://schemas.openxmlformats.org/drawingml/2006/main"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449275"/>
            <a:ext cx="138216" cy="77962"/>
          </a:xfrm>
          <a:custGeom xmlns:a="http://schemas.openxmlformats.org/drawingml/2006/main"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orme libre 10">
            <a:extLst xmlns:a="http://schemas.openxmlformats.org/drawingml/2006/main"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7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orme libre 11">
            <a:extLst xmlns:a="http://schemas.openxmlformats.org/drawingml/2006/main"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" y="335955"/>
            <a:ext cx="151468" cy="191270"/>
          </a:xfrm>
          <a:custGeom xmlns:a="http://schemas.openxmlformats.org/drawingml/2006/main"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orme libre 12">
            <a:extLst xmlns:a="http://schemas.openxmlformats.org/drawingml/2006/main"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7" y="335968"/>
            <a:ext cx="138203" cy="191269"/>
          </a:xfrm>
          <a:custGeom xmlns:a="http://schemas.openxmlformats.org/drawingml/2006/main"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orme libre 13">
            <a:extLst xmlns:a="http://schemas.openxmlformats.org/drawingml/2006/main"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orme libre 14">
            <a:extLst xmlns:a="http://schemas.openxmlformats.org/drawingml/2006/main"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449275"/>
            <a:ext cx="41210" cy="77949"/>
          </a:xfrm>
          <a:custGeom xmlns:a="http://schemas.openxmlformats.org/drawingml/2006/main"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orme libre 15">
            <a:extLst xmlns:a="http://schemas.openxmlformats.org/drawingml/2006/main"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Espace réservé de la date 16">
            <a:extLst xmlns:a="http://schemas.openxmlformats.org/drawingml/2006/main"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8" name="Espace réservé du pied de page 17">
            <a:extLst xmlns:a="http://schemas.openxmlformats.org/drawingml/2006/main"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9" name="Espace réservé du numéro de diapositive 18">
            <a:extLst xmlns:a="http://schemas.openxmlformats.org/drawingml/2006/main"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9_Titre et contenu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4CF2FF5-D633-4A5D-A80E-768BE2BF04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11090274" cy="34020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lrTx/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9" name="Forme libre 8">
            <a:extLst xmlns:a="http://schemas.openxmlformats.org/drawingml/2006/main"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rme libre 9">
            <a:extLst xmlns:a="http://schemas.openxmlformats.org/drawingml/2006/main"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449275"/>
            <a:ext cx="138216" cy="77962"/>
          </a:xfrm>
          <a:custGeom xmlns:a="http://schemas.openxmlformats.org/drawingml/2006/main"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orme libre 10">
            <a:extLst xmlns:a="http://schemas.openxmlformats.org/drawingml/2006/main"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7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orme libre 11">
            <a:extLst xmlns:a="http://schemas.openxmlformats.org/drawingml/2006/main"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" y="335955"/>
            <a:ext cx="151468" cy="191270"/>
          </a:xfrm>
          <a:custGeom xmlns:a="http://schemas.openxmlformats.org/drawingml/2006/main"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orme libre 12">
            <a:extLst xmlns:a="http://schemas.openxmlformats.org/drawingml/2006/main"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7" y="335968"/>
            <a:ext cx="138203" cy="191269"/>
          </a:xfrm>
          <a:custGeom xmlns:a="http://schemas.openxmlformats.org/drawingml/2006/main"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orme libre 13">
            <a:extLst xmlns:a="http://schemas.openxmlformats.org/drawingml/2006/main"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orme libre 14">
            <a:extLst xmlns:a="http://schemas.openxmlformats.org/drawingml/2006/main"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449275"/>
            <a:ext cx="41210" cy="77949"/>
          </a:xfrm>
          <a:custGeom xmlns:a="http://schemas.openxmlformats.org/drawingml/2006/main"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orme libre 15">
            <a:extLst xmlns:a="http://schemas.openxmlformats.org/drawingml/2006/main"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Espace réservé de la date 16">
            <a:extLst xmlns:a="http://schemas.openxmlformats.org/drawingml/2006/main"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8" name="Espace réservé du pied de page 17">
            <a:extLst xmlns:a="http://schemas.openxmlformats.org/drawingml/2006/main"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9" name="Espace réservé du numéro de diapositive 18">
            <a:extLst xmlns:a="http://schemas.openxmlformats.org/drawingml/2006/main"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12_Titre et contenu">
    <p:bg>
      <p:bgPr>
        <a:gradFill xmlns:a="http://schemas.openxmlformats.org/drawingml/2006/main">
          <a:gsLst>
            <a:gs pos="0">
              <a:schemeClr val="accent4">
                <a:lumMod val="50000"/>
              </a:schemeClr>
            </a:gs>
            <a:gs pos="32000">
              <a:schemeClr val="accent4"/>
            </a:gs>
            <a:gs pos="98000">
              <a:schemeClr val="accent4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69E236-03D6-43E1-A1F8-8D3037E755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11090274" cy="34020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lrTx/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9" name="Forme libre 8">
            <a:extLst xmlns:a="http://schemas.openxmlformats.org/drawingml/2006/main"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rme libre 9">
            <a:extLst xmlns:a="http://schemas.openxmlformats.org/drawingml/2006/main"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449275"/>
            <a:ext cx="138216" cy="77962"/>
          </a:xfrm>
          <a:custGeom xmlns:a="http://schemas.openxmlformats.org/drawingml/2006/main"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orme libre 10">
            <a:extLst xmlns:a="http://schemas.openxmlformats.org/drawingml/2006/main"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7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orme libre 11">
            <a:extLst xmlns:a="http://schemas.openxmlformats.org/drawingml/2006/main"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" y="335955"/>
            <a:ext cx="151468" cy="191270"/>
          </a:xfrm>
          <a:custGeom xmlns:a="http://schemas.openxmlformats.org/drawingml/2006/main"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orme libre 12">
            <a:extLst xmlns:a="http://schemas.openxmlformats.org/drawingml/2006/main"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7" y="335968"/>
            <a:ext cx="138203" cy="191269"/>
          </a:xfrm>
          <a:custGeom xmlns:a="http://schemas.openxmlformats.org/drawingml/2006/main"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orme libre 13">
            <a:extLst xmlns:a="http://schemas.openxmlformats.org/drawingml/2006/main"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orme libre 14">
            <a:extLst xmlns:a="http://schemas.openxmlformats.org/drawingml/2006/main"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449275"/>
            <a:ext cx="41210" cy="77949"/>
          </a:xfrm>
          <a:custGeom xmlns:a="http://schemas.openxmlformats.org/drawingml/2006/main"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orme libre 15">
            <a:extLst xmlns:a="http://schemas.openxmlformats.org/drawingml/2006/main"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Espace réservé de la date 16">
            <a:extLst xmlns:a="http://schemas.openxmlformats.org/drawingml/2006/main"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8" name="Espace réservé du pied de page 17">
            <a:extLst xmlns:a="http://schemas.openxmlformats.org/drawingml/2006/main"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9" name="Espace réservé du numéro de diapositive 18">
            <a:extLst xmlns:a="http://schemas.openxmlformats.org/drawingml/2006/main"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3C9E51-6D90-4242-A037-A3EA5CA0A60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10" name="Espace réservé de la date 9">
            <a:extLst xmlns:a="http://schemas.openxmlformats.org/drawingml/2006/main">
              <a:ext uri="{FF2B5EF4-FFF2-40B4-BE49-F238E27FC236}">
                <a16:creationId xmlns:a16="http://schemas.microsoft.com/office/drawing/2014/main" id="{CB5EF085-9E71-E082-A736-CB60A2C55A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1" name="Espace réservé du pied de page 10">
            <a:extLst xmlns:a="http://schemas.openxmlformats.org/drawingml/2006/main">
              <a:ext uri="{FF2B5EF4-FFF2-40B4-BE49-F238E27FC236}">
                <a16:creationId xmlns:a16="http://schemas.microsoft.com/office/drawing/2014/main" id="{493E0B43-BBF0-959B-0E47-C44652B97C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Espace réservé du numéro de diapositive 11">
            <a:extLst xmlns:a="http://schemas.openxmlformats.org/drawingml/2006/main">
              <a:ext uri="{FF2B5EF4-FFF2-40B4-BE49-F238E27FC236}">
                <a16:creationId xmlns:a16="http://schemas.microsoft.com/office/drawing/2014/main" id="{6B5919CB-557E-8300-3A6C-3D6D5AF5D34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6_Titre et conten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F78D2F4-E4E8-4292-818D-C05FD39567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297129" y="2084388"/>
            <a:ext cx="6408737" cy="44402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4537075" cy="144891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8" name="Espace réservé pour une image  7">
            <a:extLst xmlns:a="http://schemas.openxmlformats.org/drawingml/2006/main">
              <a:ext uri="{FF2B5EF4-FFF2-40B4-BE49-F238E27FC236}">
                <a16:creationId xmlns:a16="http://schemas.microsoft.com/office/drawing/2014/main" id="{22DD9F30-F80E-914F-1B20-A9EAB1B742FA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2084388"/>
            <a:ext cx="4151313" cy="47736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Espace réservé pour une image  9">
            <a:extLst xmlns:a="http://schemas.openxmlformats.org/drawingml/2006/main">
              <a:ext uri="{FF2B5EF4-FFF2-40B4-BE49-F238E27FC236}">
                <a16:creationId xmlns:a16="http://schemas.microsoft.com/office/drawing/2014/main" id="{92E5A6A1-4AC1-0BB6-E626-24778B60F6F8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848975" y="2084388"/>
            <a:ext cx="1343025" cy="47736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0DD88601-F174-B07B-479E-B3197621D4C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9" name="Espace réservé du pied de page 8">
            <a:extLst xmlns:a="http://schemas.openxmlformats.org/drawingml/2006/main">
              <a:ext uri="{FF2B5EF4-FFF2-40B4-BE49-F238E27FC236}">
                <a16:creationId xmlns:a16="http://schemas.microsoft.com/office/drawing/2014/main" id="{AE73F236-20ED-DFBB-7E76-598139248CE5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Espace réservé du numéro de diapositive 10">
            <a:extLst xmlns:a="http://schemas.openxmlformats.org/drawingml/2006/main">
              <a:ext uri="{FF2B5EF4-FFF2-40B4-BE49-F238E27FC236}">
                <a16:creationId xmlns:a16="http://schemas.microsoft.com/office/drawing/2014/main" id="{21692F41-D3AF-8119-B301-B41665A8EA75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9D50620-23D5-426B-8A13-ECD4EA389B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2084388"/>
            <a:ext cx="6408737" cy="44402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8" name="Espace réservé pour une image  7">
            <a:extLst xmlns:a="http://schemas.openxmlformats.org/drawingml/2006/main"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7104063" y="0"/>
            <a:ext cx="5087937" cy="685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4D8A24E7-AF51-FA4F-8358-EA974AE5E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4537075" cy="144891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84763FA0-46A9-01D7-F5D6-1197E4701359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B8760BCC-F795-2BE7-ECC8-4DB38C0EAE3E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ADC7E246-39A8-E26D-0412-8CFF7226435C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pour une image  7">
            <a:extLst xmlns:a="http://schemas.openxmlformats.org/drawingml/2006/main"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2084388"/>
            <a:ext cx="5087937" cy="47736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8840C1-0EDF-44A7-A0BA-3369771278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232400" y="2084388"/>
            <a:ext cx="6408738" cy="44316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89E3D8B0-A2A8-4DC8-5F62-A0CC5D8875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2102ECE5-BB68-95FD-C1E5-7E85CF75A9C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9" name="Espace réservé du pied de page 8">
            <a:extLst xmlns:a="http://schemas.openxmlformats.org/drawingml/2006/main">
              <a:ext uri="{FF2B5EF4-FFF2-40B4-BE49-F238E27FC236}">
                <a16:creationId xmlns:a16="http://schemas.microsoft.com/office/drawing/2014/main" id="{3B38248C-C5F6-85A2-58EC-57A9882FCF67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Espace réservé du numéro de diapositive 9">
            <a:extLst xmlns:a="http://schemas.openxmlformats.org/drawingml/2006/main">
              <a:ext uri="{FF2B5EF4-FFF2-40B4-BE49-F238E27FC236}">
                <a16:creationId xmlns:a16="http://schemas.microsoft.com/office/drawing/2014/main" id="{9743A807-A5BB-357C-504A-BD41B46C67AC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space réservé pour une image  19">
            <a:extLst xmlns:a="http://schemas.openxmlformats.org/drawingml/2006/main">
              <a:ext uri="{FF2B5EF4-FFF2-40B4-BE49-F238E27FC236}">
                <a16:creationId xmlns:a16="http://schemas.microsoft.com/office/drawing/2014/main" id="{681A201C-93EA-FC5A-555B-4F3F182CE899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1" y="0"/>
            <a:ext cx="5087938" cy="6858000"/>
          </a:xfrm>
          <a:custGeom xmlns:a="http://schemas.openxmlformats.org/drawingml/2006/main">
            <a:gdLst>
              <a:gd name="connsiteX0" fmla="*/ 555662 w 5087938"/>
              <a:gd name="connsiteY0" fmla="*/ 449275 h 6858000"/>
              <a:gd name="connsiteX1" fmla="*/ 555662 w 5087938"/>
              <a:gd name="connsiteY1" fmla="*/ 527238 h 6858000"/>
              <a:gd name="connsiteX2" fmla="*/ 693879 w 5087938"/>
              <a:gd name="connsiteY2" fmla="*/ 527238 h 6858000"/>
              <a:gd name="connsiteX3" fmla="*/ 693879 w 5087938"/>
              <a:gd name="connsiteY3" fmla="*/ 491866 h 6858000"/>
              <a:gd name="connsiteX4" fmla="*/ 596872 w 5087938"/>
              <a:gd name="connsiteY4" fmla="*/ 491866 h 6858000"/>
              <a:gd name="connsiteX5" fmla="*/ 596872 w 5087938"/>
              <a:gd name="connsiteY5" fmla="*/ 449275 h 6858000"/>
              <a:gd name="connsiteX6" fmla="*/ 948083 w 5087938"/>
              <a:gd name="connsiteY6" fmla="*/ 413918 h 6858000"/>
              <a:gd name="connsiteX7" fmla="*/ 948083 w 5087938"/>
              <a:gd name="connsiteY7" fmla="*/ 449275 h 6858000"/>
              <a:gd name="connsiteX8" fmla="*/ 906873 w 5087938"/>
              <a:gd name="connsiteY8" fmla="*/ 449275 h 6858000"/>
              <a:gd name="connsiteX9" fmla="*/ 906873 w 5087938"/>
              <a:gd name="connsiteY9" fmla="*/ 527224 h 6858000"/>
              <a:gd name="connsiteX10" fmla="*/ 948083 w 5087938"/>
              <a:gd name="connsiteY10" fmla="*/ 527224 h 6858000"/>
              <a:gd name="connsiteX11" fmla="*/ 948083 w 5087938"/>
              <a:gd name="connsiteY11" fmla="*/ 449276 h 6858000"/>
              <a:gd name="connsiteX12" fmla="*/ 1036799 w 5087938"/>
              <a:gd name="connsiteY12" fmla="*/ 449276 h 6858000"/>
              <a:gd name="connsiteX13" fmla="*/ 1036799 w 5087938"/>
              <a:gd name="connsiteY13" fmla="*/ 413918 h 6858000"/>
              <a:gd name="connsiteX14" fmla="*/ 596873 w 5087938"/>
              <a:gd name="connsiteY14" fmla="*/ 413918 h 6858000"/>
              <a:gd name="connsiteX15" fmla="*/ 596873 w 5087938"/>
              <a:gd name="connsiteY15" fmla="*/ 449276 h 6858000"/>
              <a:gd name="connsiteX16" fmla="*/ 685589 w 5087938"/>
              <a:gd name="connsiteY16" fmla="*/ 449276 h 6858000"/>
              <a:gd name="connsiteX17" fmla="*/ 685589 w 5087938"/>
              <a:gd name="connsiteY17" fmla="*/ 413918 h 6858000"/>
              <a:gd name="connsiteX18" fmla="*/ 770422 w 5087938"/>
              <a:gd name="connsiteY18" fmla="*/ 371326 h 6858000"/>
              <a:gd name="connsiteX19" fmla="*/ 803072 w 5087938"/>
              <a:gd name="connsiteY19" fmla="*/ 371326 h 6858000"/>
              <a:gd name="connsiteX20" fmla="*/ 816984 w 5087938"/>
              <a:gd name="connsiteY20" fmla="*/ 372123 h 6858000"/>
              <a:gd name="connsiteX21" fmla="*/ 828752 w 5087938"/>
              <a:gd name="connsiteY21" fmla="*/ 375213 h 6858000"/>
              <a:gd name="connsiteX22" fmla="*/ 836908 w 5087938"/>
              <a:gd name="connsiteY22" fmla="*/ 381677 h 6858000"/>
              <a:gd name="connsiteX23" fmla="*/ 839982 w 5087938"/>
              <a:gd name="connsiteY23" fmla="*/ 392622 h 6858000"/>
              <a:gd name="connsiteX24" fmla="*/ 836908 w 5087938"/>
              <a:gd name="connsiteY24" fmla="*/ 403567 h 6858000"/>
              <a:gd name="connsiteX25" fmla="*/ 828752 w 5087938"/>
              <a:gd name="connsiteY25" fmla="*/ 410031 h 6858000"/>
              <a:gd name="connsiteX26" fmla="*/ 816984 w 5087938"/>
              <a:gd name="connsiteY26" fmla="*/ 413122 h 6858000"/>
              <a:gd name="connsiteX27" fmla="*/ 803072 w 5087938"/>
              <a:gd name="connsiteY27" fmla="*/ 413918 h 6858000"/>
              <a:gd name="connsiteX28" fmla="*/ 770422 w 5087938"/>
              <a:gd name="connsiteY28" fmla="*/ 413918 h 6858000"/>
              <a:gd name="connsiteX29" fmla="*/ 1074936 w 5087938"/>
              <a:gd name="connsiteY29" fmla="*/ 335968 h 6858000"/>
              <a:gd name="connsiteX30" fmla="*/ 1074936 w 5087938"/>
              <a:gd name="connsiteY30" fmla="*/ 527238 h 6858000"/>
              <a:gd name="connsiteX31" fmla="*/ 1213139 w 5087938"/>
              <a:gd name="connsiteY31" fmla="*/ 527238 h 6858000"/>
              <a:gd name="connsiteX32" fmla="*/ 1213139 w 5087938"/>
              <a:gd name="connsiteY32" fmla="*/ 491867 h 6858000"/>
              <a:gd name="connsiteX33" fmla="*/ 1116133 w 5087938"/>
              <a:gd name="connsiteY33" fmla="*/ 491867 h 6858000"/>
              <a:gd name="connsiteX34" fmla="*/ 1116133 w 5087938"/>
              <a:gd name="connsiteY34" fmla="*/ 335968 h 6858000"/>
              <a:gd name="connsiteX35" fmla="*/ 906873 w 5087938"/>
              <a:gd name="connsiteY35" fmla="*/ 335968 h 6858000"/>
              <a:gd name="connsiteX36" fmla="*/ 906873 w 5087938"/>
              <a:gd name="connsiteY36" fmla="*/ 413917 h 6858000"/>
              <a:gd name="connsiteX37" fmla="*/ 948083 w 5087938"/>
              <a:gd name="connsiteY37" fmla="*/ 413917 h 6858000"/>
              <a:gd name="connsiteX38" fmla="*/ 948083 w 5087938"/>
              <a:gd name="connsiteY38" fmla="*/ 371326 h 6858000"/>
              <a:gd name="connsiteX39" fmla="*/ 1045090 w 5087938"/>
              <a:gd name="connsiteY39" fmla="*/ 371326 h 6858000"/>
              <a:gd name="connsiteX40" fmla="*/ 1045090 w 5087938"/>
              <a:gd name="connsiteY40" fmla="*/ 335968 h 6858000"/>
              <a:gd name="connsiteX41" fmla="*/ 555662 w 5087938"/>
              <a:gd name="connsiteY41" fmla="*/ 335968 h 6858000"/>
              <a:gd name="connsiteX42" fmla="*/ 555662 w 5087938"/>
              <a:gd name="connsiteY42" fmla="*/ 413917 h 6858000"/>
              <a:gd name="connsiteX43" fmla="*/ 596872 w 5087938"/>
              <a:gd name="connsiteY43" fmla="*/ 413917 h 6858000"/>
              <a:gd name="connsiteX44" fmla="*/ 596872 w 5087938"/>
              <a:gd name="connsiteY44" fmla="*/ 371326 h 6858000"/>
              <a:gd name="connsiteX45" fmla="*/ 693879 w 5087938"/>
              <a:gd name="connsiteY45" fmla="*/ 371326 h 6858000"/>
              <a:gd name="connsiteX46" fmla="*/ 693879 w 5087938"/>
              <a:gd name="connsiteY46" fmla="*/ 335968 h 6858000"/>
              <a:gd name="connsiteX47" fmla="*/ 729198 w 5087938"/>
              <a:gd name="connsiteY47" fmla="*/ 335955 h 6858000"/>
              <a:gd name="connsiteX48" fmla="*/ 729198 w 5087938"/>
              <a:gd name="connsiteY48" fmla="*/ 527225 h 6858000"/>
              <a:gd name="connsiteX49" fmla="*/ 770408 w 5087938"/>
              <a:gd name="connsiteY49" fmla="*/ 527225 h 6858000"/>
              <a:gd name="connsiteX50" fmla="*/ 770408 w 5087938"/>
              <a:gd name="connsiteY50" fmla="*/ 449262 h 6858000"/>
              <a:gd name="connsiteX51" fmla="*/ 814557 w 5087938"/>
              <a:gd name="connsiteY51" fmla="*/ 449262 h 6858000"/>
              <a:gd name="connsiteX52" fmla="*/ 845064 w 5087938"/>
              <a:gd name="connsiteY52" fmla="*/ 444444 h 6858000"/>
              <a:gd name="connsiteX53" fmla="*/ 865541 w 5087938"/>
              <a:gd name="connsiteY53" fmla="*/ 431705 h 6858000"/>
              <a:gd name="connsiteX54" fmla="*/ 877053 w 5087938"/>
              <a:gd name="connsiteY54" fmla="*/ 413526 h 6858000"/>
              <a:gd name="connsiteX55" fmla="*/ 880666 w 5087938"/>
              <a:gd name="connsiteY55" fmla="*/ 392622 h 6858000"/>
              <a:gd name="connsiteX56" fmla="*/ 877053 w 5087938"/>
              <a:gd name="connsiteY56" fmla="*/ 371596 h 6858000"/>
              <a:gd name="connsiteX57" fmla="*/ 865541 w 5087938"/>
              <a:gd name="connsiteY57" fmla="*/ 353539 h 6858000"/>
              <a:gd name="connsiteX58" fmla="*/ 865541 w 5087938"/>
              <a:gd name="connsiteY58" fmla="*/ 353526 h 6858000"/>
              <a:gd name="connsiteX59" fmla="*/ 845064 w 5087938"/>
              <a:gd name="connsiteY59" fmla="*/ 340786 h 6858000"/>
              <a:gd name="connsiteX60" fmla="*/ 814557 w 5087938"/>
              <a:gd name="connsiteY60" fmla="*/ 335955 h 6858000"/>
              <a:gd name="connsiteX61" fmla="*/ 0 w 5087938"/>
              <a:gd name="connsiteY61" fmla="*/ 0 h 6858000"/>
              <a:gd name="connsiteX62" fmla="*/ 5087938 w 5087938"/>
              <a:gd name="connsiteY62" fmla="*/ 0 h 6858000"/>
              <a:gd name="connsiteX63" fmla="*/ 5087938 w 5087938"/>
              <a:gd name="connsiteY63" fmla="*/ 6858000 h 6858000"/>
              <a:gd name="connsiteX64" fmla="*/ 0 w 5087938"/>
              <a:gd name="connsiteY64" fmla="*/ 6858000 h 6858000"/>
            </a:gdLst>
            <a:rect l="l" t="t" r="r" b="b"/>
            <a:pathLst>
              <a:path w="5087938" h="6858000">
                <a:moveTo>
                  <a:pt x="555662" y="449275"/>
                </a:moveTo>
                <a:lnTo>
                  <a:pt x="555662" y="527238"/>
                </a:lnTo>
                <a:lnTo>
                  <a:pt x="693879" y="527238"/>
                </a:lnTo>
                <a:lnTo>
                  <a:pt x="693879" y="491866"/>
                </a:lnTo>
                <a:lnTo>
                  <a:pt x="596872" y="491866"/>
                </a:lnTo>
                <a:lnTo>
                  <a:pt x="596872" y="449275"/>
                </a:lnTo>
                <a:close/>
                <a:moveTo>
                  <a:pt x="948083" y="413918"/>
                </a:moveTo>
                <a:lnTo>
                  <a:pt x="948083" y="449275"/>
                </a:lnTo>
                <a:lnTo>
                  <a:pt x="906873" y="449275"/>
                </a:lnTo>
                <a:lnTo>
                  <a:pt x="906873" y="527224"/>
                </a:lnTo>
                <a:lnTo>
                  <a:pt x="948083" y="527224"/>
                </a:lnTo>
                <a:lnTo>
                  <a:pt x="948083" y="449276"/>
                </a:lnTo>
                <a:lnTo>
                  <a:pt x="1036799" y="449276"/>
                </a:lnTo>
                <a:lnTo>
                  <a:pt x="1036799" y="413918"/>
                </a:lnTo>
                <a:close/>
                <a:moveTo>
                  <a:pt x="596873" y="413918"/>
                </a:moveTo>
                <a:lnTo>
                  <a:pt x="596873" y="449276"/>
                </a:lnTo>
                <a:lnTo>
                  <a:pt x="685589" y="449276"/>
                </a:lnTo>
                <a:lnTo>
                  <a:pt x="685589" y="413918"/>
                </a:lnTo>
                <a:close/>
                <a:moveTo>
                  <a:pt x="770422" y="371326"/>
                </a:moveTo>
                <a:lnTo>
                  <a:pt x="803072" y="371326"/>
                </a:lnTo>
                <a:cubicBezTo>
                  <a:pt x="807884" y="371326"/>
                  <a:pt x="812522" y="371596"/>
                  <a:pt x="816984" y="372123"/>
                </a:cubicBezTo>
                <a:cubicBezTo>
                  <a:pt x="821446" y="372649"/>
                  <a:pt x="825369" y="373688"/>
                  <a:pt x="828752" y="375213"/>
                </a:cubicBezTo>
                <a:cubicBezTo>
                  <a:pt x="832136" y="376738"/>
                  <a:pt x="834859" y="378897"/>
                  <a:pt x="836908" y="381677"/>
                </a:cubicBezTo>
                <a:cubicBezTo>
                  <a:pt x="838957" y="384457"/>
                  <a:pt x="839982" y="388115"/>
                  <a:pt x="839982" y="392622"/>
                </a:cubicBezTo>
                <a:cubicBezTo>
                  <a:pt x="839982" y="397130"/>
                  <a:pt x="838957" y="400787"/>
                  <a:pt x="836908" y="403567"/>
                </a:cubicBezTo>
                <a:cubicBezTo>
                  <a:pt x="834859" y="406347"/>
                  <a:pt x="832136" y="408506"/>
                  <a:pt x="828752" y="410031"/>
                </a:cubicBezTo>
                <a:cubicBezTo>
                  <a:pt x="825355" y="411556"/>
                  <a:pt x="821432" y="412582"/>
                  <a:pt x="816984" y="413122"/>
                </a:cubicBezTo>
                <a:cubicBezTo>
                  <a:pt x="812522" y="413648"/>
                  <a:pt x="807884" y="413918"/>
                  <a:pt x="803072" y="413918"/>
                </a:cubicBezTo>
                <a:lnTo>
                  <a:pt x="770422" y="413918"/>
                </a:lnTo>
                <a:close/>
                <a:moveTo>
                  <a:pt x="1074936" y="335968"/>
                </a:moveTo>
                <a:lnTo>
                  <a:pt x="1074936" y="527238"/>
                </a:lnTo>
                <a:lnTo>
                  <a:pt x="1213139" y="527238"/>
                </a:lnTo>
                <a:lnTo>
                  <a:pt x="1213139" y="491867"/>
                </a:lnTo>
                <a:lnTo>
                  <a:pt x="1116133" y="491867"/>
                </a:lnTo>
                <a:lnTo>
                  <a:pt x="1116133" y="335968"/>
                </a:lnTo>
                <a:close/>
                <a:moveTo>
                  <a:pt x="906873" y="335968"/>
                </a:moveTo>
                <a:lnTo>
                  <a:pt x="906873" y="413917"/>
                </a:lnTo>
                <a:lnTo>
                  <a:pt x="948083" y="413917"/>
                </a:lnTo>
                <a:lnTo>
                  <a:pt x="948083" y="371326"/>
                </a:lnTo>
                <a:lnTo>
                  <a:pt x="1045090" y="371326"/>
                </a:lnTo>
                <a:lnTo>
                  <a:pt x="1045090" y="335968"/>
                </a:lnTo>
                <a:close/>
                <a:moveTo>
                  <a:pt x="555662" y="335968"/>
                </a:moveTo>
                <a:lnTo>
                  <a:pt x="555662" y="413917"/>
                </a:lnTo>
                <a:lnTo>
                  <a:pt x="596872" y="413917"/>
                </a:lnTo>
                <a:lnTo>
                  <a:pt x="596872" y="371326"/>
                </a:lnTo>
                <a:lnTo>
                  <a:pt x="693879" y="371326"/>
                </a:lnTo>
                <a:lnTo>
                  <a:pt x="693879" y="335968"/>
                </a:lnTo>
                <a:close/>
                <a:moveTo>
                  <a:pt x="729198" y="335955"/>
                </a:moveTo>
                <a:lnTo>
                  <a:pt x="729198" y="527225"/>
                </a:lnTo>
                <a:lnTo>
                  <a:pt x="770408" y="527225"/>
                </a:lnTo>
                <a:lnTo>
                  <a:pt x="770408" y="449262"/>
                </a:lnTo>
                <a:lnTo>
                  <a:pt x="814557" y="449262"/>
                </a:lnTo>
                <a:cubicBezTo>
                  <a:pt x="826501" y="449262"/>
                  <a:pt x="836679" y="447656"/>
                  <a:pt x="845064" y="444444"/>
                </a:cubicBezTo>
                <a:cubicBezTo>
                  <a:pt x="853449" y="441232"/>
                  <a:pt x="860270" y="436981"/>
                  <a:pt x="865541" y="431705"/>
                </a:cubicBezTo>
                <a:cubicBezTo>
                  <a:pt x="870798" y="426428"/>
                  <a:pt x="874640" y="420369"/>
                  <a:pt x="877053" y="413526"/>
                </a:cubicBezTo>
                <a:cubicBezTo>
                  <a:pt x="879466" y="406684"/>
                  <a:pt x="880666" y="399721"/>
                  <a:pt x="880666" y="392622"/>
                </a:cubicBezTo>
                <a:cubicBezTo>
                  <a:pt x="880666" y="385524"/>
                  <a:pt x="879466" y="378357"/>
                  <a:pt x="877053" y="371596"/>
                </a:cubicBezTo>
                <a:cubicBezTo>
                  <a:pt x="874640" y="364835"/>
                  <a:pt x="870812" y="358816"/>
                  <a:pt x="865541" y="353539"/>
                </a:cubicBezTo>
                <a:lnTo>
                  <a:pt x="865541" y="353526"/>
                </a:lnTo>
                <a:cubicBezTo>
                  <a:pt x="860270" y="348249"/>
                  <a:pt x="853449" y="343998"/>
                  <a:pt x="845064" y="340786"/>
                </a:cubicBezTo>
                <a:cubicBezTo>
                  <a:pt x="836679" y="337574"/>
                  <a:pt x="826501" y="335955"/>
                  <a:pt x="814557" y="335955"/>
                </a:cubicBezTo>
                <a:close/>
                <a:moveTo>
                  <a:pt x="0" y="0"/>
                </a:moveTo>
                <a:lnTo>
                  <a:pt x="5087938" y="0"/>
                </a:lnTo>
                <a:lnTo>
                  <a:pt x="5087938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1B2532-2EA1-43D6-8636-DE052252ABD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232400" y="3122613"/>
            <a:ext cx="6423768" cy="34020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0172B795-3D3B-CF04-8F9C-9872461978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2400" y="635264"/>
            <a:ext cx="4514939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C7B7D5B9-A0FB-66F6-6235-067EFD19769C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B44FF79E-463D-E0D5-E51F-74864AFBF591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762546CC-8E0E-6399-FA48-C7DD92265EFF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C42F47B-2E3C-4D8A-A8BC-CC9C9B657B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2" y="878457"/>
            <a:ext cx="3600451" cy="313185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8B3F45C-503C-4FFB-9E57-6488BC36ABB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5" y="873125"/>
            <a:ext cx="3600450" cy="313778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8" name="Titre 7">
            <a:extLst xmlns:a="http://schemas.openxmlformats.org/drawingml/2006/main"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4629752"/>
            <a:ext cx="11090275" cy="1894873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ctr">
              <a:buNone/>
              <a:defRPr sz="8800" spc="-150"/>
            </a:lvl1pPr>
          </a:lstStyle>
          <a:p xmlns:a="http://schemas.openxmlformats.org/drawingml/2006/main">
            <a:r>
              <a:t>Modifiez le style du titre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040688" y="877888"/>
            <a:ext cx="3600450" cy="31321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  <a:lvl2pPr>
              <a:buNone/>
              <a:defRPr sz="2000">
                <a:latin typeface="+mn-lt"/>
                <a:ea typeface="+mn-lt"/>
                <a:cs typeface="+mn-lt"/>
              </a:defRPr>
            </a:lvl2pPr>
            <a:lvl3pPr>
              <a:buNone/>
              <a:defRPr sz="2000">
                <a:latin typeface="+mn-lt"/>
                <a:ea typeface="+mn-lt"/>
                <a:cs typeface="+mn-lt"/>
              </a:defRPr>
            </a:lvl3pPr>
            <a:lvl4pPr>
              <a:buNone/>
              <a:defRPr sz="2000">
                <a:latin typeface="+mn-lt"/>
                <a:ea typeface="+mn-lt"/>
                <a:cs typeface="+mn-lt"/>
              </a:defRPr>
            </a:lvl4pPr>
            <a:lvl5pPr>
              <a:buNone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411A7E87-4B7A-CFD6-6B20-E86B243D554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29663B78-8811-7847-374B-E04CB9D2188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41606B9C-EE70-75A4-32F1-EBA7FEEB43B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3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2DA9DE9-E48D-4A63-8098-42DB57327DC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2" y="3392175"/>
            <a:ext cx="3600451" cy="313185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F44C90A-253A-4419-991D-8D3E60E536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5" y="3386843"/>
            <a:ext cx="3600450" cy="313778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8" name="Titre 7">
            <a:extLst xmlns:a="http://schemas.openxmlformats.org/drawingml/2006/main"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554010"/>
            <a:ext cx="11090275" cy="2314872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algn="ctr">
              <a:buNone/>
              <a:defRPr sz="8800" spc="-150"/>
            </a:lvl1pPr>
          </a:lstStyle>
          <a:p xmlns:a="http://schemas.openxmlformats.org/drawingml/2006/main">
            <a:r>
              <a:t>Modifiez le style du titre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040688" y="3391606"/>
            <a:ext cx="3600450" cy="31321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  <a:lvl2pPr>
              <a:buNone/>
              <a:defRPr sz="2000">
                <a:latin typeface="+mn-lt"/>
                <a:ea typeface="+mn-lt"/>
                <a:cs typeface="+mn-lt"/>
              </a:defRPr>
            </a:lvl2pPr>
            <a:lvl3pPr>
              <a:buNone/>
              <a:defRPr sz="2000">
                <a:latin typeface="+mn-lt"/>
                <a:ea typeface="+mn-lt"/>
                <a:cs typeface="+mn-lt"/>
              </a:defRPr>
            </a:lvl3pPr>
            <a:lvl4pPr>
              <a:buNone/>
              <a:defRPr sz="2000">
                <a:latin typeface="+mn-lt"/>
                <a:ea typeface="+mn-lt"/>
                <a:cs typeface="+mn-lt"/>
              </a:defRPr>
            </a:lvl4pPr>
            <a:lvl5pPr>
              <a:buNone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411A7E87-4B7A-CFD6-6B20-E86B243D554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6" name="Espace réservé du pied de page 5">
            <a:extLst xmlns:a="http://schemas.openxmlformats.org/drawingml/2006/main">
              <a:ext uri="{FF2B5EF4-FFF2-40B4-BE49-F238E27FC236}">
                <a16:creationId xmlns:a16="http://schemas.microsoft.com/office/drawing/2014/main" id="{29663B78-8811-7847-374B-E04CB9D2188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41606B9C-EE70-75A4-32F1-EBA7FEEB43B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10_Titre et contenu">
    <p:bg>
      <p:bgPr>
        <a:solidFill xmlns:a="http://schemas.openxmlformats.org/drawingml/2006/main">
          <a:schemeClr val="tx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EE6761-2DA1-4935-BA2B-B90440FB0D9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11090274" cy="34020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lrTx/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96942D0D-07B5-D98B-14DE-AA7EF42087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13439"/>
            <a:ext cx="11130168" cy="210661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8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9" name="Forme libre 8">
            <a:extLst xmlns:a="http://schemas.openxmlformats.org/drawingml/2006/main">
              <a:ext uri="{FF2B5EF4-FFF2-40B4-BE49-F238E27FC236}">
                <a16:creationId xmlns:a16="http://schemas.microsoft.com/office/drawing/2014/main" id="{13EF8F51-3EA2-359B-1A23-D9F37352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orme libre 9">
            <a:extLst xmlns:a="http://schemas.openxmlformats.org/drawingml/2006/main">
              <a:ext uri="{FF2B5EF4-FFF2-40B4-BE49-F238E27FC236}">
                <a16:creationId xmlns:a16="http://schemas.microsoft.com/office/drawing/2014/main" id="{E5B494A9-D288-4545-5699-3384315D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63" y="449275"/>
            <a:ext cx="138216" cy="77962"/>
          </a:xfrm>
          <a:custGeom xmlns:a="http://schemas.openxmlformats.org/drawingml/2006/main">
            <a:gdLst>
              <a:gd name="connsiteX0" fmla="*/ 0 w 138216"/>
              <a:gd name="connsiteY0" fmla="*/ 77963 h 77962"/>
              <a:gd name="connsiteX1" fmla="*/ 138217 w 138216"/>
              <a:gd name="connsiteY1" fmla="*/ 77963 h 77962"/>
              <a:gd name="connsiteX2" fmla="*/ 138217 w 138216"/>
              <a:gd name="connsiteY2" fmla="*/ 42591 h 77962"/>
              <a:gd name="connsiteX3" fmla="*/ 41210 w 138216"/>
              <a:gd name="connsiteY3" fmla="*/ 42591 h 77962"/>
              <a:gd name="connsiteX4" fmla="*/ 41210 w 138216"/>
              <a:gd name="connsiteY4" fmla="*/ 0 h 77962"/>
              <a:gd name="connsiteX5" fmla="*/ 0 w 138216"/>
              <a:gd name="connsiteY5" fmla="*/ 0 h 77962"/>
              <a:gd name="connsiteX6" fmla="*/ 0 w 138216"/>
              <a:gd name="connsiteY6" fmla="*/ 77963 h 77962"/>
            </a:gdLst>
            <a:rect l="l" t="t" r="r" b="b"/>
            <a:pathLst>
              <a:path w="138216" h="77962">
                <a:moveTo>
                  <a:pt x="0" y="77963"/>
                </a:moveTo>
                <a:lnTo>
                  <a:pt x="138217" y="77963"/>
                </a:lnTo>
                <a:lnTo>
                  <a:pt x="138217" y="42591"/>
                </a:lnTo>
                <a:lnTo>
                  <a:pt x="41210" y="42591"/>
                </a:lnTo>
                <a:lnTo>
                  <a:pt x="41210" y="0"/>
                </a:lnTo>
                <a:lnTo>
                  <a:pt x="0" y="0"/>
                </a:lnTo>
                <a:lnTo>
                  <a:pt x="0" y="77963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orme libre 10">
            <a:extLst xmlns:a="http://schemas.openxmlformats.org/drawingml/2006/main">
              <a:ext uri="{FF2B5EF4-FFF2-40B4-BE49-F238E27FC236}">
                <a16:creationId xmlns:a16="http://schemas.microsoft.com/office/drawing/2014/main" id="{A5227256-2CB5-C66B-5A1C-3E1C7C7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87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orme libre 11">
            <a:extLst xmlns:a="http://schemas.openxmlformats.org/drawingml/2006/main">
              <a:ext uri="{FF2B5EF4-FFF2-40B4-BE49-F238E27FC236}">
                <a16:creationId xmlns:a16="http://schemas.microsoft.com/office/drawing/2014/main" id="{613513A6-A38B-81D3-C93C-32D8AC09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199" y="335955"/>
            <a:ext cx="151468" cy="191270"/>
          </a:xfrm>
          <a:custGeom xmlns:a="http://schemas.openxmlformats.org/drawingml/2006/main">
            <a:gdLst>
              <a:gd name="connsiteX0" fmla="*/ 136343 w 151468"/>
              <a:gd name="connsiteY0" fmla="*/ 17571 h 191270"/>
              <a:gd name="connsiteX1" fmla="*/ 115866 w 151468"/>
              <a:gd name="connsiteY1" fmla="*/ 4831 h 191270"/>
              <a:gd name="connsiteX2" fmla="*/ 85359 w 151468"/>
              <a:gd name="connsiteY2" fmla="*/ 0 h 191270"/>
              <a:gd name="connsiteX3" fmla="*/ 0 w 151468"/>
              <a:gd name="connsiteY3" fmla="*/ 0 h 191270"/>
              <a:gd name="connsiteX4" fmla="*/ 0 w 151468"/>
              <a:gd name="connsiteY4" fmla="*/ 191270 h 191270"/>
              <a:gd name="connsiteX5" fmla="*/ 41210 w 151468"/>
              <a:gd name="connsiteY5" fmla="*/ 191270 h 191270"/>
              <a:gd name="connsiteX6" fmla="*/ 41210 w 151468"/>
              <a:gd name="connsiteY6" fmla="*/ 113307 h 191270"/>
              <a:gd name="connsiteX7" fmla="*/ 85359 w 151468"/>
              <a:gd name="connsiteY7" fmla="*/ 113307 h 191270"/>
              <a:gd name="connsiteX8" fmla="*/ 115866 w 151468"/>
              <a:gd name="connsiteY8" fmla="*/ 108489 h 191270"/>
              <a:gd name="connsiteX9" fmla="*/ 136343 w 151468"/>
              <a:gd name="connsiteY9" fmla="*/ 95750 h 191270"/>
              <a:gd name="connsiteX10" fmla="*/ 147855 w 151468"/>
              <a:gd name="connsiteY10" fmla="*/ 77571 h 191270"/>
              <a:gd name="connsiteX11" fmla="*/ 151468 w 151468"/>
              <a:gd name="connsiteY11" fmla="*/ 56667 h 191270"/>
              <a:gd name="connsiteX12" fmla="*/ 147855 w 151468"/>
              <a:gd name="connsiteY12" fmla="*/ 35641 h 191270"/>
              <a:gd name="connsiteX13" fmla="*/ 136343 w 151468"/>
              <a:gd name="connsiteY13" fmla="*/ 17584 h 191270"/>
              <a:gd name="connsiteX14" fmla="*/ 107710 w 151468"/>
              <a:gd name="connsiteY14" fmla="*/ 67612 h 191270"/>
              <a:gd name="connsiteX15" fmla="*/ 99554 w 151468"/>
              <a:gd name="connsiteY15" fmla="*/ 74076 h 191270"/>
              <a:gd name="connsiteX16" fmla="*/ 87786 w 151468"/>
              <a:gd name="connsiteY16" fmla="*/ 77167 h 191270"/>
              <a:gd name="connsiteX17" fmla="*/ 73874 w 151468"/>
              <a:gd name="connsiteY17" fmla="*/ 77963 h 191270"/>
              <a:gd name="connsiteX18" fmla="*/ 41224 w 151468"/>
              <a:gd name="connsiteY18" fmla="*/ 77963 h 191270"/>
              <a:gd name="connsiteX19" fmla="*/ 41224 w 151468"/>
              <a:gd name="connsiteY19" fmla="*/ 35371 h 191270"/>
              <a:gd name="connsiteX20" fmla="*/ 73874 w 151468"/>
              <a:gd name="connsiteY20" fmla="*/ 35371 h 191270"/>
              <a:gd name="connsiteX21" fmla="*/ 87786 w 151468"/>
              <a:gd name="connsiteY21" fmla="*/ 36168 h 191270"/>
              <a:gd name="connsiteX22" fmla="*/ 99554 w 151468"/>
              <a:gd name="connsiteY22" fmla="*/ 39258 h 191270"/>
              <a:gd name="connsiteX23" fmla="*/ 107710 w 151468"/>
              <a:gd name="connsiteY23" fmla="*/ 45722 h 191270"/>
              <a:gd name="connsiteX24" fmla="*/ 110784 w 151468"/>
              <a:gd name="connsiteY24" fmla="*/ 56667 h 191270"/>
              <a:gd name="connsiteX25" fmla="*/ 107710 w 151468"/>
              <a:gd name="connsiteY25" fmla="*/ 67612 h 191270"/>
            </a:gdLst>
            <a:rect l="l" t="t" r="r" b="b"/>
            <a:pathLst>
              <a:path w="151468" h="191270">
                <a:moveTo>
                  <a:pt x="136343" y="17571"/>
                </a:moveTo>
                <a:cubicBezTo>
                  <a:pt x="131072" y="12294"/>
                  <a:pt x="124251" y="8043"/>
                  <a:pt x="115866" y="4831"/>
                </a:cubicBezTo>
                <a:cubicBezTo>
                  <a:pt x="107481" y="1619"/>
                  <a:pt x="97303" y="0"/>
                  <a:pt x="85359" y="0"/>
                </a:cubicBezTo>
                <a:lnTo>
                  <a:pt x="0" y="0"/>
                </a:lnTo>
                <a:lnTo>
                  <a:pt x="0" y="191270"/>
                </a:lnTo>
                <a:lnTo>
                  <a:pt x="41210" y="191270"/>
                </a:lnTo>
                <a:lnTo>
                  <a:pt x="41210" y="113307"/>
                </a:lnTo>
                <a:lnTo>
                  <a:pt x="85359" y="113307"/>
                </a:lnTo>
                <a:cubicBezTo>
                  <a:pt x="97303" y="113307"/>
                  <a:pt x="107481" y="111701"/>
                  <a:pt x="115866" y="108489"/>
                </a:cubicBezTo>
                <a:cubicBezTo>
                  <a:pt x="124251" y="105277"/>
                  <a:pt x="131072" y="101026"/>
                  <a:pt x="136343" y="95750"/>
                </a:cubicBezTo>
                <a:cubicBezTo>
                  <a:pt x="141600" y="90473"/>
                  <a:pt x="145442" y="84414"/>
                  <a:pt x="147855" y="77571"/>
                </a:cubicBezTo>
                <a:cubicBezTo>
                  <a:pt x="150268" y="70729"/>
                  <a:pt x="151468" y="63766"/>
                  <a:pt x="151468" y="56667"/>
                </a:cubicBezTo>
                <a:cubicBezTo>
                  <a:pt x="151468" y="49569"/>
                  <a:pt x="150268" y="42402"/>
                  <a:pt x="147855" y="35641"/>
                </a:cubicBezTo>
                <a:cubicBezTo>
                  <a:pt x="145442" y="28880"/>
                  <a:pt x="141614" y="22861"/>
                  <a:pt x="136343" y="17584"/>
                </a:cubicBezTo>
                <a:close/>
                <a:moveTo>
                  <a:pt x="107710" y="67612"/>
                </a:moveTo>
                <a:cubicBezTo>
                  <a:pt x="105661" y="70392"/>
                  <a:pt x="102938" y="72551"/>
                  <a:pt x="99554" y="74076"/>
                </a:cubicBezTo>
                <a:cubicBezTo>
                  <a:pt x="96157" y="75601"/>
                  <a:pt x="92234" y="76627"/>
                  <a:pt x="87786" y="77167"/>
                </a:cubicBezTo>
                <a:cubicBezTo>
                  <a:pt x="83324" y="77693"/>
                  <a:pt x="78686" y="77963"/>
                  <a:pt x="73874" y="77963"/>
                </a:cubicBezTo>
                <a:lnTo>
                  <a:pt x="41224" y="77963"/>
                </a:lnTo>
                <a:lnTo>
                  <a:pt x="41224" y="35371"/>
                </a:lnTo>
                <a:lnTo>
                  <a:pt x="73874" y="35371"/>
                </a:lnTo>
                <a:cubicBezTo>
                  <a:pt x="78686" y="35371"/>
                  <a:pt x="83324" y="35641"/>
                  <a:pt x="87786" y="36168"/>
                </a:cubicBezTo>
                <a:cubicBezTo>
                  <a:pt x="92248" y="36694"/>
                  <a:pt x="96171" y="37733"/>
                  <a:pt x="99554" y="39258"/>
                </a:cubicBezTo>
                <a:cubicBezTo>
                  <a:pt x="102938" y="40783"/>
                  <a:pt x="105661" y="42942"/>
                  <a:pt x="107710" y="45722"/>
                </a:cubicBezTo>
                <a:cubicBezTo>
                  <a:pt x="109759" y="48502"/>
                  <a:pt x="110784" y="52160"/>
                  <a:pt x="110784" y="56667"/>
                </a:cubicBezTo>
                <a:cubicBezTo>
                  <a:pt x="110784" y="61175"/>
                  <a:pt x="109759" y="64832"/>
                  <a:pt x="107710" y="67612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orme libre 12">
            <a:extLst xmlns:a="http://schemas.openxmlformats.org/drawingml/2006/main">
              <a:ext uri="{FF2B5EF4-FFF2-40B4-BE49-F238E27FC236}">
                <a16:creationId xmlns:a16="http://schemas.microsoft.com/office/drawing/2014/main" id="{5B115CEE-A940-BE26-2B43-166F8314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937" y="335968"/>
            <a:ext cx="138203" cy="191269"/>
          </a:xfrm>
          <a:custGeom xmlns:a="http://schemas.openxmlformats.org/drawingml/2006/main">
            <a:gdLst>
              <a:gd name="connsiteX0" fmla="*/ 41197 w 138203"/>
              <a:gd name="connsiteY0" fmla="*/ 155899 h 191269"/>
              <a:gd name="connsiteX1" fmla="*/ 41197 w 138203"/>
              <a:gd name="connsiteY1" fmla="*/ 0 h 191269"/>
              <a:gd name="connsiteX2" fmla="*/ 0 w 138203"/>
              <a:gd name="connsiteY2" fmla="*/ 0 h 191269"/>
              <a:gd name="connsiteX3" fmla="*/ 0 w 138203"/>
              <a:gd name="connsiteY3" fmla="*/ 191270 h 191269"/>
              <a:gd name="connsiteX4" fmla="*/ 138203 w 138203"/>
              <a:gd name="connsiteY4" fmla="*/ 191270 h 191269"/>
              <a:gd name="connsiteX5" fmla="*/ 138203 w 138203"/>
              <a:gd name="connsiteY5" fmla="*/ 155899 h 191269"/>
              <a:gd name="connsiteX6" fmla="*/ 41197 w 138203"/>
              <a:gd name="connsiteY6" fmla="*/ 155899 h 191269"/>
            </a:gdLst>
            <a:rect l="l" t="t" r="r" b="b"/>
            <a:pathLst>
              <a:path w="138203" h="191269">
                <a:moveTo>
                  <a:pt x="41197" y="155899"/>
                </a:moveTo>
                <a:lnTo>
                  <a:pt x="41197" y="0"/>
                </a:lnTo>
                <a:lnTo>
                  <a:pt x="0" y="0"/>
                </a:lnTo>
                <a:lnTo>
                  <a:pt x="0" y="191270"/>
                </a:lnTo>
                <a:lnTo>
                  <a:pt x="138203" y="191270"/>
                </a:lnTo>
                <a:lnTo>
                  <a:pt x="138203" y="155899"/>
                </a:lnTo>
                <a:lnTo>
                  <a:pt x="41197" y="15589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orme libre 13">
            <a:extLst xmlns:a="http://schemas.openxmlformats.org/drawingml/2006/main">
              <a:ext uri="{FF2B5EF4-FFF2-40B4-BE49-F238E27FC236}">
                <a16:creationId xmlns:a16="http://schemas.microsoft.com/office/drawing/2014/main" id="{2C4287DA-CF08-EA83-E364-FECE9903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335968"/>
            <a:ext cx="138216" cy="77949"/>
          </a:xfrm>
          <a:custGeom xmlns:a="http://schemas.openxmlformats.org/drawingml/2006/main">
            <a:gdLst>
              <a:gd name="connsiteX0" fmla="*/ 0 w 138216"/>
              <a:gd name="connsiteY0" fmla="*/ 77949 h 77949"/>
              <a:gd name="connsiteX1" fmla="*/ 41210 w 138216"/>
              <a:gd name="connsiteY1" fmla="*/ 77949 h 77949"/>
              <a:gd name="connsiteX2" fmla="*/ 41210 w 138216"/>
              <a:gd name="connsiteY2" fmla="*/ 35358 h 77949"/>
              <a:gd name="connsiteX3" fmla="*/ 138217 w 138216"/>
              <a:gd name="connsiteY3" fmla="*/ 35358 h 77949"/>
              <a:gd name="connsiteX4" fmla="*/ 138217 w 138216"/>
              <a:gd name="connsiteY4" fmla="*/ 0 h 77949"/>
              <a:gd name="connsiteX5" fmla="*/ 0 w 138216"/>
              <a:gd name="connsiteY5" fmla="*/ 0 h 77949"/>
              <a:gd name="connsiteX6" fmla="*/ 0 w 138216"/>
              <a:gd name="connsiteY6" fmla="*/ 77949 h 77949"/>
            </a:gdLst>
            <a:rect l="l" t="t" r="r" b="b"/>
            <a:pathLst>
              <a:path w="138216" h="77949">
                <a:moveTo>
                  <a:pt x="0" y="77949"/>
                </a:moveTo>
                <a:lnTo>
                  <a:pt x="41210" y="77949"/>
                </a:lnTo>
                <a:lnTo>
                  <a:pt x="41210" y="35358"/>
                </a:lnTo>
                <a:lnTo>
                  <a:pt x="138217" y="35358"/>
                </a:lnTo>
                <a:lnTo>
                  <a:pt x="138217" y="0"/>
                </a:lnTo>
                <a:lnTo>
                  <a:pt x="0" y="0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orme libre 14">
            <a:extLst xmlns:a="http://schemas.openxmlformats.org/drawingml/2006/main">
              <a:ext uri="{FF2B5EF4-FFF2-40B4-BE49-F238E27FC236}">
                <a16:creationId xmlns:a16="http://schemas.microsoft.com/office/drawing/2014/main" id="{816D4154-ADD8-7CD7-5EE4-31C06E12F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874" y="449275"/>
            <a:ext cx="41210" cy="77949"/>
          </a:xfrm>
          <a:custGeom xmlns:a="http://schemas.openxmlformats.org/drawingml/2006/main">
            <a:gdLst>
              <a:gd name="connsiteX0" fmla="*/ 0 w 41210"/>
              <a:gd name="connsiteY0" fmla="*/ 0 h 77949"/>
              <a:gd name="connsiteX1" fmla="*/ 41210 w 41210"/>
              <a:gd name="connsiteY1" fmla="*/ 0 h 77949"/>
              <a:gd name="connsiteX2" fmla="*/ 41210 w 41210"/>
              <a:gd name="connsiteY2" fmla="*/ 77949 h 77949"/>
              <a:gd name="connsiteX3" fmla="*/ 0 w 41210"/>
              <a:gd name="connsiteY3" fmla="*/ 77949 h 77949"/>
            </a:gdLst>
            <a:rect l="l" t="t" r="r" b="b"/>
            <a:pathLst>
              <a:path w="41210" h="77949">
                <a:moveTo>
                  <a:pt x="0" y="0"/>
                </a:moveTo>
                <a:lnTo>
                  <a:pt x="41210" y="0"/>
                </a:lnTo>
                <a:lnTo>
                  <a:pt x="41210" y="77949"/>
                </a:lnTo>
                <a:lnTo>
                  <a:pt x="0" y="77949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orme libre 15">
            <a:extLst xmlns:a="http://schemas.openxmlformats.org/drawingml/2006/main">
              <a:ext uri="{FF2B5EF4-FFF2-40B4-BE49-F238E27FC236}">
                <a16:creationId xmlns:a16="http://schemas.microsoft.com/office/drawing/2014/main" id="{0A5651A8-D780-F7AB-9F78-EFD12AA9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84" y="413918"/>
            <a:ext cx="88715" cy="35357"/>
          </a:xfrm>
          <a:custGeom xmlns:a="http://schemas.openxmlformats.org/drawingml/2006/main">
            <a:gdLst>
              <a:gd name="connsiteX0" fmla="*/ 0 w 88715"/>
              <a:gd name="connsiteY0" fmla="*/ 0 h 35357"/>
              <a:gd name="connsiteX1" fmla="*/ 88716 w 88715"/>
              <a:gd name="connsiteY1" fmla="*/ 0 h 35357"/>
              <a:gd name="connsiteX2" fmla="*/ 88716 w 88715"/>
              <a:gd name="connsiteY2" fmla="*/ 35358 h 35357"/>
              <a:gd name="connsiteX3" fmla="*/ 0 w 88715"/>
              <a:gd name="connsiteY3" fmla="*/ 35358 h 35357"/>
            </a:gdLst>
            <a:rect l="l" t="t" r="r" b="b"/>
            <a:pathLst>
              <a:path w="88715" h="35357">
                <a:moveTo>
                  <a:pt x="0" y="0"/>
                </a:moveTo>
                <a:lnTo>
                  <a:pt x="88716" y="0"/>
                </a:lnTo>
                <a:lnTo>
                  <a:pt x="88716" y="35358"/>
                </a:lnTo>
                <a:lnTo>
                  <a:pt x="0" y="35358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343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Espace réservé de la date 16">
            <a:extLst xmlns:a="http://schemas.openxmlformats.org/drawingml/2006/main">
              <a:ext uri="{FF2B5EF4-FFF2-40B4-BE49-F238E27FC236}">
                <a16:creationId xmlns:a16="http://schemas.microsoft.com/office/drawing/2014/main" id="{309FD214-C446-3C8F-AD11-A249F4B5998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8" name="Espace réservé du pied de page 17">
            <a:extLst xmlns:a="http://schemas.openxmlformats.org/drawingml/2006/main">
              <a:ext uri="{FF2B5EF4-FFF2-40B4-BE49-F238E27FC236}">
                <a16:creationId xmlns:a16="http://schemas.microsoft.com/office/drawing/2014/main" id="{1A7428E5-FF5A-76BD-D93B-8D61D542AB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9" name="Espace réservé du numéro de diapositive 18">
            <a:extLst xmlns:a="http://schemas.openxmlformats.org/drawingml/2006/main">
              <a:ext uri="{FF2B5EF4-FFF2-40B4-BE49-F238E27FC236}">
                <a16:creationId xmlns:a16="http://schemas.microsoft.com/office/drawing/2014/main" id="{43662181-82C7-FB2E-AD48-A29433AC1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50864" y="3122044"/>
            <a:ext cx="5473699" cy="340258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  <a:lvl2pPr>
              <a:buNone/>
              <a:defRPr sz="2000">
                <a:latin typeface="+mn-lt"/>
                <a:ea typeface="+mn-lt"/>
                <a:cs typeface="+mn-lt"/>
              </a:defRPr>
            </a:lvl2pPr>
            <a:lvl3pPr>
              <a:buNone/>
              <a:defRPr sz="2000">
                <a:latin typeface="+mn-lt"/>
                <a:ea typeface="+mn-lt"/>
                <a:cs typeface="+mn-lt"/>
              </a:defRPr>
            </a:lvl3pPr>
            <a:lvl4pPr>
              <a:buNone/>
              <a:defRPr sz="2000">
                <a:latin typeface="+mn-lt"/>
                <a:ea typeface="+mn-lt"/>
                <a:cs typeface="+mn-lt"/>
              </a:defRPr>
            </a:lvl4pPr>
            <a:lvl5pPr>
              <a:buNone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13" name="Espace réservé du contenu 12">
            <a:extLst xmlns:a="http://schemas.openxmlformats.org/drawingml/2006/main"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1726" y="3122613"/>
            <a:ext cx="5473699" cy="341788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7C99EA67-017D-5E36-3D31-35C78A90385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7" name="Espace réservé du pied de page 6">
            <a:extLst xmlns:a="http://schemas.openxmlformats.org/drawingml/2006/main">
              <a:ext uri="{FF2B5EF4-FFF2-40B4-BE49-F238E27FC236}">
                <a16:creationId xmlns:a16="http://schemas.microsoft.com/office/drawing/2014/main" id="{3DA3C390-B7C6-FDDC-B2F4-FDC4F9A9419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8E95600B-BF9C-E9AB-B807-83458E4CC7A9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3 columns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50864" y="3122044"/>
            <a:ext cx="3600449" cy="340258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  <a:lvl2pPr marL="447675" indent="-157163">
              <a:buNone/>
              <a:defRPr sz="2000">
                <a:latin typeface="+mn-lt"/>
                <a:ea typeface="+mn-lt"/>
                <a:cs typeface="+mn-lt"/>
              </a:defRPr>
            </a:lvl2pPr>
            <a:lvl3pPr>
              <a:buNone/>
              <a:defRPr sz="2000">
                <a:latin typeface="+mn-lt"/>
                <a:ea typeface="+mn-lt"/>
                <a:cs typeface="+mn-lt"/>
              </a:defRPr>
            </a:lvl3pPr>
            <a:lvl4pPr>
              <a:buNone/>
              <a:defRPr sz="2000">
                <a:latin typeface="+mn-lt"/>
                <a:ea typeface="+mn-lt"/>
                <a:cs typeface="+mn-lt"/>
              </a:defRPr>
            </a:lvl4pPr>
            <a:lvl5pPr>
              <a:buNone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13" name="Espace réservé du contenu 12">
            <a:extLst xmlns:a="http://schemas.openxmlformats.org/drawingml/2006/main"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4295776" y="3122613"/>
            <a:ext cx="3600450" cy="341788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/>
            </a:lvl1pPr>
            <a:lvl2pPr marL="622300" indent="-165100"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7C99EA67-017D-5E36-3D31-35C78A90385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7" name="Espace réservé du pied de page 6">
            <a:extLst xmlns:a="http://schemas.openxmlformats.org/drawingml/2006/main">
              <a:ext uri="{FF2B5EF4-FFF2-40B4-BE49-F238E27FC236}">
                <a16:creationId xmlns:a16="http://schemas.microsoft.com/office/drawing/2014/main" id="{3DA3C390-B7C6-FDDC-B2F4-FDC4F9A9419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8E95600B-BF9C-E9AB-B807-83458E4CC7A9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6705412C-D799-52BC-620F-5066AC3A4DBE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8040688" y="3122613"/>
            <a:ext cx="3600450" cy="34020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</p:spTree>
  </p:cSld>
</p:sldLayout>
</file>

<file path=ppt/slideLayouts/slideLayout24.xml><?xml version="1.0" encoding="utf-8"?>
<p:sldLayout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8942A7E-649A-4E5B-B8EF-1725975F3F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2663826" cy="340132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E052302-E141-47B1-B3CE-6E61156D32E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359150" y="3122044"/>
            <a:ext cx="2663825" cy="340258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167436" y="3122044"/>
            <a:ext cx="2663825" cy="340162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  <a:lvl2pPr>
              <a:buNone/>
              <a:defRPr sz="2000">
                <a:latin typeface="+mn-lt"/>
                <a:ea typeface="+mn-lt"/>
                <a:cs typeface="+mn-lt"/>
              </a:defRPr>
            </a:lvl2pPr>
            <a:lvl3pPr>
              <a:buNone/>
              <a:defRPr sz="2000">
                <a:latin typeface="+mn-lt"/>
                <a:ea typeface="+mn-lt"/>
                <a:cs typeface="+mn-lt"/>
              </a:defRPr>
            </a:lvl3pPr>
            <a:lvl4pPr>
              <a:buNone/>
              <a:defRPr sz="2000">
                <a:latin typeface="+mn-lt"/>
                <a:ea typeface="+mn-lt"/>
                <a:cs typeface="+mn-lt"/>
              </a:defRPr>
            </a:lvl4pPr>
            <a:lvl5pPr>
              <a:buNone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13" name="Espace réservé du contenu 12">
            <a:extLst xmlns:a="http://schemas.openxmlformats.org/drawingml/2006/main"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975725" y="3122613"/>
            <a:ext cx="2679700" cy="340162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1DED269A-C79F-3F95-BE6D-8008CF08978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7" name="Espace réservé du pied de page 6">
            <a:extLst xmlns:a="http://schemas.openxmlformats.org/drawingml/2006/main">
              <a:ext uri="{FF2B5EF4-FFF2-40B4-BE49-F238E27FC236}">
                <a16:creationId xmlns:a16="http://schemas.microsoft.com/office/drawing/2014/main" id="{0230432B-6A23-E581-EEEF-B30407CBD229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FD243C14-9FA0-E923-D04E-420D9DC16909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preserve="1" userDrawn="1">
  <p:cSld name="4 columns grey">
    <p:bg>
      <p:bgPr>
        <a:gradFill xmlns:a="http://schemas.openxmlformats.org/drawingml/2006/main">
          <a:gsLst>
            <a:gs pos="0">
              <a:schemeClr val="bg2">
                <a:lumMod val="40000"/>
                <a:lumOff val="60000"/>
              </a:schemeClr>
            </a:gs>
            <a:gs pos="32000">
              <a:schemeClr val="bg2"/>
            </a:gs>
            <a:gs pos="99000">
              <a:schemeClr val="bg2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D5312A0-4C89-4F9F-83BD-0C315CC4C09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2663826" cy="313185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90037D-E2C7-4EC4-8404-53FFBB0620B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359150" y="3122043"/>
            <a:ext cx="2663825" cy="313301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66DCA857-BB38-4F22-E8B1-B4ED66B54DB5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167436" y="3122044"/>
            <a:ext cx="2663825" cy="31321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>
                <a:latin typeface="+mn-lt"/>
                <a:ea typeface="+mn-lt"/>
                <a:cs typeface="+mn-lt"/>
              </a:defRPr>
            </a:lvl1pPr>
            <a:lvl2pPr>
              <a:buNone/>
              <a:defRPr sz="2000">
                <a:latin typeface="+mn-lt"/>
                <a:ea typeface="+mn-lt"/>
                <a:cs typeface="+mn-lt"/>
              </a:defRPr>
            </a:lvl2pPr>
            <a:lvl3pPr>
              <a:buNone/>
              <a:defRPr sz="2000">
                <a:latin typeface="+mn-lt"/>
                <a:ea typeface="+mn-lt"/>
                <a:cs typeface="+mn-lt"/>
              </a:defRPr>
            </a:lvl3pPr>
            <a:lvl4pPr>
              <a:buNone/>
              <a:defRPr sz="2000">
                <a:latin typeface="+mn-lt"/>
                <a:ea typeface="+mn-lt"/>
                <a:cs typeface="+mn-lt"/>
              </a:defRPr>
            </a:lvl4pPr>
            <a:lvl5pPr>
              <a:buNone/>
              <a:defRPr sz="2000"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57A40193-4ECA-C390-17D8-77665F45F6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13" name="Espace réservé du contenu 12">
            <a:extLst xmlns:a="http://schemas.openxmlformats.org/drawingml/2006/main">
              <a:ext uri="{FF2B5EF4-FFF2-40B4-BE49-F238E27FC236}">
                <a16:creationId xmlns:a16="http://schemas.microsoft.com/office/drawing/2014/main" id="{2766985E-E042-88C9-5445-DE58D07BF534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8975725" y="3122613"/>
            <a:ext cx="2679700" cy="313213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5788EF65-FC86-CA51-7666-C634CC6E43D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7" name="Espace réservé du pied de page 6">
            <a:extLst xmlns:a="http://schemas.openxmlformats.org/drawingml/2006/main">
              <a:ext uri="{FF2B5EF4-FFF2-40B4-BE49-F238E27FC236}">
                <a16:creationId xmlns:a16="http://schemas.microsoft.com/office/drawing/2014/main" id="{ACE4CA97-11D2-A0C2-E9A8-5AA2A62B8B8B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DD6A5DCB-257B-ABB5-3508-281E7C0090AE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D6D68D3A-BE52-3CFA-EEBB-E265EA0273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81C3619F-6739-7018-D8F3-4B783EAF11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28F2FAA6-5480-8421-1675-22FA21F482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4675D5D2-7CED-091C-0B10-7B2731AD40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873124"/>
            <a:ext cx="12191999" cy="59848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75BED1A9-9D09-E324-D507-8547BD8EDE5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3" name="Espace réservé du pied de page 2">
            <a:extLst xmlns:a="http://schemas.openxmlformats.org/drawingml/2006/main">
              <a:ext uri="{FF2B5EF4-FFF2-40B4-BE49-F238E27FC236}">
                <a16:creationId xmlns:a16="http://schemas.microsoft.com/office/drawing/2014/main" id="{A6DAC261-7DF0-187A-D0C1-AF0B45E8E51E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ce réservé du numéro de diapositive 3">
            <a:extLst xmlns:a="http://schemas.openxmlformats.org/drawingml/2006/main">
              <a:ext uri="{FF2B5EF4-FFF2-40B4-BE49-F238E27FC236}">
                <a16:creationId xmlns:a16="http://schemas.microsoft.com/office/drawing/2014/main" id="{A014B235-7E68-AF61-29B8-77CF8DD321EF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space réservé pour une image  17">
            <a:extLst xmlns:a="http://schemas.openxmlformats.org/drawingml/2006/main">
              <a:ext uri="{FF2B5EF4-FFF2-40B4-BE49-F238E27FC236}">
                <a16:creationId xmlns:a16="http://schemas.microsoft.com/office/drawing/2014/main" id="{B5DEE997-6BE2-8721-E274-AB6D2BAD8AD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1999" cy="6857999"/>
          </a:xfrm>
          <a:custGeom xmlns:a="http://schemas.openxmlformats.org/drawingml/2006/main">
            <a:gdLst>
              <a:gd name="connsiteX0" fmla="*/ 555663 w 12191999"/>
              <a:gd name="connsiteY0" fmla="*/ 449275 h 6857999"/>
              <a:gd name="connsiteX1" fmla="*/ 555663 w 12191999"/>
              <a:gd name="connsiteY1" fmla="*/ 527238 h 6857999"/>
              <a:gd name="connsiteX2" fmla="*/ 693880 w 12191999"/>
              <a:gd name="connsiteY2" fmla="*/ 527238 h 6857999"/>
              <a:gd name="connsiteX3" fmla="*/ 693880 w 12191999"/>
              <a:gd name="connsiteY3" fmla="*/ 491866 h 6857999"/>
              <a:gd name="connsiteX4" fmla="*/ 596873 w 12191999"/>
              <a:gd name="connsiteY4" fmla="*/ 491866 h 6857999"/>
              <a:gd name="connsiteX5" fmla="*/ 596873 w 12191999"/>
              <a:gd name="connsiteY5" fmla="*/ 449275 h 6857999"/>
              <a:gd name="connsiteX6" fmla="*/ 948084 w 12191999"/>
              <a:gd name="connsiteY6" fmla="*/ 413918 h 6857999"/>
              <a:gd name="connsiteX7" fmla="*/ 948084 w 12191999"/>
              <a:gd name="connsiteY7" fmla="*/ 449275 h 6857999"/>
              <a:gd name="connsiteX8" fmla="*/ 906874 w 12191999"/>
              <a:gd name="connsiteY8" fmla="*/ 449275 h 6857999"/>
              <a:gd name="connsiteX9" fmla="*/ 906874 w 12191999"/>
              <a:gd name="connsiteY9" fmla="*/ 527224 h 6857999"/>
              <a:gd name="connsiteX10" fmla="*/ 948084 w 12191999"/>
              <a:gd name="connsiteY10" fmla="*/ 527224 h 6857999"/>
              <a:gd name="connsiteX11" fmla="*/ 948084 w 12191999"/>
              <a:gd name="connsiteY11" fmla="*/ 449276 h 6857999"/>
              <a:gd name="connsiteX12" fmla="*/ 1036800 w 12191999"/>
              <a:gd name="connsiteY12" fmla="*/ 449276 h 6857999"/>
              <a:gd name="connsiteX13" fmla="*/ 1036800 w 12191999"/>
              <a:gd name="connsiteY13" fmla="*/ 413918 h 6857999"/>
              <a:gd name="connsiteX14" fmla="*/ 596874 w 12191999"/>
              <a:gd name="connsiteY14" fmla="*/ 413918 h 6857999"/>
              <a:gd name="connsiteX15" fmla="*/ 596874 w 12191999"/>
              <a:gd name="connsiteY15" fmla="*/ 449276 h 6857999"/>
              <a:gd name="connsiteX16" fmla="*/ 685590 w 12191999"/>
              <a:gd name="connsiteY16" fmla="*/ 449276 h 6857999"/>
              <a:gd name="connsiteX17" fmla="*/ 685590 w 12191999"/>
              <a:gd name="connsiteY17" fmla="*/ 413918 h 6857999"/>
              <a:gd name="connsiteX18" fmla="*/ 770423 w 12191999"/>
              <a:gd name="connsiteY18" fmla="*/ 371326 h 6857999"/>
              <a:gd name="connsiteX19" fmla="*/ 803073 w 12191999"/>
              <a:gd name="connsiteY19" fmla="*/ 371326 h 6857999"/>
              <a:gd name="connsiteX20" fmla="*/ 816985 w 12191999"/>
              <a:gd name="connsiteY20" fmla="*/ 372123 h 6857999"/>
              <a:gd name="connsiteX21" fmla="*/ 828753 w 12191999"/>
              <a:gd name="connsiteY21" fmla="*/ 375213 h 6857999"/>
              <a:gd name="connsiteX22" fmla="*/ 836909 w 12191999"/>
              <a:gd name="connsiteY22" fmla="*/ 381677 h 6857999"/>
              <a:gd name="connsiteX23" fmla="*/ 839983 w 12191999"/>
              <a:gd name="connsiteY23" fmla="*/ 392622 h 6857999"/>
              <a:gd name="connsiteX24" fmla="*/ 836909 w 12191999"/>
              <a:gd name="connsiteY24" fmla="*/ 403567 h 6857999"/>
              <a:gd name="connsiteX25" fmla="*/ 828753 w 12191999"/>
              <a:gd name="connsiteY25" fmla="*/ 410031 h 6857999"/>
              <a:gd name="connsiteX26" fmla="*/ 816985 w 12191999"/>
              <a:gd name="connsiteY26" fmla="*/ 413122 h 6857999"/>
              <a:gd name="connsiteX27" fmla="*/ 803073 w 12191999"/>
              <a:gd name="connsiteY27" fmla="*/ 413918 h 6857999"/>
              <a:gd name="connsiteX28" fmla="*/ 770423 w 12191999"/>
              <a:gd name="connsiteY28" fmla="*/ 413918 h 6857999"/>
              <a:gd name="connsiteX29" fmla="*/ 1074937 w 12191999"/>
              <a:gd name="connsiteY29" fmla="*/ 335968 h 6857999"/>
              <a:gd name="connsiteX30" fmla="*/ 1074937 w 12191999"/>
              <a:gd name="connsiteY30" fmla="*/ 527238 h 6857999"/>
              <a:gd name="connsiteX31" fmla="*/ 1213140 w 12191999"/>
              <a:gd name="connsiteY31" fmla="*/ 527238 h 6857999"/>
              <a:gd name="connsiteX32" fmla="*/ 1213140 w 12191999"/>
              <a:gd name="connsiteY32" fmla="*/ 491867 h 6857999"/>
              <a:gd name="connsiteX33" fmla="*/ 1116134 w 12191999"/>
              <a:gd name="connsiteY33" fmla="*/ 491867 h 6857999"/>
              <a:gd name="connsiteX34" fmla="*/ 1116134 w 12191999"/>
              <a:gd name="connsiteY34" fmla="*/ 335968 h 6857999"/>
              <a:gd name="connsiteX35" fmla="*/ 906874 w 12191999"/>
              <a:gd name="connsiteY35" fmla="*/ 335968 h 6857999"/>
              <a:gd name="connsiteX36" fmla="*/ 906874 w 12191999"/>
              <a:gd name="connsiteY36" fmla="*/ 413917 h 6857999"/>
              <a:gd name="connsiteX37" fmla="*/ 948084 w 12191999"/>
              <a:gd name="connsiteY37" fmla="*/ 413917 h 6857999"/>
              <a:gd name="connsiteX38" fmla="*/ 948084 w 12191999"/>
              <a:gd name="connsiteY38" fmla="*/ 371326 h 6857999"/>
              <a:gd name="connsiteX39" fmla="*/ 1045091 w 12191999"/>
              <a:gd name="connsiteY39" fmla="*/ 371326 h 6857999"/>
              <a:gd name="connsiteX40" fmla="*/ 1045091 w 12191999"/>
              <a:gd name="connsiteY40" fmla="*/ 335968 h 6857999"/>
              <a:gd name="connsiteX41" fmla="*/ 555663 w 12191999"/>
              <a:gd name="connsiteY41" fmla="*/ 335968 h 6857999"/>
              <a:gd name="connsiteX42" fmla="*/ 555663 w 12191999"/>
              <a:gd name="connsiteY42" fmla="*/ 413917 h 6857999"/>
              <a:gd name="connsiteX43" fmla="*/ 596873 w 12191999"/>
              <a:gd name="connsiteY43" fmla="*/ 413917 h 6857999"/>
              <a:gd name="connsiteX44" fmla="*/ 596873 w 12191999"/>
              <a:gd name="connsiteY44" fmla="*/ 371326 h 6857999"/>
              <a:gd name="connsiteX45" fmla="*/ 693880 w 12191999"/>
              <a:gd name="connsiteY45" fmla="*/ 371326 h 6857999"/>
              <a:gd name="connsiteX46" fmla="*/ 693880 w 12191999"/>
              <a:gd name="connsiteY46" fmla="*/ 335968 h 6857999"/>
              <a:gd name="connsiteX47" fmla="*/ 729199 w 12191999"/>
              <a:gd name="connsiteY47" fmla="*/ 335955 h 6857999"/>
              <a:gd name="connsiteX48" fmla="*/ 729199 w 12191999"/>
              <a:gd name="connsiteY48" fmla="*/ 527225 h 6857999"/>
              <a:gd name="connsiteX49" fmla="*/ 770409 w 12191999"/>
              <a:gd name="connsiteY49" fmla="*/ 527225 h 6857999"/>
              <a:gd name="connsiteX50" fmla="*/ 770409 w 12191999"/>
              <a:gd name="connsiteY50" fmla="*/ 449262 h 6857999"/>
              <a:gd name="connsiteX51" fmla="*/ 814558 w 12191999"/>
              <a:gd name="connsiteY51" fmla="*/ 449262 h 6857999"/>
              <a:gd name="connsiteX52" fmla="*/ 845065 w 12191999"/>
              <a:gd name="connsiteY52" fmla="*/ 444444 h 6857999"/>
              <a:gd name="connsiteX53" fmla="*/ 865542 w 12191999"/>
              <a:gd name="connsiteY53" fmla="*/ 431705 h 6857999"/>
              <a:gd name="connsiteX54" fmla="*/ 877054 w 12191999"/>
              <a:gd name="connsiteY54" fmla="*/ 413526 h 6857999"/>
              <a:gd name="connsiteX55" fmla="*/ 880667 w 12191999"/>
              <a:gd name="connsiteY55" fmla="*/ 392622 h 6857999"/>
              <a:gd name="connsiteX56" fmla="*/ 877054 w 12191999"/>
              <a:gd name="connsiteY56" fmla="*/ 371596 h 6857999"/>
              <a:gd name="connsiteX57" fmla="*/ 865542 w 12191999"/>
              <a:gd name="connsiteY57" fmla="*/ 353539 h 6857999"/>
              <a:gd name="connsiteX58" fmla="*/ 865542 w 12191999"/>
              <a:gd name="connsiteY58" fmla="*/ 353526 h 6857999"/>
              <a:gd name="connsiteX59" fmla="*/ 845065 w 12191999"/>
              <a:gd name="connsiteY59" fmla="*/ 340786 h 6857999"/>
              <a:gd name="connsiteX60" fmla="*/ 814558 w 12191999"/>
              <a:gd name="connsiteY60" fmla="*/ 335955 h 6857999"/>
              <a:gd name="connsiteX61" fmla="*/ 0 w 12191999"/>
              <a:gd name="connsiteY61" fmla="*/ 0 h 6857999"/>
              <a:gd name="connsiteX62" fmla="*/ 12191999 w 12191999"/>
              <a:gd name="connsiteY62" fmla="*/ 0 h 6857999"/>
              <a:gd name="connsiteX63" fmla="*/ 12191999 w 12191999"/>
              <a:gd name="connsiteY63" fmla="*/ 6857999 h 6857999"/>
              <a:gd name="connsiteX64" fmla="*/ 0 w 12191999"/>
              <a:gd name="connsiteY64" fmla="*/ 6857999 h 6857999"/>
            </a:gdLst>
            <a:rect l="l" t="t" r="r" b="b"/>
            <a:pathLst>
              <a:path w="12191999" h="6857999">
                <a:moveTo>
                  <a:pt x="555663" y="449275"/>
                </a:moveTo>
                <a:lnTo>
                  <a:pt x="555663" y="527238"/>
                </a:lnTo>
                <a:lnTo>
                  <a:pt x="693880" y="527238"/>
                </a:lnTo>
                <a:lnTo>
                  <a:pt x="693880" y="491866"/>
                </a:lnTo>
                <a:lnTo>
                  <a:pt x="596873" y="491866"/>
                </a:lnTo>
                <a:lnTo>
                  <a:pt x="596873" y="449275"/>
                </a:lnTo>
                <a:close/>
                <a:moveTo>
                  <a:pt x="948084" y="413918"/>
                </a:moveTo>
                <a:lnTo>
                  <a:pt x="948084" y="449275"/>
                </a:lnTo>
                <a:lnTo>
                  <a:pt x="906874" y="449275"/>
                </a:lnTo>
                <a:lnTo>
                  <a:pt x="906874" y="527224"/>
                </a:lnTo>
                <a:lnTo>
                  <a:pt x="948084" y="527224"/>
                </a:lnTo>
                <a:lnTo>
                  <a:pt x="948084" y="449276"/>
                </a:lnTo>
                <a:lnTo>
                  <a:pt x="1036800" y="449276"/>
                </a:lnTo>
                <a:lnTo>
                  <a:pt x="1036800" y="413918"/>
                </a:lnTo>
                <a:close/>
                <a:moveTo>
                  <a:pt x="596874" y="413918"/>
                </a:moveTo>
                <a:lnTo>
                  <a:pt x="596874" y="449276"/>
                </a:lnTo>
                <a:lnTo>
                  <a:pt x="685590" y="449276"/>
                </a:lnTo>
                <a:lnTo>
                  <a:pt x="685590" y="413918"/>
                </a:lnTo>
                <a:close/>
                <a:moveTo>
                  <a:pt x="770423" y="371326"/>
                </a:moveTo>
                <a:lnTo>
                  <a:pt x="803073" y="371326"/>
                </a:lnTo>
                <a:cubicBezTo>
                  <a:pt x="807885" y="371326"/>
                  <a:pt x="812523" y="371596"/>
                  <a:pt x="816985" y="372123"/>
                </a:cubicBezTo>
                <a:cubicBezTo>
                  <a:pt x="821447" y="372649"/>
                  <a:pt x="825370" y="373688"/>
                  <a:pt x="828753" y="375213"/>
                </a:cubicBezTo>
                <a:cubicBezTo>
                  <a:pt x="832137" y="376738"/>
                  <a:pt x="834860" y="378897"/>
                  <a:pt x="836909" y="381677"/>
                </a:cubicBezTo>
                <a:cubicBezTo>
                  <a:pt x="838958" y="384457"/>
                  <a:pt x="839983" y="388115"/>
                  <a:pt x="839983" y="392622"/>
                </a:cubicBezTo>
                <a:cubicBezTo>
                  <a:pt x="839983" y="397130"/>
                  <a:pt x="838958" y="400787"/>
                  <a:pt x="836909" y="403567"/>
                </a:cubicBezTo>
                <a:cubicBezTo>
                  <a:pt x="834860" y="406347"/>
                  <a:pt x="832137" y="408506"/>
                  <a:pt x="828753" y="410031"/>
                </a:cubicBezTo>
                <a:cubicBezTo>
                  <a:pt x="825356" y="411556"/>
                  <a:pt x="821433" y="412582"/>
                  <a:pt x="816985" y="413122"/>
                </a:cubicBezTo>
                <a:cubicBezTo>
                  <a:pt x="812523" y="413648"/>
                  <a:pt x="807885" y="413918"/>
                  <a:pt x="803073" y="413918"/>
                </a:cubicBezTo>
                <a:lnTo>
                  <a:pt x="770423" y="413918"/>
                </a:lnTo>
                <a:close/>
                <a:moveTo>
                  <a:pt x="1074937" y="335968"/>
                </a:moveTo>
                <a:lnTo>
                  <a:pt x="1074937" y="527238"/>
                </a:lnTo>
                <a:lnTo>
                  <a:pt x="1213140" y="527238"/>
                </a:lnTo>
                <a:lnTo>
                  <a:pt x="1213140" y="491867"/>
                </a:lnTo>
                <a:lnTo>
                  <a:pt x="1116134" y="491867"/>
                </a:lnTo>
                <a:lnTo>
                  <a:pt x="1116134" y="335968"/>
                </a:lnTo>
                <a:close/>
                <a:moveTo>
                  <a:pt x="906874" y="335968"/>
                </a:moveTo>
                <a:lnTo>
                  <a:pt x="906874" y="413917"/>
                </a:lnTo>
                <a:lnTo>
                  <a:pt x="948084" y="413917"/>
                </a:lnTo>
                <a:lnTo>
                  <a:pt x="948084" y="371326"/>
                </a:lnTo>
                <a:lnTo>
                  <a:pt x="1045091" y="371326"/>
                </a:lnTo>
                <a:lnTo>
                  <a:pt x="1045091" y="335968"/>
                </a:lnTo>
                <a:close/>
                <a:moveTo>
                  <a:pt x="555663" y="335968"/>
                </a:moveTo>
                <a:lnTo>
                  <a:pt x="555663" y="413917"/>
                </a:lnTo>
                <a:lnTo>
                  <a:pt x="596873" y="413917"/>
                </a:lnTo>
                <a:lnTo>
                  <a:pt x="596873" y="371326"/>
                </a:lnTo>
                <a:lnTo>
                  <a:pt x="693880" y="371326"/>
                </a:lnTo>
                <a:lnTo>
                  <a:pt x="693880" y="335968"/>
                </a:lnTo>
                <a:close/>
                <a:moveTo>
                  <a:pt x="729199" y="335955"/>
                </a:moveTo>
                <a:lnTo>
                  <a:pt x="729199" y="527225"/>
                </a:lnTo>
                <a:lnTo>
                  <a:pt x="770409" y="527225"/>
                </a:lnTo>
                <a:lnTo>
                  <a:pt x="770409" y="449262"/>
                </a:lnTo>
                <a:lnTo>
                  <a:pt x="814558" y="449262"/>
                </a:lnTo>
                <a:cubicBezTo>
                  <a:pt x="826502" y="449262"/>
                  <a:pt x="836680" y="447656"/>
                  <a:pt x="845065" y="444444"/>
                </a:cubicBezTo>
                <a:cubicBezTo>
                  <a:pt x="853450" y="441232"/>
                  <a:pt x="860271" y="436981"/>
                  <a:pt x="865542" y="431705"/>
                </a:cubicBezTo>
                <a:cubicBezTo>
                  <a:pt x="870799" y="426428"/>
                  <a:pt x="874641" y="420369"/>
                  <a:pt x="877054" y="413526"/>
                </a:cubicBezTo>
                <a:cubicBezTo>
                  <a:pt x="879467" y="406684"/>
                  <a:pt x="880667" y="399721"/>
                  <a:pt x="880667" y="392622"/>
                </a:cubicBezTo>
                <a:cubicBezTo>
                  <a:pt x="880667" y="385524"/>
                  <a:pt x="879467" y="378357"/>
                  <a:pt x="877054" y="371596"/>
                </a:cubicBezTo>
                <a:cubicBezTo>
                  <a:pt x="874641" y="364835"/>
                  <a:pt x="870813" y="358816"/>
                  <a:pt x="865542" y="353539"/>
                </a:cubicBezTo>
                <a:lnTo>
                  <a:pt x="865542" y="353526"/>
                </a:lnTo>
                <a:cubicBezTo>
                  <a:pt x="860271" y="348249"/>
                  <a:pt x="853450" y="343998"/>
                  <a:pt x="845065" y="340786"/>
                </a:cubicBezTo>
                <a:cubicBezTo>
                  <a:pt x="836680" y="337574"/>
                  <a:pt x="826502" y="335955"/>
                  <a:pt x="814558" y="33595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22F0DAA2-4F8C-57C5-70AF-C09C85FE85E3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3" name="Espace réservé du pied de page 2">
            <a:extLst xmlns:a="http://schemas.openxmlformats.org/drawingml/2006/main">
              <a:ext uri="{FF2B5EF4-FFF2-40B4-BE49-F238E27FC236}">
                <a16:creationId xmlns:a16="http://schemas.microsoft.com/office/drawing/2014/main" id="{6EA54448-3D98-55D4-A93A-919F2D091CD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ce réservé du numéro de diapositive 3">
            <a:extLst xmlns:a="http://schemas.openxmlformats.org/drawingml/2006/main">
              <a:ext uri="{FF2B5EF4-FFF2-40B4-BE49-F238E27FC236}">
                <a16:creationId xmlns:a16="http://schemas.microsoft.com/office/drawing/2014/main" id="{751EDA2B-8A2F-D33E-C6F9-727DD4FC59FF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Full imag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space réservé pour une image  17">
            <a:extLst xmlns:a="http://schemas.openxmlformats.org/drawingml/2006/main">
              <a:ext uri="{FF2B5EF4-FFF2-40B4-BE49-F238E27FC236}">
                <a16:creationId xmlns:a16="http://schemas.microsoft.com/office/drawing/2014/main" id="{B5DEE997-6BE2-8721-E274-AB6D2BAD8AD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1999" cy="6857999"/>
          </a:xfrm>
          <a:custGeom xmlns:a="http://schemas.openxmlformats.org/drawingml/2006/main">
            <a:gdLst>
              <a:gd name="connsiteX0" fmla="*/ 555663 w 12191999"/>
              <a:gd name="connsiteY0" fmla="*/ 449275 h 6857999"/>
              <a:gd name="connsiteX1" fmla="*/ 555663 w 12191999"/>
              <a:gd name="connsiteY1" fmla="*/ 527238 h 6857999"/>
              <a:gd name="connsiteX2" fmla="*/ 693880 w 12191999"/>
              <a:gd name="connsiteY2" fmla="*/ 527238 h 6857999"/>
              <a:gd name="connsiteX3" fmla="*/ 693880 w 12191999"/>
              <a:gd name="connsiteY3" fmla="*/ 491866 h 6857999"/>
              <a:gd name="connsiteX4" fmla="*/ 596873 w 12191999"/>
              <a:gd name="connsiteY4" fmla="*/ 491866 h 6857999"/>
              <a:gd name="connsiteX5" fmla="*/ 596873 w 12191999"/>
              <a:gd name="connsiteY5" fmla="*/ 449275 h 6857999"/>
              <a:gd name="connsiteX6" fmla="*/ 948084 w 12191999"/>
              <a:gd name="connsiteY6" fmla="*/ 413918 h 6857999"/>
              <a:gd name="connsiteX7" fmla="*/ 948084 w 12191999"/>
              <a:gd name="connsiteY7" fmla="*/ 449275 h 6857999"/>
              <a:gd name="connsiteX8" fmla="*/ 906874 w 12191999"/>
              <a:gd name="connsiteY8" fmla="*/ 449275 h 6857999"/>
              <a:gd name="connsiteX9" fmla="*/ 906874 w 12191999"/>
              <a:gd name="connsiteY9" fmla="*/ 527224 h 6857999"/>
              <a:gd name="connsiteX10" fmla="*/ 948084 w 12191999"/>
              <a:gd name="connsiteY10" fmla="*/ 527224 h 6857999"/>
              <a:gd name="connsiteX11" fmla="*/ 948084 w 12191999"/>
              <a:gd name="connsiteY11" fmla="*/ 449276 h 6857999"/>
              <a:gd name="connsiteX12" fmla="*/ 1036800 w 12191999"/>
              <a:gd name="connsiteY12" fmla="*/ 449276 h 6857999"/>
              <a:gd name="connsiteX13" fmla="*/ 1036800 w 12191999"/>
              <a:gd name="connsiteY13" fmla="*/ 413918 h 6857999"/>
              <a:gd name="connsiteX14" fmla="*/ 596874 w 12191999"/>
              <a:gd name="connsiteY14" fmla="*/ 413918 h 6857999"/>
              <a:gd name="connsiteX15" fmla="*/ 596874 w 12191999"/>
              <a:gd name="connsiteY15" fmla="*/ 449276 h 6857999"/>
              <a:gd name="connsiteX16" fmla="*/ 685590 w 12191999"/>
              <a:gd name="connsiteY16" fmla="*/ 449276 h 6857999"/>
              <a:gd name="connsiteX17" fmla="*/ 685590 w 12191999"/>
              <a:gd name="connsiteY17" fmla="*/ 413918 h 6857999"/>
              <a:gd name="connsiteX18" fmla="*/ 770423 w 12191999"/>
              <a:gd name="connsiteY18" fmla="*/ 371326 h 6857999"/>
              <a:gd name="connsiteX19" fmla="*/ 803073 w 12191999"/>
              <a:gd name="connsiteY19" fmla="*/ 371326 h 6857999"/>
              <a:gd name="connsiteX20" fmla="*/ 816985 w 12191999"/>
              <a:gd name="connsiteY20" fmla="*/ 372123 h 6857999"/>
              <a:gd name="connsiteX21" fmla="*/ 828753 w 12191999"/>
              <a:gd name="connsiteY21" fmla="*/ 375213 h 6857999"/>
              <a:gd name="connsiteX22" fmla="*/ 836909 w 12191999"/>
              <a:gd name="connsiteY22" fmla="*/ 381677 h 6857999"/>
              <a:gd name="connsiteX23" fmla="*/ 839983 w 12191999"/>
              <a:gd name="connsiteY23" fmla="*/ 392622 h 6857999"/>
              <a:gd name="connsiteX24" fmla="*/ 836909 w 12191999"/>
              <a:gd name="connsiteY24" fmla="*/ 403567 h 6857999"/>
              <a:gd name="connsiteX25" fmla="*/ 828753 w 12191999"/>
              <a:gd name="connsiteY25" fmla="*/ 410031 h 6857999"/>
              <a:gd name="connsiteX26" fmla="*/ 816985 w 12191999"/>
              <a:gd name="connsiteY26" fmla="*/ 413122 h 6857999"/>
              <a:gd name="connsiteX27" fmla="*/ 803073 w 12191999"/>
              <a:gd name="connsiteY27" fmla="*/ 413918 h 6857999"/>
              <a:gd name="connsiteX28" fmla="*/ 770423 w 12191999"/>
              <a:gd name="connsiteY28" fmla="*/ 413918 h 6857999"/>
              <a:gd name="connsiteX29" fmla="*/ 1074937 w 12191999"/>
              <a:gd name="connsiteY29" fmla="*/ 335968 h 6857999"/>
              <a:gd name="connsiteX30" fmla="*/ 1074937 w 12191999"/>
              <a:gd name="connsiteY30" fmla="*/ 527238 h 6857999"/>
              <a:gd name="connsiteX31" fmla="*/ 1213140 w 12191999"/>
              <a:gd name="connsiteY31" fmla="*/ 527238 h 6857999"/>
              <a:gd name="connsiteX32" fmla="*/ 1213140 w 12191999"/>
              <a:gd name="connsiteY32" fmla="*/ 491867 h 6857999"/>
              <a:gd name="connsiteX33" fmla="*/ 1116134 w 12191999"/>
              <a:gd name="connsiteY33" fmla="*/ 491867 h 6857999"/>
              <a:gd name="connsiteX34" fmla="*/ 1116134 w 12191999"/>
              <a:gd name="connsiteY34" fmla="*/ 335968 h 6857999"/>
              <a:gd name="connsiteX35" fmla="*/ 906874 w 12191999"/>
              <a:gd name="connsiteY35" fmla="*/ 335968 h 6857999"/>
              <a:gd name="connsiteX36" fmla="*/ 906874 w 12191999"/>
              <a:gd name="connsiteY36" fmla="*/ 413917 h 6857999"/>
              <a:gd name="connsiteX37" fmla="*/ 948084 w 12191999"/>
              <a:gd name="connsiteY37" fmla="*/ 413917 h 6857999"/>
              <a:gd name="connsiteX38" fmla="*/ 948084 w 12191999"/>
              <a:gd name="connsiteY38" fmla="*/ 371326 h 6857999"/>
              <a:gd name="connsiteX39" fmla="*/ 1045091 w 12191999"/>
              <a:gd name="connsiteY39" fmla="*/ 371326 h 6857999"/>
              <a:gd name="connsiteX40" fmla="*/ 1045091 w 12191999"/>
              <a:gd name="connsiteY40" fmla="*/ 335968 h 6857999"/>
              <a:gd name="connsiteX41" fmla="*/ 555663 w 12191999"/>
              <a:gd name="connsiteY41" fmla="*/ 335968 h 6857999"/>
              <a:gd name="connsiteX42" fmla="*/ 555663 w 12191999"/>
              <a:gd name="connsiteY42" fmla="*/ 413917 h 6857999"/>
              <a:gd name="connsiteX43" fmla="*/ 596873 w 12191999"/>
              <a:gd name="connsiteY43" fmla="*/ 413917 h 6857999"/>
              <a:gd name="connsiteX44" fmla="*/ 596873 w 12191999"/>
              <a:gd name="connsiteY44" fmla="*/ 371326 h 6857999"/>
              <a:gd name="connsiteX45" fmla="*/ 693880 w 12191999"/>
              <a:gd name="connsiteY45" fmla="*/ 371326 h 6857999"/>
              <a:gd name="connsiteX46" fmla="*/ 693880 w 12191999"/>
              <a:gd name="connsiteY46" fmla="*/ 335968 h 6857999"/>
              <a:gd name="connsiteX47" fmla="*/ 729199 w 12191999"/>
              <a:gd name="connsiteY47" fmla="*/ 335955 h 6857999"/>
              <a:gd name="connsiteX48" fmla="*/ 729199 w 12191999"/>
              <a:gd name="connsiteY48" fmla="*/ 527225 h 6857999"/>
              <a:gd name="connsiteX49" fmla="*/ 770409 w 12191999"/>
              <a:gd name="connsiteY49" fmla="*/ 527225 h 6857999"/>
              <a:gd name="connsiteX50" fmla="*/ 770409 w 12191999"/>
              <a:gd name="connsiteY50" fmla="*/ 449262 h 6857999"/>
              <a:gd name="connsiteX51" fmla="*/ 814558 w 12191999"/>
              <a:gd name="connsiteY51" fmla="*/ 449262 h 6857999"/>
              <a:gd name="connsiteX52" fmla="*/ 845065 w 12191999"/>
              <a:gd name="connsiteY52" fmla="*/ 444444 h 6857999"/>
              <a:gd name="connsiteX53" fmla="*/ 865542 w 12191999"/>
              <a:gd name="connsiteY53" fmla="*/ 431705 h 6857999"/>
              <a:gd name="connsiteX54" fmla="*/ 877054 w 12191999"/>
              <a:gd name="connsiteY54" fmla="*/ 413526 h 6857999"/>
              <a:gd name="connsiteX55" fmla="*/ 880667 w 12191999"/>
              <a:gd name="connsiteY55" fmla="*/ 392622 h 6857999"/>
              <a:gd name="connsiteX56" fmla="*/ 877054 w 12191999"/>
              <a:gd name="connsiteY56" fmla="*/ 371596 h 6857999"/>
              <a:gd name="connsiteX57" fmla="*/ 865542 w 12191999"/>
              <a:gd name="connsiteY57" fmla="*/ 353539 h 6857999"/>
              <a:gd name="connsiteX58" fmla="*/ 865542 w 12191999"/>
              <a:gd name="connsiteY58" fmla="*/ 353526 h 6857999"/>
              <a:gd name="connsiteX59" fmla="*/ 845065 w 12191999"/>
              <a:gd name="connsiteY59" fmla="*/ 340786 h 6857999"/>
              <a:gd name="connsiteX60" fmla="*/ 814558 w 12191999"/>
              <a:gd name="connsiteY60" fmla="*/ 335955 h 6857999"/>
              <a:gd name="connsiteX61" fmla="*/ 0 w 12191999"/>
              <a:gd name="connsiteY61" fmla="*/ 0 h 6857999"/>
              <a:gd name="connsiteX62" fmla="*/ 12191999 w 12191999"/>
              <a:gd name="connsiteY62" fmla="*/ 0 h 6857999"/>
              <a:gd name="connsiteX63" fmla="*/ 12191999 w 12191999"/>
              <a:gd name="connsiteY63" fmla="*/ 6857999 h 6857999"/>
              <a:gd name="connsiteX64" fmla="*/ 0 w 12191999"/>
              <a:gd name="connsiteY64" fmla="*/ 6857999 h 6857999"/>
            </a:gdLst>
            <a:rect l="l" t="t" r="r" b="b"/>
            <a:pathLst>
              <a:path w="12191999" h="6857999">
                <a:moveTo>
                  <a:pt x="555663" y="449275"/>
                </a:moveTo>
                <a:lnTo>
                  <a:pt x="555663" y="527238"/>
                </a:lnTo>
                <a:lnTo>
                  <a:pt x="693880" y="527238"/>
                </a:lnTo>
                <a:lnTo>
                  <a:pt x="693880" y="491866"/>
                </a:lnTo>
                <a:lnTo>
                  <a:pt x="596873" y="491866"/>
                </a:lnTo>
                <a:lnTo>
                  <a:pt x="596873" y="449275"/>
                </a:lnTo>
                <a:close/>
                <a:moveTo>
                  <a:pt x="948084" y="413918"/>
                </a:moveTo>
                <a:lnTo>
                  <a:pt x="948084" y="449275"/>
                </a:lnTo>
                <a:lnTo>
                  <a:pt x="906874" y="449275"/>
                </a:lnTo>
                <a:lnTo>
                  <a:pt x="906874" y="527224"/>
                </a:lnTo>
                <a:lnTo>
                  <a:pt x="948084" y="527224"/>
                </a:lnTo>
                <a:lnTo>
                  <a:pt x="948084" y="449276"/>
                </a:lnTo>
                <a:lnTo>
                  <a:pt x="1036800" y="449276"/>
                </a:lnTo>
                <a:lnTo>
                  <a:pt x="1036800" y="413918"/>
                </a:lnTo>
                <a:close/>
                <a:moveTo>
                  <a:pt x="596874" y="413918"/>
                </a:moveTo>
                <a:lnTo>
                  <a:pt x="596874" y="449276"/>
                </a:lnTo>
                <a:lnTo>
                  <a:pt x="685590" y="449276"/>
                </a:lnTo>
                <a:lnTo>
                  <a:pt x="685590" y="413918"/>
                </a:lnTo>
                <a:close/>
                <a:moveTo>
                  <a:pt x="770423" y="371326"/>
                </a:moveTo>
                <a:lnTo>
                  <a:pt x="803073" y="371326"/>
                </a:lnTo>
                <a:cubicBezTo>
                  <a:pt x="807885" y="371326"/>
                  <a:pt x="812523" y="371596"/>
                  <a:pt x="816985" y="372123"/>
                </a:cubicBezTo>
                <a:cubicBezTo>
                  <a:pt x="821447" y="372649"/>
                  <a:pt x="825370" y="373688"/>
                  <a:pt x="828753" y="375213"/>
                </a:cubicBezTo>
                <a:cubicBezTo>
                  <a:pt x="832137" y="376738"/>
                  <a:pt x="834860" y="378897"/>
                  <a:pt x="836909" y="381677"/>
                </a:cubicBezTo>
                <a:cubicBezTo>
                  <a:pt x="838958" y="384457"/>
                  <a:pt x="839983" y="388115"/>
                  <a:pt x="839983" y="392622"/>
                </a:cubicBezTo>
                <a:cubicBezTo>
                  <a:pt x="839983" y="397130"/>
                  <a:pt x="838958" y="400787"/>
                  <a:pt x="836909" y="403567"/>
                </a:cubicBezTo>
                <a:cubicBezTo>
                  <a:pt x="834860" y="406347"/>
                  <a:pt x="832137" y="408506"/>
                  <a:pt x="828753" y="410031"/>
                </a:cubicBezTo>
                <a:cubicBezTo>
                  <a:pt x="825356" y="411556"/>
                  <a:pt x="821433" y="412582"/>
                  <a:pt x="816985" y="413122"/>
                </a:cubicBezTo>
                <a:cubicBezTo>
                  <a:pt x="812523" y="413648"/>
                  <a:pt x="807885" y="413918"/>
                  <a:pt x="803073" y="413918"/>
                </a:cubicBezTo>
                <a:lnTo>
                  <a:pt x="770423" y="413918"/>
                </a:lnTo>
                <a:close/>
                <a:moveTo>
                  <a:pt x="1074937" y="335968"/>
                </a:moveTo>
                <a:lnTo>
                  <a:pt x="1074937" y="527238"/>
                </a:lnTo>
                <a:lnTo>
                  <a:pt x="1213140" y="527238"/>
                </a:lnTo>
                <a:lnTo>
                  <a:pt x="1213140" y="491867"/>
                </a:lnTo>
                <a:lnTo>
                  <a:pt x="1116134" y="491867"/>
                </a:lnTo>
                <a:lnTo>
                  <a:pt x="1116134" y="335968"/>
                </a:lnTo>
                <a:close/>
                <a:moveTo>
                  <a:pt x="906874" y="335968"/>
                </a:moveTo>
                <a:lnTo>
                  <a:pt x="906874" y="413917"/>
                </a:lnTo>
                <a:lnTo>
                  <a:pt x="948084" y="413917"/>
                </a:lnTo>
                <a:lnTo>
                  <a:pt x="948084" y="371326"/>
                </a:lnTo>
                <a:lnTo>
                  <a:pt x="1045091" y="371326"/>
                </a:lnTo>
                <a:lnTo>
                  <a:pt x="1045091" y="335968"/>
                </a:lnTo>
                <a:close/>
                <a:moveTo>
                  <a:pt x="555663" y="335968"/>
                </a:moveTo>
                <a:lnTo>
                  <a:pt x="555663" y="413917"/>
                </a:lnTo>
                <a:lnTo>
                  <a:pt x="596873" y="413917"/>
                </a:lnTo>
                <a:lnTo>
                  <a:pt x="596873" y="371326"/>
                </a:lnTo>
                <a:lnTo>
                  <a:pt x="693880" y="371326"/>
                </a:lnTo>
                <a:lnTo>
                  <a:pt x="693880" y="335968"/>
                </a:lnTo>
                <a:close/>
                <a:moveTo>
                  <a:pt x="729199" y="335955"/>
                </a:moveTo>
                <a:lnTo>
                  <a:pt x="729199" y="527225"/>
                </a:lnTo>
                <a:lnTo>
                  <a:pt x="770409" y="527225"/>
                </a:lnTo>
                <a:lnTo>
                  <a:pt x="770409" y="449262"/>
                </a:lnTo>
                <a:lnTo>
                  <a:pt x="814558" y="449262"/>
                </a:lnTo>
                <a:cubicBezTo>
                  <a:pt x="826502" y="449262"/>
                  <a:pt x="836680" y="447656"/>
                  <a:pt x="845065" y="444444"/>
                </a:cubicBezTo>
                <a:cubicBezTo>
                  <a:pt x="853450" y="441232"/>
                  <a:pt x="860271" y="436981"/>
                  <a:pt x="865542" y="431705"/>
                </a:cubicBezTo>
                <a:cubicBezTo>
                  <a:pt x="870799" y="426428"/>
                  <a:pt x="874641" y="420369"/>
                  <a:pt x="877054" y="413526"/>
                </a:cubicBezTo>
                <a:cubicBezTo>
                  <a:pt x="879467" y="406684"/>
                  <a:pt x="880667" y="399721"/>
                  <a:pt x="880667" y="392622"/>
                </a:cubicBezTo>
                <a:cubicBezTo>
                  <a:pt x="880667" y="385524"/>
                  <a:pt x="879467" y="378357"/>
                  <a:pt x="877054" y="371596"/>
                </a:cubicBezTo>
                <a:cubicBezTo>
                  <a:pt x="874641" y="364835"/>
                  <a:pt x="870813" y="358816"/>
                  <a:pt x="865542" y="353539"/>
                </a:cubicBezTo>
                <a:lnTo>
                  <a:pt x="865542" y="353526"/>
                </a:lnTo>
                <a:cubicBezTo>
                  <a:pt x="860271" y="348249"/>
                  <a:pt x="853450" y="343998"/>
                  <a:pt x="845065" y="340786"/>
                </a:cubicBezTo>
                <a:cubicBezTo>
                  <a:pt x="836680" y="337574"/>
                  <a:pt x="826502" y="335955"/>
                  <a:pt x="814558" y="33595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C596DC45-A2F3-ED7E-0FA3-50FAE375C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E537400C-1017-B66F-9CB5-7D2B04E5F6B3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BE6CCDED-88C0-1A5D-5485-599A78795388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D210E308-8E16-948D-3328-AA3B12D0FCE8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preserve="1" userDrawn="1">
  <p:cSld name="1_Full image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space réservé pour une image  17">
            <a:extLst xmlns:a="http://schemas.openxmlformats.org/drawingml/2006/main">
              <a:ext uri="{FF2B5EF4-FFF2-40B4-BE49-F238E27FC236}">
                <a16:creationId xmlns:a16="http://schemas.microsoft.com/office/drawing/2014/main" id="{B5DEE997-6BE2-8721-E274-AB6D2BAD8AD3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0"/>
            <a:ext cx="12191999" cy="6857999"/>
          </a:xfrm>
          <a:custGeom xmlns:a="http://schemas.openxmlformats.org/drawingml/2006/main">
            <a:gdLst>
              <a:gd name="connsiteX0" fmla="*/ 555663 w 12191999"/>
              <a:gd name="connsiteY0" fmla="*/ 449275 h 6857999"/>
              <a:gd name="connsiteX1" fmla="*/ 555663 w 12191999"/>
              <a:gd name="connsiteY1" fmla="*/ 527238 h 6857999"/>
              <a:gd name="connsiteX2" fmla="*/ 693880 w 12191999"/>
              <a:gd name="connsiteY2" fmla="*/ 527238 h 6857999"/>
              <a:gd name="connsiteX3" fmla="*/ 693880 w 12191999"/>
              <a:gd name="connsiteY3" fmla="*/ 491866 h 6857999"/>
              <a:gd name="connsiteX4" fmla="*/ 596873 w 12191999"/>
              <a:gd name="connsiteY4" fmla="*/ 491866 h 6857999"/>
              <a:gd name="connsiteX5" fmla="*/ 596873 w 12191999"/>
              <a:gd name="connsiteY5" fmla="*/ 449275 h 6857999"/>
              <a:gd name="connsiteX6" fmla="*/ 948084 w 12191999"/>
              <a:gd name="connsiteY6" fmla="*/ 413918 h 6857999"/>
              <a:gd name="connsiteX7" fmla="*/ 948084 w 12191999"/>
              <a:gd name="connsiteY7" fmla="*/ 449275 h 6857999"/>
              <a:gd name="connsiteX8" fmla="*/ 906874 w 12191999"/>
              <a:gd name="connsiteY8" fmla="*/ 449275 h 6857999"/>
              <a:gd name="connsiteX9" fmla="*/ 906874 w 12191999"/>
              <a:gd name="connsiteY9" fmla="*/ 527224 h 6857999"/>
              <a:gd name="connsiteX10" fmla="*/ 948084 w 12191999"/>
              <a:gd name="connsiteY10" fmla="*/ 527224 h 6857999"/>
              <a:gd name="connsiteX11" fmla="*/ 948084 w 12191999"/>
              <a:gd name="connsiteY11" fmla="*/ 449276 h 6857999"/>
              <a:gd name="connsiteX12" fmla="*/ 1036800 w 12191999"/>
              <a:gd name="connsiteY12" fmla="*/ 449276 h 6857999"/>
              <a:gd name="connsiteX13" fmla="*/ 1036800 w 12191999"/>
              <a:gd name="connsiteY13" fmla="*/ 413918 h 6857999"/>
              <a:gd name="connsiteX14" fmla="*/ 596874 w 12191999"/>
              <a:gd name="connsiteY14" fmla="*/ 413918 h 6857999"/>
              <a:gd name="connsiteX15" fmla="*/ 596874 w 12191999"/>
              <a:gd name="connsiteY15" fmla="*/ 449276 h 6857999"/>
              <a:gd name="connsiteX16" fmla="*/ 685590 w 12191999"/>
              <a:gd name="connsiteY16" fmla="*/ 449276 h 6857999"/>
              <a:gd name="connsiteX17" fmla="*/ 685590 w 12191999"/>
              <a:gd name="connsiteY17" fmla="*/ 413918 h 6857999"/>
              <a:gd name="connsiteX18" fmla="*/ 770423 w 12191999"/>
              <a:gd name="connsiteY18" fmla="*/ 371326 h 6857999"/>
              <a:gd name="connsiteX19" fmla="*/ 803073 w 12191999"/>
              <a:gd name="connsiteY19" fmla="*/ 371326 h 6857999"/>
              <a:gd name="connsiteX20" fmla="*/ 816985 w 12191999"/>
              <a:gd name="connsiteY20" fmla="*/ 372123 h 6857999"/>
              <a:gd name="connsiteX21" fmla="*/ 828753 w 12191999"/>
              <a:gd name="connsiteY21" fmla="*/ 375213 h 6857999"/>
              <a:gd name="connsiteX22" fmla="*/ 836909 w 12191999"/>
              <a:gd name="connsiteY22" fmla="*/ 381677 h 6857999"/>
              <a:gd name="connsiteX23" fmla="*/ 839983 w 12191999"/>
              <a:gd name="connsiteY23" fmla="*/ 392622 h 6857999"/>
              <a:gd name="connsiteX24" fmla="*/ 836909 w 12191999"/>
              <a:gd name="connsiteY24" fmla="*/ 403567 h 6857999"/>
              <a:gd name="connsiteX25" fmla="*/ 828753 w 12191999"/>
              <a:gd name="connsiteY25" fmla="*/ 410031 h 6857999"/>
              <a:gd name="connsiteX26" fmla="*/ 816985 w 12191999"/>
              <a:gd name="connsiteY26" fmla="*/ 413122 h 6857999"/>
              <a:gd name="connsiteX27" fmla="*/ 803073 w 12191999"/>
              <a:gd name="connsiteY27" fmla="*/ 413918 h 6857999"/>
              <a:gd name="connsiteX28" fmla="*/ 770423 w 12191999"/>
              <a:gd name="connsiteY28" fmla="*/ 413918 h 6857999"/>
              <a:gd name="connsiteX29" fmla="*/ 1074937 w 12191999"/>
              <a:gd name="connsiteY29" fmla="*/ 335968 h 6857999"/>
              <a:gd name="connsiteX30" fmla="*/ 1074937 w 12191999"/>
              <a:gd name="connsiteY30" fmla="*/ 527238 h 6857999"/>
              <a:gd name="connsiteX31" fmla="*/ 1213140 w 12191999"/>
              <a:gd name="connsiteY31" fmla="*/ 527238 h 6857999"/>
              <a:gd name="connsiteX32" fmla="*/ 1213140 w 12191999"/>
              <a:gd name="connsiteY32" fmla="*/ 491867 h 6857999"/>
              <a:gd name="connsiteX33" fmla="*/ 1116134 w 12191999"/>
              <a:gd name="connsiteY33" fmla="*/ 491867 h 6857999"/>
              <a:gd name="connsiteX34" fmla="*/ 1116134 w 12191999"/>
              <a:gd name="connsiteY34" fmla="*/ 335968 h 6857999"/>
              <a:gd name="connsiteX35" fmla="*/ 906874 w 12191999"/>
              <a:gd name="connsiteY35" fmla="*/ 335968 h 6857999"/>
              <a:gd name="connsiteX36" fmla="*/ 906874 w 12191999"/>
              <a:gd name="connsiteY36" fmla="*/ 413917 h 6857999"/>
              <a:gd name="connsiteX37" fmla="*/ 948084 w 12191999"/>
              <a:gd name="connsiteY37" fmla="*/ 413917 h 6857999"/>
              <a:gd name="connsiteX38" fmla="*/ 948084 w 12191999"/>
              <a:gd name="connsiteY38" fmla="*/ 371326 h 6857999"/>
              <a:gd name="connsiteX39" fmla="*/ 1045091 w 12191999"/>
              <a:gd name="connsiteY39" fmla="*/ 371326 h 6857999"/>
              <a:gd name="connsiteX40" fmla="*/ 1045091 w 12191999"/>
              <a:gd name="connsiteY40" fmla="*/ 335968 h 6857999"/>
              <a:gd name="connsiteX41" fmla="*/ 555663 w 12191999"/>
              <a:gd name="connsiteY41" fmla="*/ 335968 h 6857999"/>
              <a:gd name="connsiteX42" fmla="*/ 555663 w 12191999"/>
              <a:gd name="connsiteY42" fmla="*/ 413917 h 6857999"/>
              <a:gd name="connsiteX43" fmla="*/ 596873 w 12191999"/>
              <a:gd name="connsiteY43" fmla="*/ 413917 h 6857999"/>
              <a:gd name="connsiteX44" fmla="*/ 596873 w 12191999"/>
              <a:gd name="connsiteY44" fmla="*/ 371326 h 6857999"/>
              <a:gd name="connsiteX45" fmla="*/ 693880 w 12191999"/>
              <a:gd name="connsiteY45" fmla="*/ 371326 h 6857999"/>
              <a:gd name="connsiteX46" fmla="*/ 693880 w 12191999"/>
              <a:gd name="connsiteY46" fmla="*/ 335968 h 6857999"/>
              <a:gd name="connsiteX47" fmla="*/ 729199 w 12191999"/>
              <a:gd name="connsiteY47" fmla="*/ 335955 h 6857999"/>
              <a:gd name="connsiteX48" fmla="*/ 729199 w 12191999"/>
              <a:gd name="connsiteY48" fmla="*/ 527225 h 6857999"/>
              <a:gd name="connsiteX49" fmla="*/ 770409 w 12191999"/>
              <a:gd name="connsiteY49" fmla="*/ 527225 h 6857999"/>
              <a:gd name="connsiteX50" fmla="*/ 770409 w 12191999"/>
              <a:gd name="connsiteY50" fmla="*/ 449262 h 6857999"/>
              <a:gd name="connsiteX51" fmla="*/ 814558 w 12191999"/>
              <a:gd name="connsiteY51" fmla="*/ 449262 h 6857999"/>
              <a:gd name="connsiteX52" fmla="*/ 845065 w 12191999"/>
              <a:gd name="connsiteY52" fmla="*/ 444444 h 6857999"/>
              <a:gd name="connsiteX53" fmla="*/ 865542 w 12191999"/>
              <a:gd name="connsiteY53" fmla="*/ 431705 h 6857999"/>
              <a:gd name="connsiteX54" fmla="*/ 877054 w 12191999"/>
              <a:gd name="connsiteY54" fmla="*/ 413526 h 6857999"/>
              <a:gd name="connsiteX55" fmla="*/ 880667 w 12191999"/>
              <a:gd name="connsiteY55" fmla="*/ 392622 h 6857999"/>
              <a:gd name="connsiteX56" fmla="*/ 877054 w 12191999"/>
              <a:gd name="connsiteY56" fmla="*/ 371596 h 6857999"/>
              <a:gd name="connsiteX57" fmla="*/ 865542 w 12191999"/>
              <a:gd name="connsiteY57" fmla="*/ 353539 h 6857999"/>
              <a:gd name="connsiteX58" fmla="*/ 865542 w 12191999"/>
              <a:gd name="connsiteY58" fmla="*/ 353526 h 6857999"/>
              <a:gd name="connsiteX59" fmla="*/ 845065 w 12191999"/>
              <a:gd name="connsiteY59" fmla="*/ 340786 h 6857999"/>
              <a:gd name="connsiteX60" fmla="*/ 814558 w 12191999"/>
              <a:gd name="connsiteY60" fmla="*/ 335955 h 6857999"/>
              <a:gd name="connsiteX61" fmla="*/ 0 w 12191999"/>
              <a:gd name="connsiteY61" fmla="*/ 0 h 6857999"/>
              <a:gd name="connsiteX62" fmla="*/ 12191999 w 12191999"/>
              <a:gd name="connsiteY62" fmla="*/ 0 h 6857999"/>
              <a:gd name="connsiteX63" fmla="*/ 12191999 w 12191999"/>
              <a:gd name="connsiteY63" fmla="*/ 6857999 h 6857999"/>
              <a:gd name="connsiteX64" fmla="*/ 0 w 12191999"/>
              <a:gd name="connsiteY64" fmla="*/ 6857999 h 6857999"/>
            </a:gdLst>
            <a:rect l="l" t="t" r="r" b="b"/>
            <a:pathLst>
              <a:path w="12191999" h="6857999">
                <a:moveTo>
                  <a:pt x="555663" y="449275"/>
                </a:moveTo>
                <a:lnTo>
                  <a:pt x="555663" y="527238"/>
                </a:lnTo>
                <a:lnTo>
                  <a:pt x="693880" y="527238"/>
                </a:lnTo>
                <a:lnTo>
                  <a:pt x="693880" y="491866"/>
                </a:lnTo>
                <a:lnTo>
                  <a:pt x="596873" y="491866"/>
                </a:lnTo>
                <a:lnTo>
                  <a:pt x="596873" y="449275"/>
                </a:lnTo>
                <a:close/>
                <a:moveTo>
                  <a:pt x="948084" y="413918"/>
                </a:moveTo>
                <a:lnTo>
                  <a:pt x="948084" y="449275"/>
                </a:lnTo>
                <a:lnTo>
                  <a:pt x="906874" y="449275"/>
                </a:lnTo>
                <a:lnTo>
                  <a:pt x="906874" y="527224"/>
                </a:lnTo>
                <a:lnTo>
                  <a:pt x="948084" y="527224"/>
                </a:lnTo>
                <a:lnTo>
                  <a:pt x="948084" y="449276"/>
                </a:lnTo>
                <a:lnTo>
                  <a:pt x="1036800" y="449276"/>
                </a:lnTo>
                <a:lnTo>
                  <a:pt x="1036800" y="413918"/>
                </a:lnTo>
                <a:close/>
                <a:moveTo>
                  <a:pt x="596874" y="413918"/>
                </a:moveTo>
                <a:lnTo>
                  <a:pt x="596874" y="449276"/>
                </a:lnTo>
                <a:lnTo>
                  <a:pt x="685590" y="449276"/>
                </a:lnTo>
                <a:lnTo>
                  <a:pt x="685590" y="413918"/>
                </a:lnTo>
                <a:close/>
                <a:moveTo>
                  <a:pt x="770423" y="371326"/>
                </a:moveTo>
                <a:lnTo>
                  <a:pt x="803073" y="371326"/>
                </a:lnTo>
                <a:cubicBezTo>
                  <a:pt x="807885" y="371326"/>
                  <a:pt x="812523" y="371596"/>
                  <a:pt x="816985" y="372123"/>
                </a:cubicBezTo>
                <a:cubicBezTo>
                  <a:pt x="821447" y="372649"/>
                  <a:pt x="825370" y="373688"/>
                  <a:pt x="828753" y="375213"/>
                </a:cubicBezTo>
                <a:cubicBezTo>
                  <a:pt x="832137" y="376738"/>
                  <a:pt x="834860" y="378897"/>
                  <a:pt x="836909" y="381677"/>
                </a:cubicBezTo>
                <a:cubicBezTo>
                  <a:pt x="838958" y="384457"/>
                  <a:pt x="839983" y="388115"/>
                  <a:pt x="839983" y="392622"/>
                </a:cubicBezTo>
                <a:cubicBezTo>
                  <a:pt x="839983" y="397130"/>
                  <a:pt x="838958" y="400787"/>
                  <a:pt x="836909" y="403567"/>
                </a:cubicBezTo>
                <a:cubicBezTo>
                  <a:pt x="834860" y="406347"/>
                  <a:pt x="832137" y="408506"/>
                  <a:pt x="828753" y="410031"/>
                </a:cubicBezTo>
                <a:cubicBezTo>
                  <a:pt x="825356" y="411556"/>
                  <a:pt x="821433" y="412582"/>
                  <a:pt x="816985" y="413122"/>
                </a:cubicBezTo>
                <a:cubicBezTo>
                  <a:pt x="812523" y="413648"/>
                  <a:pt x="807885" y="413918"/>
                  <a:pt x="803073" y="413918"/>
                </a:cubicBezTo>
                <a:lnTo>
                  <a:pt x="770423" y="413918"/>
                </a:lnTo>
                <a:close/>
                <a:moveTo>
                  <a:pt x="1074937" y="335968"/>
                </a:moveTo>
                <a:lnTo>
                  <a:pt x="1074937" y="527238"/>
                </a:lnTo>
                <a:lnTo>
                  <a:pt x="1213140" y="527238"/>
                </a:lnTo>
                <a:lnTo>
                  <a:pt x="1213140" y="491867"/>
                </a:lnTo>
                <a:lnTo>
                  <a:pt x="1116134" y="491867"/>
                </a:lnTo>
                <a:lnTo>
                  <a:pt x="1116134" y="335968"/>
                </a:lnTo>
                <a:close/>
                <a:moveTo>
                  <a:pt x="906874" y="335968"/>
                </a:moveTo>
                <a:lnTo>
                  <a:pt x="906874" y="413917"/>
                </a:lnTo>
                <a:lnTo>
                  <a:pt x="948084" y="413917"/>
                </a:lnTo>
                <a:lnTo>
                  <a:pt x="948084" y="371326"/>
                </a:lnTo>
                <a:lnTo>
                  <a:pt x="1045091" y="371326"/>
                </a:lnTo>
                <a:lnTo>
                  <a:pt x="1045091" y="335968"/>
                </a:lnTo>
                <a:close/>
                <a:moveTo>
                  <a:pt x="555663" y="335968"/>
                </a:moveTo>
                <a:lnTo>
                  <a:pt x="555663" y="413917"/>
                </a:lnTo>
                <a:lnTo>
                  <a:pt x="596873" y="413917"/>
                </a:lnTo>
                <a:lnTo>
                  <a:pt x="596873" y="371326"/>
                </a:lnTo>
                <a:lnTo>
                  <a:pt x="693880" y="371326"/>
                </a:lnTo>
                <a:lnTo>
                  <a:pt x="693880" y="335968"/>
                </a:lnTo>
                <a:close/>
                <a:moveTo>
                  <a:pt x="729199" y="335955"/>
                </a:moveTo>
                <a:lnTo>
                  <a:pt x="729199" y="527225"/>
                </a:lnTo>
                <a:lnTo>
                  <a:pt x="770409" y="527225"/>
                </a:lnTo>
                <a:lnTo>
                  <a:pt x="770409" y="449262"/>
                </a:lnTo>
                <a:lnTo>
                  <a:pt x="814558" y="449262"/>
                </a:lnTo>
                <a:cubicBezTo>
                  <a:pt x="826502" y="449262"/>
                  <a:pt x="836680" y="447656"/>
                  <a:pt x="845065" y="444444"/>
                </a:cubicBezTo>
                <a:cubicBezTo>
                  <a:pt x="853450" y="441232"/>
                  <a:pt x="860271" y="436981"/>
                  <a:pt x="865542" y="431705"/>
                </a:cubicBezTo>
                <a:cubicBezTo>
                  <a:pt x="870799" y="426428"/>
                  <a:pt x="874641" y="420369"/>
                  <a:pt x="877054" y="413526"/>
                </a:cubicBezTo>
                <a:cubicBezTo>
                  <a:pt x="879467" y="406684"/>
                  <a:pt x="880667" y="399721"/>
                  <a:pt x="880667" y="392622"/>
                </a:cubicBezTo>
                <a:cubicBezTo>
                  <a:pt x="880667" y="385524"/>
                  <a:pt x="879467" y="378357"/>
                  <a:pt x="877054" y="371596"/>
                </a:cubicBezTo>
                <a:cubicBezTo>
                  <a:pt x="874641" y="364835"/>
                  <a:pt x="870813" y="358816"/>
                  <a:pt x="865542" y="353539"/>
                </a:cubicBezTo>
                <a:lnTo>
                  <a:pt x="865542" y="353526"/>
                </a:lnTo>
                <a:cubicBezTo>
                  <a:pt x="860271" y="348249"/>
                  <a:pt x="853450" y="343998"/>
                  <a:pt x="845065" y="340786"/>
                </a:cubicBezTo>
                <a:cubicBezTo>
                  <a:pt x="836680" y="337574"/>
                  <a:pt x="826502" y="335955"/>
                  <a:pt x="814558" y="335955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0" y="6857999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C596DC45-A2F3-ED7E-0FA3-50FAE375C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E537400C-1017-B66F-9CB5-7D2B04E5F6B3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BE6CCDED-88C0-1A5D-5485-599A78795388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D210E308-8E16-948D-3328-AA3B12D0FCE8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1E37AA37-33C9-00F4-0938-24808C087E4D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50863" y="3122613"/>
            <a:ext cx="4537075" cy="34020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preserve="1" userDrawn="1">
  <p:cSld name="4_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167438" y="873124"/>
            <a:ext cx="6024562" cy="59848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E2A07D4F-8346-2B64-0416-FDCE0BE75F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22516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DEAAB541-0B94-EF7A-F9FC-B2F912BCC9B6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CD463358-F0B0-6AE3-8B48-F27B994F8EF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E6324209-65E2-F84D-CEC3-21C85F06837C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6_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305386" y="873124"/>
            <a:ext cx="7886614" cy="59848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AFFA9D92-08D7-E5CA-85D6-8C2E54F2167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50863" y="3429000"/>
            <a:ext cx="3600450" cy="30956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9" name="Titre 8">
            <a:extLst xmlns:a="http://schemas.openxmlformats.org/drawingml/2006/main">
              <a:ext uri="{FF2B5EF4-FFF2-40B4-BE49-F238E27FC236}">
                <a16:creationId xmlns:a16="http://schemas.microsoft.com/office/drawing/2014/main" id="{EA13F822-57A4-DFB2-BD74-42325BAF0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3625313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69D85D5B-A131-4663-BB0F-2FD2D8EA48F1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3" name="Espace réservé du pied de page 2">
            <a:extLst xmlns:a="http://schemas.openxmlformats.org/drawingml/2006/main">
              <a:ext uri="{FF2B5EF4-FFF2-40B4-BE49-F238E27FC236}">
                <a16:creationId xmlns:a16="http://schemas.microsoft.com/office/drawing/2014/main" id="{E1C75641-C52C-0748-91D5-A9EC6D45FDBF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Espace réservé du numéro de diapositive 9">
            <a:extLst xmlns:a="http://schemas.openxmlformats.org/drawingml/2006/main">
              <a:ext uri="{FF2B5EF4-FFF2-40B4-BE49-F238E27FC236}">
                <a16:creationId xmlns:a16="http://schemas.microsoft.com/office/drawing/2014/main" id="{DF563173-40CF-80A1-AC40-E374BA6BC658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9_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167438" y="-6354"/>
            <a:ext cx="6024562" cy="686435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AFFA9D92-08D7-E5CA-85D6-8C2E54F2167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50863" y="3429000"/>
            <a:ext cx="5473700" cy="30956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9" name="Titre 8">
            <a:extLst xmlns:a="http://schemas.openxmlformats.org/drawingml/2006/main">
              <a:ext uri="{FF2B5EF4-FFF2-40B4-BE49-F238E27FC236}">
                <a16:creationId xmlns:a16="http://schemas.microsoft.com/office/drawing/2014/main" id="{EA13F822-57A4-DFB2-BD74-42325BAF0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3625313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ED81F6B9-181F-A14F-EC0D-72BB1C622B31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3" name="Espace réservé du pied de page 2">
            <a:extLst xmlns:a="http://schemas.openxmlformats.org/drawingml/2006/main">
              <a:ext uri="{FF2B5EF4-FFF2-40B4-BE49-F238E27FC236}">
                <a16:creationId xmlns:a16="http://schemas.microsoft.com/office/drawing/2014/main" id="{9B8AB052-5DEF-92C2-7982-B1EB40F5946F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Espace réservé du numéro de diapositive 9">
            <a:extLst xmlns:a="http://schemas.openxmlformats.org/drawingml/2006/main">
              <a:ext uri="{FF2B5EF4-FFF2-40B4-BE49-F238E27FC236}">
                <a16:creationId xmlns:a16="http://schemas.microsoft.com/office/drawing/2014/main" id="{88F4CFBF-8E13-8DFF-1A2A-5DE644DC2787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4.xml><?xml version="1.0" encoding="utf-8"?>
<p:sldLayout xmlns:p="http://schemas.openxmlformats.org/presentationml/2006/main" preserve="1" userDrawn="1">
  <p:cSld name="Image midd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4305386" y="0"/>
            <a:ext cx="3590839" cy="685799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AFFA9D92-08D7-E5CA-85D6-8C2E54F21674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050298" y="2084388"/>
            <a:ext cx="3600450" cy="44402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9" name="Titre 8">
            <a:extLst xmlns:a="http://schemas.openxmlformats.org/drawingml/2006/main">
              <a:ext uri="{FF2B5EF4-FFF2-40B4-BE49-F238E27FC236}">
                <a16:creationId xmlns:a16="http://schemas.microsoft.com/office/drawing/2014/main" id="{EA13F822-57A4-DFB2-BD74-42325BAF03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3625313" cy="21066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C7E2F5CC-09F6-CAC3-00B8-734CED0893B3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50863" y="3122613"/>
            <a:ext cx="3600450" cy="34020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  <a:p xmlns:a="http://schemas.openxmlformats.org/drawingml/2006/main">
            <a:pPr lvl="1">
              <a:buNone/>
            </a:pPr>
            <a:r>
              <a:t>Deuxième niveau</a:t>
            </a:r>
          </a:p>
          <a:p xmlns:a="http://schemas.openxmlformats.org/drawingml/2006/main">
            <a:pPr lvl="2">
              <a:buNone/>
            </a:pPr>
            <a:r>
              <a:t>Troisième niveau</a:t>
            </a:r>
          </a:p>
          <a:p xmlns:a="http://schemas.openxmlformats.org/drawingml/2006/main">
            <a:pPr lvl="3">
              <a:buNone/>
            </a:pPr>
            <a:r>
              <a:t>Quatrième niveau</a:t>
            </a:r>
          </a:p>
          <a:p xmlns:a="http://schemas.openxmlformats.org/drawingml/2006/main">
            <a:pPr lvl="4">
              <a:buNone/>
            </a:pPr>
            <a:r>
              <a:t>Cinquième niveau</a:t>
            </a:r>
            <a:endParaRPr/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86432F55-8A97-1BB4-2F23-086FDAC46DF6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10" name="Espace réservé du pied de page 9">
            <a:extLst xmlns:a="http://schemas.openxmlformats.org/drawingml/2006/main">
              <a:ext uri="{FF2B5EF4-FFF2-40B4-BE49-F238E27FC236}">
                <a16:creationId xmlns:a16="http://schemas.microsoft.com/office/drawing/2014/main" id="{F05EDAD6-9C14-3B54-9823-67DD86CA86F1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Espace réservé du numéro de diapositive 10">
            <a:extLst xmlns:a="http://schemas.openxmlformats.org/drawingml/2006/main">
              <a:ext uri="{FF2B5EF4-FFF2-40B4-BE49-F238E27FC236}">
                <a16:creationId xmlns:a16="http://schemas.microsoft.com/office/drawing/2014/main" id="{89A76A2C-D3BB-E03F-C381-18BB0CD1198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4152899"/>
            <a:ext cx="12192001" cy="27051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6C7A2371-BB07-4CD9-A411-E4902F97646A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50862" y="2084918"/>
            <a:ext cx="11090275" cy="1915583"/>
          </a:xfrm>
        </p:spPr>
        <p:txBody>
          <a:bodyPr xmlns:a="http://schemas.openxmlformats.org/drawingml/2006/main"/>
          <a:lstStyle xmlns:a="http://schemas.openxmlformats.org/drawingml/2006/main"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10" name="Titre 9">
            <a:extLst xmlns:a="http://schemas.openxmlformats.org/drawingml/2006/main">
              <a:ext uri="{FF2B5EF4-FFF2-40B4-BE49-F238E27FC236}">
                <a16:creationId xmlns:a16="http://schemas.microsoft.com/office/drawing/2014/main" id="{062DF1BB-35DC-3A82-0169-B8DBE8B6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1E69DB1A-EF51-40EA-B47B-454F35B329B0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AFEE2F84-86D7-EF9E-E1F1-6D9B4FD3511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7294AFBB-3C11-FEBF-59B2-2F637FB5320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10_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pour une image  6">
            <a:extLst xmlns:a="http://schemas.openxmlformats.org/drawingml/2006/main"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4152899"/>
            <a:ext cx="12192001" cy="27051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A5143B8B-0EEE-4DDF-BB30-0452B8F458B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4295775" y="1476530"/>
            <a:ext cx="7345362" cy="2523971"/>
          </a:xfrm>
        </p:spPr>
        <p:txBody>
          <a:bodyPr xmlns:a="http://schemas.openxmlformats.org/drawingml/2006/main"/>
          <a:lstStyle xmlns:a="http://schemas.openxmlformats.org/drawingml/2006/main"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10" name="Titre 9">
            <a:extLst xmlns:a="http://schemas.openxmlformats.org/drawingml/2006/main">
              <a:ext uri="{FF2B5EF4-FFF2-40B4-BE49-F238E27FC236}">
                <a16:creationId xmlns:a16="http://schemas.microsoft.com/office/drawing/2014/main" id="{062DF1BB-35DC-3A82-0169-B8DBE8B6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3625313" cy="30371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866AC3B0-0D3A-8762-2087-9A5794DDBAEE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0802C03D-8F8B-28B8-FBD5-78C5C498F546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00952B62-C420-1723-20D4-4BCBCC67654A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11_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Espace réservé pour une image  48">
            <a:extLst xmlns:a="http://schemas.openxmlformats.org/drawingml/2006/main">
              <a:ext uri="{FF2B5EF4-FFF2-40B4-BE49-F238E27FC236}">
                <a16:creationId xmlns:a16="http://schemas.microsoft.com/office/drawing/2014/main" id="{EB4B76CC-D6E6-F71B-F115-CCF181F6E936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-1"/>
            <a:ext cx="12192001" cy="3122613"/>
          </a:xfrm>
          <a:custGeom xmlns:a="http://schemas.openxmlformats.org/drawingml/2006/main">
            <a:gdLst>
              <a:gd name="connsiteX0" fmla="*/ 767072 w 12192001"/>
              <a:gd name="connsiteY0" fmla="*/ 371000 h 3122613"/>
              <a:gd name="connsiteX1" fmla="*/ 799951 w 12192001"/>
              <a:gd name="connsiteY1" fmla="*/ 371000 h 3122613"/>
              <a:gd name="connsiteX2" fmla="*/ 813959 w 12192001"/>
              <a:gd name="connsiteY2" fmla="*/ 371799 h 3122613"/>
              <a:gd name="connsiteX3" fmla="*/ 825811 w 12192001"/>
              <a:gd name="connsiteY3" fmla="*/ 374901 h 3122613"/>
              <a:gd name="connsiteX4" fmla="*/ 834031 w 12192001"/>
              <a:gd name="connsiteY4" fmla="*/ 381381 h 3122613"/>
              <a:gd name="connsiteX5" fmla="*/ 837140 w 12192001"/>
              <a:gd name="connsiteY5" fmla="*/ 392376 h 3122613"/>
              <a:gd name="connsiteX6" fmla="*/ 834031 w 12192001"/>
              <a:gd name="connsiteY6" fmla="*/ 403372 h 3122613"/>
              <a:gd name="connsiteX7" fmla="*/ 834031 w 12192001"/>
              <a:gd name="connsiteY7" fmla="*/ 403341 h 3122613"/>
              <a:gd name="connsiteX8" fmla="*/ 825811 w 12192001"/>
              <a:gd name="connsiteY8" fmla="*/ 409821 h 3122613"/>
              <a:gd name="connsiteX9" fmla="*/ 813959 w 12192001"/>
              <a:gd name="connsiteY9" fmla="*/ 412923 h 3122613"/>
              <a:gd name="connsiteX10" fmla="*/ 799951 w 12192001"/>
              <a:gd name="connsiteY10" fmla="*/ 413722 h 3122613"/>
              <a:gd name="connsiteX11" fmla="*/ 767072 w 12192001"/>
              <a:gd name="connsiteY11" fmla="*/ 413722 h 3122613"/>
              <a:gd name="connsiteX12" fmla="*/ 1073698 w 12192001"/>
              <a:gd name="connsiteY12" fmla="*/ 335496 h 3122613"/>
              <a:gd name="connsiteX13" fmla="*/ 1073698 w 12192001"/>
              <a:gd name="connsiteY13" fmla="*/ 527421 h 3122613"/>
              <a:gd name="connsiteX14" fmla="*/ 1212850 w 12192001"/>
              <a:gd name="connsiteY14" fmla="*/ 527421 h 3122613"/>
              <a:gd name="connsiteX15" fmla="*/ 1212850 w 12192001"/>
              <a:gd name="connsiteY15" fmla="*/ 491948 h 3122613"/>
              <a:gd name="connsiteX16" fmla="*/ 1115167 w 12192001"/>
              <a:gd name="connsiteY16" fmla="*/ 491948 h 3122613"/>
              <a:gd name="connsiteX17" fmla="*/ 1115167 w 12192001"/>
              <a:gd name="connsiteY17" fmla="*/ 335496 h 3122613"/>
              <a:gd name="connsiteX18" fmla="*/ 904469 w 12192001"/>
              <a:gd name="connsiteY18" fmla="*/ 335496 h 3122613"/>
              <a:gd name="connsiteX19" fmla="*/ 904469 w 12192001"/>
              <a:gd name="connsiteY19" fmla="*/ 413722 h 3122613"/>
              <a:gd name="connsiteX20" fmla="*/ 945968 w 12192001"/>
              <a:gd name="connsiteY20" fmla="*/ 413722 h 3122613"/>
              <a:gd name="connsiteX21" fmla="*/ 945968 w 12192001"/>
              <a:gd name="connsiteY21" fmla="*/ 449195 h 3122613"/>
              <a:gd name="connsiteX22" fmla="*/ 904469 w 12192001"/>
              <a:gd name="connsiteY22" fmla="*/ 449195 h 3122613"/>
              <a:gd name="connsiteX23" fmla="*/ 904469 w 12192001"/>
              <a:gd name="connsiteY23" fmla="*/ 527421 h 3122613"/>
              <a:gd name="connsiteX24" fmla="*/ 945969 w 12192001"/>
              <a:gd name="connsiteY24" fmla="*/ 527421 h 3122613"/>
              <a:gd name="connsiteX25" fmla="*/ 945969 w 12192001"/>
              <a:gd name="connsiteY25" fmla="*/ 449195 h 3122613"/>
              <a:gd name="connsiteX26" fmla="*/ 1035278 w 12192001"/>
              <a:gd name="connsiteY26" fmla="*/ 449195 h 3122613"/>
              <a:gd name="connsiteX27" fmla="*/ 1035278 w 12192001"/>
              <a:gd name="connsiteY27" fmla="*/ 413722 h 3122613"/>
              <a:gd name="connsiteX28" fmla="*/ 945969 w 12192001"/>
              <a:gd name="connsiteY28" fmla="*/ 413722 h 3122613"/>
              <a:gd name="connsiteX29" fmla="*/ 945969 w 12192001"/>
              <a:gd name="connsiteY29" fmla="*/ 370969 h 3122613"/>
              <a:gd name="connsiteX30" fmla="*/ 1043652 w 12192001"/>
              <a:gd name="connsiteY30" fmla="*/ 370969 h 3122613"/>
              <a:gd name="connsiteX31" fmla="*/ 1043652 w 12192001"/>
              <a:gd name="connsiteY31" fmla="*/ 335496 h 3122613"/>
              <a:gd name="connsiteX32" fmla="*/ 725542 w 12192001"/>
              <a:gd name="connsiteY32" fmla="*/ 335496 h 3122613"/>
              <a:gd name="connsiteX33" fmla="*/ 725542 w 12192001"/>
              <a:gd name="connsiteY33" fmla="*/ 527421 h 3122613"/>
              <a:gd name="connsiteX34" fmla="*/ 767041 w 12192001"/>
              <a:gd name="connsiteY34" fmla="*/ 527421 h 3122613"/>
              <a:gd name="connsiteX35" fmla="*/ 767041 w 12192001"/>
              <a:gd name="connsiteY35" fmla="*/ 449195 h 3122613"/>
              <a:gd name="connsiteX36" fmla="*/ 811496 w 12192001"/>
              <a:gd name="connsiteY36" fmla="*/ 449195 h 3122613"/>
              <a:gd name="connsiteX37" fmla="*/ 842220 w 12192001"/>
              <a:gd name="connsiteY37" fmla="*/ 444343 h 3122613"/>
              <a:gd name="connsiteX38" fmla="*/ 862847 w 12192001"/>
              <a:gd name="connsiteY38" fmla="*/ 431566 h 3122613"/>
              <a:gd name="connsiteX39" fmla="*/ 874422 w 12192001"/>
              <a:gd name="connsiteY39" fmla="*/ 413322 h 3122613"/>
              <a:gd name="connsiteX40" fmla="*/ 878055 w 12192001"/>
              <a:gd name="connsiteY40" fmla="*/ 392346 h 3122613"/>
              <a:gd name="connsiteX41" fmla="*/ 874422 w 12192001"/>
              <a:gd name="connsiteY41" fmla="*/ 371246 h 3122613"/>
              <a:gd name="connsiteX42" fmla="*/ 862847 w 12192001"/>
              <a:gd name="connsiteY42" fmla="*/ 353125 h 3122613"/>
              <a:gd name="connsiteX43" fmla="*/ 842220 w 12192001"/>
              <a:gd name="connsiteY43" fmla="*/ 340349 h 3122613"/>
              <a:gd name="connsiteX44" fmla="*/ 811496 w 12192001"/>
              <a:gd name="connsiteY44" fmla="*/ 335496 h 3122613"/>
              <a:gd name="connsiteX45" fmla="*/ 550863 w 12192001"/>
              <a:gd name="connsiteY45" fmla="*/ 335496 h 3122613"/>
              <a:gd name="connsiteX46" fmla="*/ 550863 w 12192001"/>
              <a:gd name="connsiteY46" fmla="*/ 413722 h 3122613"/>
              <a:gd name="connsiteX47" fmla="*/ 592363 w 12192001"/>
              <a:gd name="connsiteY47" fmla="*/ 413722 h 3122613"/>
              <a:gd name="connsiteX48" fmla="*/ 592363 w 12192001"/>
              <a:gd name="connsiteY48" fmla="*/ 449195 h 3122613"/>
              <a:gd name="connsiteX49" fmla="*/ 550863 w 12192001"/>
              <a:gd name="connsiteY49" fmla="*/ 449195 h 3122613"/>
              <a:gd name="connsiteX50" fmla="*/ 550863 w 12192001"/>
              <a:gd name="connsiteY50" fmla="*/ 527421 h 3122613"/>
              <a:gd name="connsiteX51" fmla="*/ 690015 w 12192001"/>
              <a:gd name="connsiteY51" fmla="*/ 527421 h 3122613"/>
              <a:gd name="connsiteX52" fmla="*/ 690015 w 12192001"/>
              <a:gd name="connsiteY52" fmla="*/ 491948 h 3122613"/>
              <a:gd name="connsiteX53" fmla="*/ 592363 w 12192001"/>
              <a:gd name="connsiteY53" fmla="*/ 491948 h 3122613"/>
              <a:gd name="connsiteX54" fmla="*/ 592363 w 12192001"/>
              <a:gd name="connsiteY54" fmla="*/ 449195 h 3122613"/>
              <a:gd name="connsiteX55" fmla="*/ 681672 w 12192001"/>
              <a:gd name="connsiteY55" fmla="*/ 449195 h 3122613"/>
              <a:gd name="connsiteX56" fmla="*/ 681672 w 12192001"/>
              <a:gd name="connsiteY56" fmla="*/ 413722 h 3122613"/>
              <a:gd name="connsiteX57" fmla="*/ 592363 w 12192001"/>
              <a:gd name="connsiteY57" fmla="*/ 413722 h 3122613"/>
              <a:gd name="connsiteX58" fmla="*/ 592363 w 12192001"/>
              <a:gd name="connsiteY58" fmla="*/ 370969 h 3122613"/>
              <a:gd name="connsiteX59" fmla="*/ 690015 w 12192001"/>
              <a:gd name="connsiteY59" fmla="*/ 370969 h 3122613"/>
              <a:gd name="connsiteX60" fmla="*/ 690015 w 12192001"/>
              <a:gd name="connsiteY60" fmla="*/ 335496 h 3122613"/>
              <a:gd name="connsiteX61" fmla="*/ 0 w 12192001"/>
              <a:gd name="connsiteY61" fmla="*/ 0 h 3122613"/>
              <a:gd name="connsiteX62" fmla="*/ 12192001 w 12192001"/>
              <a:gd name="connsiteY62" fmla="*/ 0 h 3122613"/>
              <a:gd name="connsiteX63" fmla="*/ 12192001 w 12192001"/>
              <a:gd name="connsiteY63" fmla="*/ 3122613 h 3122613"/>
              <a:gd name="connsiteX64" fmla="*/ 0 w 12192001"/>
              <a:gd name="connsiteY64" fmla="*/ 3122613 h 3122613"/>
            </a:gdLst>
            <a:rect l="l" t="t" r="r" b="b"/>
            <a:pathLst>
              <a:path w="12192001" h="3122613">
                <a:moveTo>
                  <a:pt x="767072" y="371000"/>
                </a:moveTo>
                <a:lnTo>
                  <a:pt x="799951" y="371000"/>
                </a:lnTo>
                <a:cubicBezTo>
                  <a:pt x="804815" y="371000"/>
                  <a:pt x="809464" y="371276"/>
                  <a:pt x="813959" y="371799"/>
                </a:cubicBezTo>
                <a:cubicBezTo>
                  <a:pt x="818453" y="372321"/>
                  <a:pt x="822394" y="373365"/>
                  <a:pt x="825811" y="374901"/>
                </a:cubicBezTo>
                <a:cubicBezTo>
                  <a:pt x="829228" y="376436"/>
                  <a:pt x="831969" y="378586"/>
                  <a:pt x="834031" y="381381"/>
                </a:cubicBezTo>
                <a:cubicBezTo>
                  <a:pt x="836094" y="384176"/>
                  <a:pt x="837140" y="387831"/>
                  <a:pt x="837140" y="392376"/>
                </a:cubicBezTo>
                <a:cubicBezTo>
                  <a:pt x="837140" y="396922"/>
                  <a:pt x="836094" y="400577"/>
                  <a:pt x="834031" y="403372"/>
                </a:cubicBezTo>
                <a:lnTo>
                  <a:pt x="834031" y="403341"/>
                </a:lnTo>
                <a:cubicBezTo>
                  <a:pt x="831969" y="406136"/>
                  <a:pt x="829228" y="408316"/>
                  <a:pt x="825811" y="409821"/>
                </a:cubicBezTo>
                <a:cubicBezTo>
                  <a:pt x="822394" y="411357"/>
                  <a:pt x="818453" y="412401"/>
                  <a:pt x="813959" y="412923"/>
                </a:cubicBezTo>
                <a:cubicBezTo>
                  <a:pt x="809464" y="413446"/>
                  <a:pt x="804785" y="413722"/>
                  <a:pt x="799951" y="413722"/>
                </a:cubicBezTo>
                <a:lnTo>
                  <a:pt x="767072" y="413722"/>
                </a:lnTo>
                <a:close/>
                <a:moveTo>
                  <a:pt x="1073698" y="335496"/>
                </a:moveTo>
                <a:lnTo>
                  <a:pt x="1073698" y="527421"/>
                </a:lnTo>
                <a:lnTo>
                  <a:pt x="1212850" y="527421"/>
                </a:lnTo>
                <a:lnTo>
                  <a:pt x="1212850" y="491948"/>
                </a:lnTo>
                <a:lnTo>
                  <a:pt x="1115167" y="491948"/>
                </a:lnTo>
                <a:lnTo>
                  <a:pt x="1115167" y="335496"/>
                </a:lnTo>
                <a:close/>
                <a:moveTo>
                  <a:pt x="904469" y="335496"/>
                </a:moveTo>
                <a:lnTo>
                  <a:pt x="904469" y="413722"/>
                </a:lnTo>
                <a:lnTo>
                  <a:pt x="945968" y="413722"/>
                </a:lnTo>
                <a:lnTo>
                  <a:pt x="945968" y="449195"/>
                </a:lnTo>
                <a:lnTo>
                  <a:pt x="904469" y="449195"/>
                </a:lnTo>
                <a:lnTo>
                  <a:pt x="904469" y="527421"/>
                </a:lnTo>
                <a:lnTo>
                  <a:pt x="945969" y="527421"/>
                </a:lnTo>
                <a:lnTo>
                  <a:pt x="945969" y="449195"/>
                </a:lnTo>
                <a:lnTo>
                  <a:pt x="1035278" y="449195"/>
                </a:lnTo>
                <a:lnTo>
                  <a:pt x="1035278" y="413722"/>
                </a:lnTo>
                <a:lnTo>
                  <a:pt x="945969" y="413722"/>
                </a:lnTo>
                <a:lnTo>
                  <a:pt x="945969" y="370969"/>
                </a:lnTo>
                <a:lnTo>
                  <a:pt x="1043652" y="370969"/>
                </a:lnTo>
                <a:lnTo>
                  <a:pt x="1043652" y="335496"/>
                </a:lnTo>
                <a:close/>
                <a:moveTo>
                  <a:pt x="725542" y="335496"/>
                </a:moveTo>
                <a:lnTo>
                  <a:pt x="725542" y="527421"/>
                </a:lnTo>
                <a:lnTo>
                  <a:pt x="767041" y="527421"/>
                </a:lnTo>
                <a:lnTo>
                  <a:pt x="767041" y="449195"/>
                </a:lnTo>
                <a:lnTo>
                  <a:pt x="811496" y="449195"/>
                </a:lnTo>
                <a:cubicBezTo>
                  <a:pt x="823533" y="449195"/>
                  <a:pt x="833754" y="447598"/>
                  <a:pt x="842220" y="444343"/>
                </a:cubicBezTo>
                <a:cubicBezTo>
                  <a:pt x="850656" y="441118"/>
                  <a:pt x="857521" y="436849"/>
                  <a:pt x="862847" y="431566"/>
                </a:cubicBezTo>
                <a:cubicBezTo>
                  <a:pt x="868142" y="426283"/>
                  <a:pt x="872021" y="420202"/>
                  <a:pt x="874422" y="413322"/>
                </a:cubicBezTo>
                <a:cubicBezTo>
                  <a:pt x="876854" y="406443"/>
                  <a:pt x="878055" y="399471"/>
                  <a:pt x="878055" y="392346"/>
                </a:cubicBezTo>
                <a:cubicBezTo>
                  <a:pt x="878055" y="385220"/>
                  <a:pt x="876854" y="378033"/>
                  <a:pt x="874422" y="371246"/>
                </a:cubicBezTo>
                <a:cubicBezTo>
                  <a:pt x="871990" y="364458"/>
                  <a:pt x="868142" y="358408"/>
                  <a:pt x="862847" y="353125"/>
                </a:cubicBezTo>
                <a:cubicBezTo>
                  <a:pt x="857552" y="347843"/>
                  <a:pt x="850686" y="343574"/>
                  <a:pt x="842220" y="340349"/>
                </a:cubicBezTo>
                <a:cubicBezTo>
                  <a:pt x="833785" y="337124"/>
                  <a:pt x="823533" y="335496"/>
                  <a:pt x="811496" y="335496"/>
                </a:cubicBezTo>
                <a:close/>
                <a:moveTo>
                  <a:pt x="550863" y="335496"/>
                </a:moveTo>
                <a:lnTo>
                  <a:pt x="550863" y="413722"/>
                </a:lnTo>
                <a:lnTo>
                  <a:pt x="592363" y="413722"/>
                </a:lnTo>
                <a:lnTo>
                  <a:pt x="592363" y="449195"/>
                </a:lnTo>
                <a:lnTo>
                  <a:pt x="550863" y="449195"/>
                </a:lnTo>
                <a:lnTo>
                  <a:pt x="550863" y="527421"/>
                </a:lnTo>
                <a:lnTo>
                  <a:pt x="690015" y="527421"/>
                </a:lnTo>
                <a:lnTo>
                  <a:pt x="690015" y="491948"/>
                </a:lnTo>
                <a:lnTo>
                  <a:pt x="592363" y="491948"/>
                </a:lnTo>
                <a:lnTo>
                  <a:pt x="592363" y="449195"/>
                </a:lnTo>
                <a:lnTo>
                  <a:pt x="681672" y="449195"/>
                </a:lnTo>
                <a:lnTo>
                  <a:pt x="681672" y="413722"/>
                </a:lnTo>
                <a:lnTo>
                  <a:pt x="592363" y="413722"/>
                </a:lnTo>
                <a:lnTo>
                  <a:pt x="592363" y="370969"/>
                </a:lnTo>
                <a:lnTo>
                  <a:pt x="690015" y="370969"/>
                </a:lnTo>
                <a:lnTo>
                  <a:pt x="690015" y="335496"/>
                </a:lnTo>
                <a:close/>
                <a:moveTo>
                  <a:pt x="0" y="0"/>
                </a:moveTo>
                <a:lnTo>
                  <a:pt x="12192001" y="0"/>
                </a:lnTo>
                <a:lnTo>
                  <a:pt x="12192001" y="3122613"/>
                </a:lnTo>
                <a:lnTo>
                  <a:pt x="0" y="3122613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t>Cliquez sur l'icône pour ajouter une image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D03E4323-45B8-470D-AAC4-4F055E8F70E2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4295775" y="4002665"/>
            <a:ext cx="7345362" cy="2523971"/>
          </a:xfrm>
        </p:spPr>
        <p:txBody>
          <a:bodyPr xmlns:a="http://schemas.openxmlformats.org/drawingml/2006/main"/>
          <a:lstStyle xmlns:a="http://schemas.openxmlformats.org/drawingml/2006/main">
            <a:lvl4pPr>
              <a:buNone/>
              <a:defRPr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Cliquez pour modifier les styles du texte du masque</a:t>
            </a:r>
          </a:p>
        </p:txBody>
      </p:sp>
      <p:sp>
        <p:nvSpPr>
          <p:cNvPr id="10" name="Titre 9">
            <a:extLst xmlns:a="http://schemas.openxmlformats.org/drawingml/2006/main">
              <a:ext uri="{FF2B5EF4-FFF2-40B4-BE49-F238E27FC236}">
                <a16:creationId xmlns:a16="http://schemas.microsoft.com/office/drawing/2014/main" id="{062DF1BB-35DC-3A82-0169-B8DBE8B6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3161608"/>
            <a:ext cx="3625313" cy="30371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  <p:sp>
        <p:nvSpPr>
          <p:cNvPr id="50" name="Espace réservé de la date 49">
            <a:extLst xmlns:a="http://schemas.openxmlformats.org/drawingml/2006/main">
              <a:ext uri="{FF2B5EF4-FFF2-40B4-BE49-F238E27FC236}">
                <a16:creationId xmlns:a16="http://schemas.microsoft.com/office/drawing/2014/main" id="{1F58FB1B-3FCB-DC0A-985A-A79C7796D0ED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51" name="Espace réservé du pied de page 50">
            <a:extLst xmlns:a="http://schemas.openxmlformats.org/drawingml/2006/main">
              <a:ext uri="{FF2B5EF4-FFF2-40B4-BE49-F238E27FC236}">
                <a16:creationId xmlns:a16="http://schemas.microsoft.com/office/drawing/2014/main" id="{FCBC8351-192B-9FDA-B249-F979A12D1B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Espace réservé du numéro de diapositive 51">
            <a:extLst xmlns:a="http://schemas.openxmlformats.org/drawingml/2006/main">
              <a:ext uri="{FF2B5EF4-FFF2-40B4-BE49-F238E27FC236}">
                <a16:creationId xmlns:a16="http://schemas.microsoft.com/office/drawing/2014/main" id="{0A5A4FBE-7267-1A29-AF9C-9A2954CFE7A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47BDFDB8-5D94-8AAC-B64A-A9FB976C64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3" name="Espace réservé du pied de page 2">
            <a:extLst xmlns:a="http://schemas.openxmlformats.org/drawingml/2006/main">
              <a:ext uri="{FF2B5EF4-FFF2-40B4-BE49-F238E27FC236}">
                <a16:creationId xmlns:a16="http://schemas.microsoft.com/office/drawing/2014/main" id="{4969540E-0813-FBAC-C0A6-0D971B4856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space réservé du numéro de diapositive 3">
            <a:extLst xmlns:a="http://schemas.openxmlformats.org/drawingml/2006/main">
              <a:ext uri="{FF2B5EF4-FFF2-40B4-BE49-F238E27FC236}">
                <a16:creationId xmlns:a16="http://schemas.microsoft.com/office/drawing/2014/main" id="{E41E5FCE-1EB9-A21D-4086-BD23BB30A1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userDrawn="1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re 5">
            <a:extLst xmlns:a="http://schemas.openxmlformats.org/drawingml/2006/main"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</a:p>
        </p:txBody>
      </p:sp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Titre seu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084C64CE-C88F-2044-AD84-19F588F1890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8" name="Espace réservé du pied de page 7">
            <a:extLst xmlns:a="http://schemas.openxmlformats.org/drawingml/2006/main">
              <a:ext uri="{FF2B5EF4-FFF2-40B4-BE49-F238E27FC236}">
                <a16:creationId xmlns:a16="http://schemas.microsoft.com/office/drawing/2014/main" id="{A948AF20-C2DF-3542-BB6A-8354A98173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Espace réservé du numéro de diapositive 8">
            <a:extLst xmlns:a="http://schemas.openxmlformats.org/drawingml/2006/main"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D6D68D3A-BE52-3CFA-EEBB-E265EA0273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Modifiez le style du titre</a:t>
            </a:r>
            <a:endParaRPr/>
          </a:p>
        </p:txBody>
      </p:sp>
    </p:spTree>
  </p:cSld>
</p:sldLayout>
</file>

<file path=ppt/slideLayouts/slideLayout41.xml><?xml version="1.0" encoding="utf-8"?>
<p:sldLayout xmlns:p="http://schemas.openxmlformats.org/presentationml/2006/main" userDrawn="1">
  <p:cSld name="1_Titelfolie">
    <p:bg>
      <p:bgPr>
        <a:blipFill xmlns:a="http://schemas.openxmlformats.org/drawingml/2006/main" rotWithShape="1">
          <a:blip xmlns:r="http://schemas.openxmlformats.org/officeDocument/2006/relationships" r:embed="Rb036c44c28cc485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7AD4A1D4-4D59-C98D-B14C-603DAF099D5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5401632" y="4213160"/>
            <a:ext cx="6549224" cy="123694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algn="l">
              <a:buNone/>
              <a:defRPr sz="3600" b="1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Mastertitelformat </a:t>
            </a:r>
            <a:br/>
            <a:r>
              <a:t>bearbeiten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AF3461EB-F85C-B02A-124B-8663D3F142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7AF06045-4045-E22A-2DBF-CF2C672BAF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96FFAF1D-DB53-DE23-A6BD-5A40B7478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51E2D7-8BAB-964D-ABC0-59BC6355B452}" type="slidenum">
              <a:t>‹#›</a:t>
            </a:fld>
            <a:endParaRPr/>
          </a:p>
        </p:txBody>
      </p:sp>
      <p:pic>
        <p:nvPicPr>
          <p:cNvPr id="14" name="Grafik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7792e205d4f2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8288" y="259289"/>
            <a:ext cx="5522976" cy="5389892"/>
          </a:xfrm>
          <a:prstGeom xmlns:a="http://schemas.openxmlformats.org/drawingml/2006/main" prst="rect">
            <a:avLst/>
          </a:prstGeom>
        </p:spPr>
      </p:pic>
      <p:pic>
        <p:nvPicPr>
          <p:cNvPr id="15" name="Grafik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7f22584ea49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04688" y="2670027"/>
            <a:ext cx="5522976" cy="544434"/>
          </a:xfrm>
          <a:prstGeom xmlns:a="http://schemas.openxmlformats.org/drawingml/2006/main" prst="rect">
            <a:avLst/>
          </a:prstGeom>
        </p:spPr>
      </p:pic>
      <p:pic>
        <p:nvPicPr>
          <p:cNvPr id="16" name="Grafik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b6aebc78847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8263" y="3520887"/>
            <a:ext cx="5805489" cy="361106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6b2843c0b4b14fde" /><Relationship Type="http://schemas.openxmlformats.org/officeDocument/2006/relationships/image" Target="/ppt/media/image.svg" Id="Rac0a586c1b604353" /><Relationship Type="http://schemas.openxmlformats.org/officeDocument/2006/relationships/theme" Target="/ppt/slideMasters/theme/theme2.xml" Id="R2ae42596a7c647e1" /><Relationship Type="http://schemas.openxmlformats.org/officeDocument/2006/relationships/slideLayout" Target="/ppt/slideLayouts/slideLayout1.xml" Id="Re0311235c8274e2a" /><Relationship Type="http://schemas.openxmlformats.org/officeDocument/2006/relationships/slideLayout" Target="/ppt/slideLayouts/slideLayout2.xml" Id="Rb343df60b2524b91" /><Relationship Type="http://schemas.openxmlformats.org/officeDocument/2006/relationships/slideLayout" Target="/ppt/slideLayouts/slideLayout3.xml" Id="R058dcaf9c1c94f38" /><Relationship Type="http://schemas.openxmlformats.org/officeDocument/2006/relationships/slideLayout" Target="/ppt/slideLayouts/slideLayout4.xml" Id="Rcbd2b52e6d784dd8" /><Relationship Type="http://schemas.openxmlformats.org/officeDocument/2006/relationships/slideLayout" Target="/ppt/slideLayouts/slideLayout5.xml" Id="Rb61ed62ca0354cc8" /><Relationship Type="http://schemas.openxmlformats.org/officeDocument/2006/relationships/slideLayout" Target="/ppt/slideLayouts/slideLayout6.xml" Id="Rb9a8be1819f44e10" /><Relationship Type="http://schemas.openxmlformats.org/officeDocument/2006/relationships/slideLayout" Target="/ppt/slideLayouts/slideLayout7.xml" Id="Re34ebaba4f5b400b" /><Relationship Type="http://schemas.openxmlformats.org/officeDocument/2006/relationships/slideLayout" Target="/ppt/slideLayouts/slideLayout8.xml" Id="R66aec33c4c9f4d5e" /><Relationship Type="http://schemas.openxmlformats.org/officeDocument/2006/relationships/slideLayout" Target="/ppt/slideLayouts/slideLayout9.xml" Id="R6f707d586b854056" /><Relationship Type="http://schemas.openxmlformats.org/officeDocument/2006/relationships/slideLayout" Target="/ppt/slideLayouts/slideLayout10.xml" Id="R47b3e4e902ca40fa" /><Relationship Type="http://schemas.openxmlformats.org/officeDocument/2006/relationships/slideLayout" Target="/ppt/slideLayouts/slideLayout11.xml" Id="R0ae8d222712448aa" /><Relationship Type="http://schemas.openxmlformats.org/officeDocument/2006/relationships/slideLayout" Target="/ppt/slideLayouts/slideLayout12.xml" Id="Rca738ddaa0ce4b70" /><Relationship Type="http://schemas.openxmlformats.org/officeDocument/2006/relationships/slideLayout" Target="/ppt/slideLayouts/slideLayout13.xml" Id="Re219faf8615449af" /><Relationship Type="http://schemas.openxmlformats.org/officeDocument/2006/relationships/slideLayout" Target="/ppt/slideLayouts/slideLayout14.xml" Id="Rf72ee18ce8b74ebe" /><Relationship Type="http://schemas.openxmlformats.org/officeDocument/2006/relationships/slideLayout" Target="/ppt/slideLayouts/slideLayout15.xml" Id="R224f6cad1c164dcf" /><Relationship Type="http://schemas.openxmlformats.org/officeDocument/2006/relationships/slideLayout" Target="/ppt/slideLayouts/slideLayout16.xml" Id="Ra83000fb30b8487b" /><Relationship Type="http://schemas.openxmlformats.org/officeDocument/2006/relationships/slideLayout" Target="/ppt/slideLayouts/slideLayout17.xml" Id="R38636a96df5b4a7e" /><Relationship Type="http://schemas.openxmlformats.org/officeDocument/2006/relationships/slideLayout" Target="/ppt/slideLayouts/slideLayout18.xml" Id="Redd24a1417674833" /><Relationship Type="http://schemas.openxmlformats.org/officeDocument/2006/relationships/slideLayout" Target="/ppt/slideLayouts/slideLayout19.xml" Id="Re442522bc1574806" /><Relationship Type="http://schemas.openxmlformats.org/officeDocument/2006/relationships/slideLayout" Target="/ppt/slideLayouts/slideLayout20.xml" Id="Rb2689d3fb82f4479" /><Relationship Type="http://schemas.openxmlformats.org/officeDocument/2006/relationships/slideLayout" Target="/ppt/slideLayouts/slideLayout21.xml" Id="R1242c299a8d948c9" /><Relationship Type="http://schemas.openxmlformats.org/officeDocument/2006/relationships/slideLayout" Target="/ppt/slideLayouts/slideLayout22.xml" Id="R98e5e263ac8a4cc0" /><Relationship Type="http://schemas.openxmlformats.org/officeDocument/2006/relationships/slideLayout" Target="/ppt/slideLayouts/slideLayout23.xml" Id="Rff9646dbe5b44e72" /><Relationship Type="http://schemas.openxmlformats.org/officeDocument/2006/relationships/slideLayout" Target="/ppt/slideLayouts/slideLayout24.xml" Id="R509b14e033b94bb2" /><Relationship Type="http://schemas.openxmlformats.org/officeDocument/2006/relationships/slideLayout" Target="/ppt/slideLayouts/slideLayout25.xml" Id="Ra8a722f6970e4d9a" /><Relationship Type="http://schemas.openxmlformats.org/officeDocument/2006/relationships/slideLayout" Target="/ppt/slideLayouts/slideLayout26.xml" Id="R6f8e8d456c4148fb" /><Relationship Type="http://schemas.openxmlformats.org/officeDocument/2006/relationships/slideLayout" Target="/ppt/slideLayouts/slideLayout27.xml" Id="R5b5f742241a440cf" /><Relationship Type="http://schemas.openxmlformats.org/officeDocument/2006/relationships/slideLayout" Target="/ppt/slideLayouts/slideLayout28.xml" Id="Ref98342f7aa349e4" /><Relationship Type="http://schemas.openxmlformats.org/officeDocument/2006/relationships/slideLayout" Target="/ppt/slideLayouts/slideLayout29.xml" Id="Rb701e43e1a954e15" /><Relationship Type="http://schemas.openxmlformats.org/officeDocument/2006/relationships/slideLayout" Target="/ppt/slideLayouts/slideLayout30.xml" Id="R70fe6cd3d98d4339" /><Relationship Type="http://schemas.openxmlformats.org/officeDocument/2006/relationships/slideLayout" Target="/ppt/slideLayouts/slideLayout31.xml" Id="R5fc7f739c80346fd" /><Relationship Type="http://schemas.openxmlformats.org/officeDocument/2006/relationships/slideLayout" Target="/ppt/slideLayouts/slideLayout32.xml" Id="Rfa61fee91ad4463e" /><Relationship Type="http://schemas.openxmlformats.org/officeDocument/2006/relationships/slideLayout" Target="/ppt/slideLayouts/slideLayout33.xml" Id="R8b594ed9e3034501" /><Relationship Type="http://schemas.openxmlformats.org/officeDocument/2006/relationships/slideLayout" Target="/ppt/slideLayouts/slideLayout34.xml" Id="Rdae640766e8044a4" /><Relationship Type="http://schemas.openxmlformats.org/officeDocument/2006/relationships/slideLayout" Target="/ppt/slideLayouts/slideLayout35.xml" Id="R38dee7fb36aa4a3e" /><Relationship Type="http://schemas.openxmlformats.org/officeDocument/2006/relationships/slideLayout" Target="/ppt/slideLayouts/slideLayout36.xml" Id="R7e59f4f7cb8e4e24" /><Relationship Type="http://schemas.openxmlformats.org/officeDocument/2006/relationships/slideLayout" Target="/ppt/slideLayouts/slideLayout37.xml" Id="Rf702316ba81642d9" /><Relationship Type="http://schemas.openxmlformats.org/officeDocument/2006/relationships/slideLayout" Target="/ppt/slideLayouts/slideLayout38.xml" Id="R38101c9d03f64d10" /><Relationship Type="http://schemas.openxmlformats.org/officeDocument/2006/relationships/slideLayout" Target="/ppt/slideLayouts/slideLayout39.xml" Id="Rfef50e7b64e74ee6" /><Relationship Type="http://schemas.openxmlformats.org/officeDocument/2006/relationships/slideLayout" Target="/ppt/slideLayouts/slideLayout40.xml" Id="R0b8fab102d554d40" /><Relationship Type="http://schemas.openxmlformats.org/officeDocument/2006/relationships/slideLayout" Target="/ppt/slideLayouts/slideLayout41.xml" Id="R8f7a470679154a0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94838-B5D9-4581-AAEC-5E495561F6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4537075" cy="21066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18000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Modifiez</a:t>
            </a:r>
            <a:r>
              <a:t> le style du titre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48D733-8FE8-4545-8CAA-990E7B512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232400" y="2084388"/>
            <a:ext cx="6408737" cy="44402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6800" rIns="3600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Modifier les styles du </a:t>
            </a:r>
            <a:r>
              <a:t>texte</a:t>
            </a:r>
            <a:r>
              <a:t> du masque</a:t>
            </a:r>
          </a:p>
          <a:p xmlns:a="http://schemas.openxmlformats.org/drawingml/2006/main">
            <a:pPr lvl="1">
              <a:buNone/>
            </a:pPr>
            <a:r>
              <a:t>Deuxième </a:t>
            </a:r>
            <a:r>
              <a:t>niveau</a:t>
            </a:r>
            <a:endParaRPr/>
          </a:p>
          <a:p xmlns:a="http://schemas.openxmlformats.org/drawingml/2006/main">
            <a:pPr lvl="2">
              <a:buNone/>
            </a:pPr>
            <a:r>
              <a:t>Troisième</a:t>
            </a:r>
            <a:r>
              <a:t> </a:t>
            </a:r>
            <a:r>
              <a:t>niveau</a:t>
            </a:r>
            <a:br/>
            <a:r>
              <a:t>Quatrième</a:t>
            </a:r>
            <a:r>
              <a:t> </a:t>
            </a:r>
            <a:r>
              <a:t>niveau</a:t>
            </a:r>
            <a:br/>
            <a:r>
              <a:t>Cinquième</a:t>
            </a:r>
            <a:r>
              <a:t> </a:t>
            </a:r>
            <a:r>
              <a:t>niveau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1C984B-E42C-4ECB-9C96-56F754E5E28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132638" y="317500"/>
            <a:ext cx="3868422" cy="214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45720" anchor="t"/>
          <a:lstStyle xmlns:a="http://schemas.openxmlformats.org/drawingml/2006/main">
            <a:lvl1pPr algn="r">
              <a:buNone/>
              <a:defRPr sz="700" b="1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EPFL AT A GLANCE</a:t>
            </a:r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509DB27-2DDF-4140-AD02-164C5075D21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7132639" y="432364"/>
            <a:ext cx="3868422" cy="2251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45720" anchor="t"/>
          <a:lstStyle xmlns:a="http://schemas.openxmlformats.org/drawingml/2006/main">
            <a:lvl1pPr algn="r">
              <a:buNone/>
              <a:defRPr sz="7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1C30B9-46FC-474D-93D7-2B84200754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972485" y="-12704"/>
            <a:ext cx="683683" cy="8822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0" rIns="0" bIns="0" anchor="ctr"/>
          <a:lstStyle xmlns:a="http://schemas.openxmlformats.org/drawingml/2006/main">
            <a:lvl1pPr algn="r">
              <a:buNone/>
              <a:defRPr sz="21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E1E1CD7C-2161-7D43-862E-CE4C333CD873}" type="slidenum">
              <a:t>‹#›</a:t>
            </a:fld>
            <a:endParaRPr/>
          </a:p>
        </p:txBody>
      </p:sp>
      <p:pic>
        <p:nvPicPr>
          <p:cNvPr id="13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843c0b4b14fde">
            <a:extLst>
              <a:ext uri="{96DAC541-7B7A-43D3-8B79-37D633B846F1}">
                <asvg:svgBlip xmlns:asvg="http://schemas.microsoft.com/office/drawing/2016/SVG/main" r:embed="Rac0a586c1b604353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3122" y="253458"/>
            <a:ext cx="822318" cy="356278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11235c8274e2a"/>
    <p:sldLayoutId xmlns:r="http://schemas.openxmlformats.org/officeDocument/2006/relationships" id="2147483650" r:id="Rb343df60b2524b91"/>
    <p:sldLayoutId xmlns:r="http://schemas.openxmlformats.org/officeDocument/2006/relationships" id="2147483651" r:id="R058dcaf9c1c94f38"/>
    <p:sldLayoutId xmlns:r="http://schemas.openxmlformats.org/officeDocument/2006/relationships" id="2147483652" r:id="Rcbd2b52e6d784dd8"/>
    <p:sldLayoutId xmlns:r="http://schemas.openxmlformats.org/officeDocument/2006/relationships" id="2147483653" r:id="Rb61ed62ca0354cc8"/>
    <p:sldLayoutId xmlns:r="http://schemas.openxmlformats.org/officeDocument/2006/relationships" id="2147483654" r:id="Rb9a8be1819f44e10"/>
    <p:sldLayoutId xmlns:r="http://schemas.openxmlformats.org/officeDocument/2006/relationships" id="2147483655" r:id="Re34ebaba4f5b400b"/>
    <p:sldLayoutId xmlns:r="http://schemas.openxmlformats.org/officeDocument/2006/relationships" id="2147483656" r:id="R66aec33c4c9f4d5e"/>
    <p:sldLayoutId xmlns:r="http://schemas.openxmlformats.org/officeDocument/2006/relationships" id="2147483657" r:id="R6f707d586b854056"/>
    <p:sldLayoutId xmlns:r="http://schemas.openxmlformats.org/officeDocument/2006/relationships" id="2147483658" r:id="R47b3e4e902ca40fa"/>
    <p:sldLayoutId xmlns:r="http://schemas.openxmlformats.org/officeDocument/2006/relationships" id="2147483659" r:id="R0ae8d222712448aa"/>
    <p:sldLayoutId xmlns:r="http://schemas.openxmlformats.org/officeDocument/2006/relationships" id="2147483660" r:id="Rca738ddaa0ce4b70"/>
    <p:sldLayoutId xmlns:r="http://schemas.openxmlformats.org/officeDocument/2006/relationships" id="2147483661" r:id="Re219faf8615449af"/>
    <p:sldLayoutId xmlns:r="http://schemas.openxmlformats.org/officeDocument/2006/relationships" id="2147483662" r:id="Rf72ee18ce8b74ebe"/>
    <p:sldLayoutId xmlns:r="http://schemas.openxmlformats.org/officeDocument/2006/relationships" id="2147483663" r:id="R224f6cad1c164dcf"/>
    <p:sldLayoutId xmlns:r="http://schemas.openxmlformats.org/officeDocument/2006/relationships" id="2147483664" r:id="Ra83000fb30b8487b"/>
    <p:sldLayoutId xmlns:r="http://schemas.openxmlformats.org/officeDocument/2006/relationships" id="2147483665" r:id="R38636a96df5b4a7e"/>
    <p:sldLayoutId xmlns:r="http://schemas.openxmlformats.org/officeDocument/2006/relationships" id="2147483666" r:id="Redd24a1417674833"/>
    <p:sldLayoutId xmlns:r="http://schemas.openxmlformats.org/officeDocument/2006/relationships" id="2147483667" r:id="Re442522bc1574806"/>
    <p:sldLayoutId xmlns:r="http://schemas.openxmlformats.org/officeDocument/2006/relationships" id="2147483668" r:id="Rb2689d3fb82f4479"/>
    <p:sldLayoutId xmlns:r="http://schemas.openxmlformats.org/officeDocument/2006/relationships" id="2147483669" r:id="R1242c299a8d948c9"/>
    <p:sldLayoutId xmlns:r="http://schemas.openxmlformats.org/officeDocument/2006/relationships" id="2147483670" r:id="R98e5e263ac8a4cc0"/>
    <p:sldLayoutId xmlns:r="http://schemas.openxmlformats.org/officeDocument/2006/relationships" id="2147483671" r:id="Rff9646dbe5b44e72"/>
    <p:sldLayoutId xmlns:r="http://schemas.openxmlformats.org/officeDocument/2006/relationships" id="2147483672" r:id="R509b14e033b94bb2"/>
    <p:sldLayoutId xmlns:r="http://schemas.openxmlformats.org/officeDocument/2006/relationships" id="2147483673" r:id="Ra8a722f6970e4d9a"/>
    <p:sldLayoutId xmlns:r="http://schemas.openxmlformats.org/officeDocument/2006/relationships" id="2147483674" r:id="R6f8e8d456c4148fb"/>
    <p:sldLayoutId xmlns:r="http://schemas.openxmlformats.org/officeDocument/2006/relationships" id="2147483675" r:id="R5b5f742241a440cf"/>
    <p:sldLayoutId xmlns:r="http://schemas.openxmlformats.org/officeDocument/2006/relationships" id="2147483676" r:id="Ref98342f7aa349e4"/>
    <p:sldLayoutId xmlns:r="http://schemas.openxmlformats.org/officeDocument/2006/relationships" id="2147483677" r:id="Rb701e43e1a954e15"/>
    <p:sldLayoutId xmlns:r="http://schemas.openxmlformats.org/officeDocument/2006/relationships" id="2147483678" r:id="R70fe6cd3d98d4339"/>
    <p:sldLayoutId xmlns:r="http://schemas.openxmlformats.org/officeDocument/2006/relationships" id="2147483679" r:id="R5fc7f739c80346fd"/>
    <p:sldLayoutId xmlns:r="http://schemas.openxmlformats.org/officeDocument/2006/relationships" id="2147483680" r:id="Rfa61fee91ad4463e"/>
    <p:sldLayoutId xmlns:r="http://schemas.openxmlformats.org/officeDocument/2006/relationships" id="2147483681" r:id="R8b594ed9e3034501"/>
    <p:sldLayoutId xmlns:r="http://schemas.openxmlformats.org/officeDocument/2006/relationships" id="2147483682" r:id="Rdae640766e8044a4"/>
    <p:sldLayoutId xmlns:r="http://schemas.openxmlformats.org/officeDocument/2006/relationships" id="2147483683" r:id="R38dee7fb36aa4a3e"/>
    <p:sldLayoutId xmlns:r="http://schemas.openxmlformats.org/officeDocument/2006/relationships" id="2147483684" r:id="R7e59f4f7cb8e4e24"/>
    <p:sldLayoutId xmlns:r="http://schemas.openxmlformats.org/officeDocument/2006/relationships" id="2147483685" r:id="Rf702316ba81642d9"/>
    <p:sldLayoutId xmlns:r="http://schemas.openxmlformats.org/officeDocument/2006/relationships" id="2147483686" r:id="R38101c9d03f64d10"/>
    <p:sldLayoutId xmlns:r="http://schemas.openxmlformats.org/officeDocument/2006/relationships" id="2147483687" r:id="Rfef50e7b64e74ee6"/>
    <p:sldLayoutId xmlns:r="http://schemas.openxmlformats.org/officeDocument/2006/relationships" id="2147483688" r:id="R0b8fab102d554d40"/>
    <p:sldLayoutId xmlns:r="http://schemas.openxmlformats.org/officeDocument/2006/relationships" id="2147483689" r:id="R8f7a470679154a0d"/>
  </p:sldLayoutIdLst>
  <p:hf hdr="0"/>
  <p:txStyles>
    <p:titleStyle>
      <a:lvl1pPr xmlns:a="http://schemas.openxmlformats.org/drawingml/2006/main" algn="l" defTabSz="914377">
        <a:lnSpc>
          <a:spcPct val="90000"/>
        </a:lnSpc>
        <a:spcBef>
          <a:spcPct val="0"/>
        </a:spcBef>
        <a:buNone/>
        <a:defRPr sz="4400" b="1" i="0" kern="1000" spc="-150" baseline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594" indent="-228594" algn="l" defTabSz="914377">
        <a:lnSpc>
          <a:spcPct val="90000"/>
        </a:lnSpc>
        <a:spcBef>
          <a:spcPts val="1000"/>
        </a:spcBef>
        <a:buClr>
          <a:schemeClr val="tx2"/>
        </a:buClr>
        <a:buSzPct val="90000"/>
        <a:buFont typeface="Wingdings"/>
        <a:buChar char="§"/>
        <a:defRPr sz="2400" b="0" i="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47675" indent="-157163" algn="l" defTabSz="914377">
        <a:lnSpc>
          <a:spcPct val="90000"/>
        </a:lnSpc>
        <a:spcBef>
          <a:spcPts val="500"/>
        </a:spcBef>
        <a:buClr>
          <a:schemeClr val="tx2"/>
        </a:buClr>
        <a:buSzPct val="100000"/>
        <a:buFont typeface="Arial"/>
        <a:buChar char="•"/>
        <a:defRPr sz="2133" b="0" i="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763588" indent="-225425" algn="l" defTabSz="914377">
        <a:lnSpc>
          <a:spcPct val="90000"/>
        </a:lnSpc>
        <a:spcBef>
          <a:spcPts val="500"/>
        </a:spcBef>
        <a:buClr>
          <a:schemeClr val="tx2"/>
        </a:buClr>
        <a:buSzPct val="90000"/>
        <a:buFont typeface="Wingdings"/>
        <a:buChar char="§"/>
        <a:defRPr sz="2000" b="0" i="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160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349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537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726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8914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103" indent="-228594" algn="l" defTabSz="914377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18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377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566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754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5943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131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320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509" algn="l" defTabSz="914377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47" userDrawn="1">
          <p15:clr>
            <a:srgbClr xmlns:a="http://schemas.openxmlformats.org/drawingml/2006/main" val="F26B43"/>
          </p15:clr>
        </p15:guide>
        <p15:guide id="3" pos="7680" userDrawn="1">
          <p15:clr>
            <a:srgbClr xmlns:a="http://schemas.openxmlformats.org/drawingml/2006/main" val="F26B43"/>
          </p15:clr>
        </p15:guide>
        <p15:guide id="4" pos="3885" userDrawn="1">
          <p15:clr>
            <a:srgbClr xmlns:a="http://schemas.openxmlformats.org/drawingml/2006/main" val="F26B43"/>
          </p15:clr>
        </p15:guide>
        <p15:guide id="5" orient="horz" pos="210" userDrawn="1">
          <p15:clr>
            <a:srgbClr xmlns:a="http://schemas.openxmlformats.org/drawingml/2006/main" val="F26B43"/>
          </p15:clr>
        </p15:guide>
        <p15:guide id="6" orient="horz" pos="4110" userDrawn="1">
          <p15:clr>
            <a:srgbClr xmlns:a="http://schemas.openxmlformats.org/drawingml/2006/main" val="F26B43"/>
          </p15:clr>
        </p15:guide>
        <p15:guide id="7" pos="846" userDrawn="1">
          <p15:clr>
            <a:srgbClr xmlns:a="http://schemas.openxmlformats.org/drawingml/2006/main" val="F26B43"/>
          </p15:clr>
        </p15:guide>
        <p15:guide id="8" userDrawn="1">
          <p15:clr>
            <a:srgbClr xmlns:a="http://schemas.openxmlformats.org/drawingml/2006/main" val="F26B43"/>
          </p15:clr>
        </p15:guide>
        <p15:guide id="10" pos="4384" userDrawn="1">
          <p15:clr>
            <a:srgbClr xmlns:a="http://schemas.openxmlformats.org/drawingml/2006/main" val="F26B43"/>
          </p15:clr>
        </p15:guide>
        <p15:guide id="11" pos="4475" userDrawn="1">
          <p15:clr>
            <a:srgbClr xmlns:a="http://schemas.openxmlformats.org/drawingml/2006/main" val="F26B43"/>
          </p15:clr>
        </p15:guide>
        <p15:guide id="12" pos="4974" userDrawn="1">
          <p15:clr>
            <a:srgbClr xmlns:a="http://schemas.openxmlformats.org/drawingml/2006/main" val="F26B43"/>
          </p15:clr>
        </p15:guide>
        <p15:guide id="13" pos="5065" userDrawn="1">
          <p15:clr>
            <a:srgbClr xmlns:a="http://schemas.openxmlformats.org/drawingml/2006/main" val="F26B43"/>
          </p15:clr>
        </p15:guide>
        <p15:guide id="14" pos="6834" userDrawn="1">
          <p15:clr>
            <a:srgbClr xmlns:a="http://schemas.openxmlformats.org/drawingml/2006/main" val="F26B43"/>
          </p15:clr>
        </p15:guide>
        <p15:guide id="15" orient="horz" pos="550" userDrawn="1">
          <p15:clr>
            <a:srgbClr xmlns:a="http://schemas.openxmlformats.org/drawingml/2006/main" val="F26B43"/>
          </p15:clr>
        </p15:guide>
        <p15:guide id="16" orient="horz" pos="1313" userDrawn="1">
          <p15:clr>
            <a:srgbClr xmlns:a="http://schemas.openxmlformats.org/drawingml/2006/main" val="F26B43"/>
          </p15:clr>
        </p15:guide>
        <p15:guide id="17" orient="horz" pos="1967" userDrawn="1">
          <p15:clr>
            <a:srgbClr xmlns:a="http://schemas.openxmlformats.org/drawingml/2006/main" val="F26B43"/>
          </p15:clr>
        </p15:guide>
        <p15:guide id="18" orient="horz" pos="2616" userDrawn="1">
          <p15:clr>
            <a:srgbClr xmlns:a="http://schemas.openxmlformats.org/drawingml/2006/main" val="F26B43"/>
          </p15:clr>
        </p15:guide>
        <p15:guide id="19" orient="horz" pos="3277" userDrawn="1">
          <p15:clr>
            <a:srgbClr xmlns:a="http://schemas.openxmlformats.org/drawingml/2006/main" val="F26B43"/>
          </p15:clr>
        </p15:guide>
        <p15:guide id="20" orient="horz" pos="4320" userDrawn="1">
          <p15:clr>
            <a:srgbClr xmlns:a="http://schemas.openxmlformats.org/drawingml/2006/main" val="F26B43"/>
          </p15:clr>
        </p15:guide>
        <p15:guide id="21" pos="7333" userDrawn="1">
          <p15:clr>
            <a:srgbClr xmlns:a="http://schemas.openxmlformats.org/drawingml/2006/main" val="F26B43"/>
          </p15:clr>
        </p15:guide>
        <p15:guide id="22" orient="horz" userDrawn="1">
          <p15:clr>
            <a:srgbClr xmlns:a="http://schemas.openxmlformats.org/drawingml/2006/main" val="F26B43"/>
          </p15:clr>
        </p15:guide>
        <p15:guide id="23" pos="937" userDrawn="1">
          <p15:clr>
            <a:srgbClr xmlns:a="http://schemas.openxmlformats.org/drawingml/2006/main" val="F26B43"/>
          </p15:clr>
        </p15:guide>
        <p15:guide id="24" pos="1436" userDrawn="1">
          <p15:clr>
            <a:srgbClr xmlns:a="http://schemas.openxmlformats.org/drawingml/2006/main" val="F26B43"/>
          </p15:clr>
        </p15:guide>
        <p15:guide id="25" pos="1527" userDrawn="1">
          <p15:clr>
            <a:srgbClr xmlns:a="http://schemas.openxmlformats.org/drawingml/2006/main" val="F26B43"/>
          </p15:clr>
        </p15:guide>
        <p15:guide id="26" pos="2026" userDrawn="1">
          <p15:clr>
            <a:srgbClr xmlns:a="http://schemas.openxmlformats.org/drawingml/2006/main" val="F26B43"/>
          </p15:clr>
        </p15:guide>
        <p15:guide id="27" pos="2116" userDrawn="1">
          <p15:clr>
            <a:srgbClr xmlns:a="http://schemas.openxmlformats.org/drawingml/2006/main" val="F26B43"/>
          </p15:clr>
        </p15:guide>
        <p15:guide id="28" pos="2615" userDrawn="1">
          <p15:clr>
            <a:srgbClr xmlns:a="http://schemas.openxmlformats.org/drawingml/2006/main" val="F26B43"/>
          </p15:clr>
        </p15:guide>
        <p15:guide id="29" pos="2706" userDrawn="1">
          <p15:clr>
            <a:srgbClr xmlns:a="http://schemas.openxmlformats.org/drawingml/2006/main" val="F26B43"/>
          </p15:clr>
        </p15:guide>
        <p15:guide id="30" pos="3205" userDrawn="1">
          <p15:clr>
            <a:srgbClr xmlns:a="http://schemas.openxmlformats.org/drawingml/2006/main" val="F26B43"/>
          </p15:clr>
        </p15:guide>
        <p15:guide id="31" pos="3296" userDrawn="1">
          <p15:clr>
            <a:srgbClr xmlns:a="http://schemas.openxmlformats.org/drawingml/2006/main" val="F26B43"/>
          </p15:clr>
        </p15:guide>
        <p15:guide id="32" pos="3795" userDrawn="1">
          <p15:clr>
            <a:srgbClr xmlns:a="http://schemas.openxmlformats.org/drawingml/2006/main" val="F26B43"/>
          </p15:clr>
        </p15:guide>
        <p15:guide id="33" pos="5564" userDrawn="1">
          <p15:clr>
            <a:srgbClr xmlns:a="http://schemas.openxmlformats.org/drawingml/2006/main" val="F26B43"/>
          </p15:clr>
        </p15:guide>
        <p15:guide id="34" pos="5654" userDrawn="1">
          <p15:clr>
            <a:srgbClr xmlns:a="http://schemas.openxmlformats.org/drawingml/2006/main" val="F26B43"/>
          </p15:clr>
        </p15:guide>
        <p15:guide id="35" pos="6153" userDrawn="1">
          <p15:clr>
            <a:srgbClr xmlns:a="http://schemas.openxmlformats.org/drawingml/2006/main" val="F26B43"/>
          </p15:clr>
        </p15:guide>
        <p15:guide id="36" pos="6244" userDrawn="1">
          <p15:clr>
            <a:srgbClr xmlns:a="http://schemas.openxmlformats.org/drawingml/2006/main" val="F26B43"/>
          </p15:clr>
        </p15:guide>
        <p15:guide id="37" pos="6743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Thème Office">
  <a:themeElements>
    <a:clrScheme name="EPFL 2025">
      <a:dk1>
        <a:srgbClr val="413C3A"/>
      </a:dk1>
      <a:lt1>
        <a:srgbClr val="FFFFFF"/>
      </a:lt1>
      <a:dk2>
        <a:srgbClr val="FF0000"/>
      </a:dk2>
      <a:lt2>
        <a:srgbClr val="CAC7C7"/>
      </a:lt2>
      <a:accent1>
        <a:srgbClr val="00A79F"/>
      </a:accent1>
      <a:accent2>
        <a:srgbClr val="24737F"/>
      </a:accent2>
      <a:accent3>
        <a:srgbClr val="512880"/>
      </a:accent3>
      <a:accent4>
        <a:srgbClr val="4F8FCC"/>
      </a:accent4>
      <a:accent5>
        <a:srgbClr val="D0661C"/>
      </a:accent5>
      <a:accent6>
        <a:srgbClr val="B51F1F"/>
      </a:accent6>
      <a:hlink>
        <a:srgbClr val="ED6E9C"/>
      </a:hlink>
      <a:folHlink>
        <a:srgbClr val="4F8FC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FL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5ff31813a485d" /><Relationship Type="http://schemas.openxmlformats.org/officeDocument/2006/relationships/image" Target="/ppt/media/image.jpeg" Id="Re86f826c88874f13" /><Relationship Type="http://schemas.openxmlformats.org/officeDocument/2006/relationships/image" Target="/ppt/media/image6.png" Id="R61c6cd0398c4498b" /><Relationship Type="http://schemas.openxmlformats.org/officeDocument/2006/relationships/notesSlide" Target="/ppt/notesSlides/notesSlide1.xml" Id="Rf9ac097f6c72461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593d2dc41584b61" /><Relationship Type="http://schemas.openxmlformats.org/officeDocument/2006/relationships/image" Target="/ppt/media/image7.png" Id="R8486558d2dd14b2b" /><Relationship Type="http://schemas.openxmlformats.org/officeDocument/2006/relationships/notesSlide" Target="/ppt/notesSlides/notesSlide2.xml" Id="R849b6acd6c8848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d48a1635ca844821" /><Relationship Type="http://schemas.openxmlformats.org/officeDocument/2006/relationships/image" Target="/ppt/media/image8.png" Id="R64416452c16e4b58" /><Relationship Type="http://schemas.openxmlformats.org/officeDocument/2006/relationships/image" Target="/ppt/media/image9.png" Id="Rb3abb48ab2224eea" /><Relationship Type="http://schemas.openxmlformats.org/officeDocument/2006/relationships/notesSlide" Target="/ppt/notesSlides/notesSlide3.xml" Id="Rb8f3383565214a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14d369b2f3d94150" /><Relationship Type="http://schemas.openxmlformats.org/officeDocument/2006/relationships/image" Target="/ppt/media/image10.png" Id="R61e52f9f9f8f4517" /><Relationship Type="http://schemas.openxmlformats.org/officeDocument/2006/relationships/notesSlide" Target="/ppt/notesSlides/notesSlide4.xml" Id="Rf3d901f8eaba4f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55e28273728a4c89" /><Relationship Type="http://schemas.openxmlformats.org/officeDocument/2006/relationships/image" Target="/ppt/media/image11.png" Id="Rf3b70625151f45e2" /><Relationship Type="http://schemas.openxmlformats.org/officeDocument/2006/relationships/image" Target="/ppt/media/image12.png" Id="Rf5c0077630f94129" /><Relationship Type="http://schemas.openxmlformats.org/officeDocument/2006/relationships/image" Target="/ppt/media/image13.png" Id="R2239f34da01a4555" /><Relationship Type="http://schemas.openxmlformats.org/officeDocument/2006/relationships/notesSlide" Target="/ppt/notesSlides/notesSlide5.xml" Id="Rb55915f6c7284f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16dc2f42cee4bff" /><Relationship Type="http://schemas.openxmlformats.org/officeDocument/2006/relationships/image" Target="/ppt/media/image14.png" Id="Rd4013cfdb86942c0" /><Relationship Type="http://schemas.openxmlformats.org/officeDocument/2006/relationships/notesSlide" Target="/ppt/notesSlides/notesSlide6.xml" Id="Rc3c7ca4a122049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8e5b8e1828ba48b0" /><Relationship Type="http://schemas.openxmlformats.org/officeDocument/2006/relationships/image" Target="/ppt/media/image15.png" Id="R218c693d631349bd" /><Relationship Type="http://schemas.openxmlformats.org/officeDocument/2006/relationships/notesSlide" Target="/ppt/notesSlides/notesSlide7.xml" Id="Rcdff628e8f124c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a8289d0b4484611" /><Relationship Type="http://schemas.openxmlformats.org/officeDocument/2006/relationships/image" Target="/ppt/media/image16.png" Id="Rfbd92edeb41e4513" /><Relationship Type="http://schemas.openxmlformats.org/officeDocument/2006/relationships/notesSlide" Target="/ppt/notesSlides/notesSlide8.xml" Id="R6663804f99454f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6235e7ddbd14cc2" /><Relationship Type="http://schemas.openxmlformats.org/officeDocument/2006/relationships/image" Target="/ppt/media/image17.png" Id="R9d01d7184d2b45a6" /><Relationship Type="http://schemas.openxmlformats.org/officeDocument/2006/relationships/notesSlide" Target="/ppt/notesSlides/notesSlide9.xml" Id="Rb60a9aa4a52d46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fbf7b7fe91d42a3" /><Relationship Type="http://schemas.openxmlformats.org/officeDocument/2006/relationships/image" Target="/ppt/media/image18.png" Id="Ra9a162dec8b24a95" /><Relationship Type="http://schemas.openxmlformats.org/officeDocument/2006/relationships/notesSlide" Target="/ppt/notesSlides/notesSlide10.xml" Id="R4250cdd2736545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cd01f3f1ad241a8" /><Relationship Type="http://schemas.openxmlformats.org/officeDocument/2006/relationships/image" Target="/ppt/media/image19.png" Id="Rc76a6a25c3754223" /><Relationship Type="http://schemas.openxmlformats.org/officeDocument/2006/relationships/notesSlide" Target="/ppt/notesSlides/notesSlide11.xml" Id="Rf0bba3636be845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5b06682e0434d7a" /><Relationship Type="http://schemas.openxmlformats.org/officeDocument/2006/relationships/image" Target="/ppt/media/image20.png" Id="R3be4d27102b1408d" /><Relationship Type="http://schemas.openxmlformats.org/officeDocument/2006/relationships/notesSlide" Target="/ppt/notesSlides/notesSlide12.xml" Id="R27f62b1a1eed4c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b9c75bc9b1f43bb" /><Relationship Type="http://schemas.openxmlformats.org/officeDocument/2006/relationships/image" Target="/ppt/media/image21.png" Id="R399d45956ac846d0" /><Relationship Type="http://schemas.openxmlformats.org/officeDocument/2006/relationships/notesSlide" Target="/ppt/notesSlides/notesSlide13.xml" Id="Recf46a4ca7e6435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3b30dd205fe47a5" /><Relationship Type="http://schemas.openxmlformats.org/officeDocument/2006/relationships/image" Target="/ppt/media/image22.png" Id="Ra806877b054e459d" /><Relationship Type="http://schemas.openxmlformats.org/officeDocument/2006/relationships/notesSlide" Target="/ppt/notesSlides/notesSlide14.xml" Id="Rb0e3ba5da8774b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3b224c0768c94584" /><Relationship Type="http://schemas.openxmlformats.org/officeDocument/2006/relationships/image" Target="/ppt/media/image23.png" Id="Rd9d0ab3b71264074" /><Relationship Type="http://schemas.openxmlformats.org/officeDocument/2006/relationships/notesSlide" Target="/ppt/notesSlides/notesSlide15.xml" Id="R7c212b15045f4c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1f33a96e5f8e431b" /><Relationship Type="http://schemas.openxmlformats.org/officeDocument/2006/relationships/image" Target="/ppt/media/image24.png" Id="Rb1fa4c57fbf043eb" /><Relationship Type="http://schemas.openxmlformats.org/officeDocument/2006/relationships/notesSlide" Target="/ppt/notesSlides/notesSlide16.xml" Id="R27e94ff6aa464e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6938bc4c42a44493" /><Relationship Type="http://schemas.openxmlformats.org/officeDocument/2006/relationships/image" Target="/ppt/media/image25.png" Id="R0211816c917043ab" /><Relationship Type="http://schemas.openxmlformats.org/officeDocument/2006/relationships/notesSlide" Target="/ppt/notesSlides/notesSlide17.xml" Id="Rc3e8e9689a8645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9.xml" Id="R11a740856a9244de" /><Relationship Type="http://schemas.openxmlformats.org/officeDocument/2006/relationships/image" Target="/ppt/media/image2.jpeg" Id="R71eff61107084080" /><Relationship Type="http://schemas.openxmlformats.org/officeDocument/2006/relationships/notesSlide" Target="/ppt/notesSlides/notesSlide18.xml" Id="R6f64372ebf534e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743194050466c" /><Relationship Type="http://schemas.openxmlformats.org/officeDocument/2006/relationships/image" Target="/ppt/media/image3.jpeg" Id="R6419ff5d2648406b" /><Relationship Type="http://schemas.openxmlformats.org/officeDocument/2006/relationships/image" Target="/ppt/media/image6.png" Id="R0ed2c87a1dd04cc2" /><Relationship Type="http://schemas.openxmlformats.org/officeDocument/2006/relationships/notesSlide" Target="/ppt/notesSlides/notesSlide19.xml" Id="R00c425a1ec134b9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ec83c9e2fc4d38" /><Relationship Type="http://schemas.openxmlformats.org/officeDocument/2006/relationships/image" Target="/ppt/media/image4.jpeg" Id="Ra5832fd95d5c4745" /><Relationship Type="http://schemas.openxmlformats.org/officeDocument/2006/relationships/notesSlide" Target="/ppt/notesSlides/notesSlide20.xml" Id="R70c7bee992414d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b603acec68e4bdb" /><Relationship Type="http://schemas.openxmlformats.org/officeDocument/2006/relationships/image" Target="/ppt/media/image26.png" Id="Rb3a13b990f504daf" /><Relationship Type="http://schemas.openxmlformats.org/officeDocument/2006/relationships/notesSlide" Target="/ppt/notesSlides/notesSlide21.xml" Id="Rb2ab0d683b584f9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3a5dfbe40d354f4e" /><Relationship Type="http://schemas.openxmlformats.org/officeDocument/2006/relationships/notesSlide" Target="/ppt/notesSlides/notesSlide22.xml" Id="R7d8b947aede64b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5084ab03e3640fb" /><Relationship Type="http://schemas.openxmlformats.org/officeDocument/2006/relationships/image" Target="/ppt/media/image27.png" Id="Rf68263e4c400405b" /><Relationship Type="http://schemas.openxmlformats.org/officeDocument/2006/relationships/notesSlide" Target="/ppt/notesSlides/notesSlide23.xml" Id="R2576eca6c7c644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db49e848e884364" /><Relationship Type="http://schemas.openxmlformats.org/officeDocument/2006/relationships/image" Target="/ppt/media/image28.png" Id="R0d3be3a3987549d9" /><Relationship Type="http://schemas.openxmlformats.org/officeDocument/2006/relationships/notesSlide" Target="/ppt/notesSlides/notesSlide24.xml" Id="Rea3ac7e23d2c4b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d46ab3a28fd8416f" /><Relationship Type="http://schemas.openxmlformats.org/officeDocument/2006/relationships/image" Target="/ppt/media/image29.png" Id="Rce53663afc4944b0" /><Relationship Type="http://schemas.openxmlformats.org/officeDocument/2006/relationships/image" Target="/ppt/media/image30.png" Id="Rfa0af529200a4671" /><Relationship Type="http://schemas.openxmlformats.org/officeDocument/2006/relationships/notesSlide" Target="/ppt/notesSlides/notesSlide25.xml" Id="Re1c5e7e0b236497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3ec8267d63f84206" /><Relationship Type="http://schemas.openxmlformats.org/officeDocument/2006/relationships/image" Target="/ppt/media/image31.png" Id="Rb45ddd644291450b" /><Relationship Type="http://schemas.openxmlformats.org/officeDocument/2006/relationships/image" Target="/ppt/media/image32.png" Id="Rf4c268d8365d4673" /><Relationship Type="http://schemas.openxmlformats.org/officeDocument/2006/relationships/notesSlide" Target="/ppt/notesSlides/notesSlide26.xml" Id="R7807ea51440a4a0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81398d0087b14239" /><Relationship Type="http://schemas.openxmlformats.org/officeDocument/2006/relationships/image" Target="/ppt/media/image33.png" Id="Rf0ed1f5d5e0b4d1a" /><Relationship Type="http://schemas.openxmlformats.org/officeDocument/2006/relationships/image" Target="/ppt/media/image34.png" Id="Raf5c4f153e9d4e6d" /><Relationship Type="http://schemas.openxmlformats.org/officeDocument/2006/relationships/notesSlide" Target="/ppt/notesSlides/notesSlide27.xml" Id="R8eb996bce153496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7041559999344056" /><Relationship Type="http://schemas.openxmlformats.org/officeDocument/2006/relationships/image" Target="/ppt/media/image35.png" Id="R49d8e192420f4178" /><Relationship Type="http://schemas.openxmlformats.org/officeDocument/2006/relationships/image" Target="/ppt/media/image36.png" Id="Rd8c827cd15734a6d" /><Relationship Type="http://schemas.openxmlformats.org/officeDocument/2006/relationships/notesSlide" Target="/ppt/notesSlides/notesSlide28.xml" Id="R4b3198bbe7434e5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0ee79c5844b24a4b" /><Relationship Type="http://schemas.openxmlformats.org/officeDocument/2006/relationships/image" Target="/ppt/media/image37.png" Id="R07634d5ecc8643eb" /><Relationship Type="http://schemas.openxmlformats.org/officeDocument/2006/relationships/notesSlide" Target="/ppt/notesSlides/notesSlide29.xml" Id="Rab7570e051c546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08f16999c3441d8" /><Relationship Type="http://schemas.openxmlformats.org/officeDocument/2006/relationships/image" Target="/ppt/media/image38.png" Id="R6cd4158af4ef4abc" /><Relationship Type="http://schemas.openxmlformats.org/officeDocument/2006/relationships/notesSlide" Target="/ppt/notesSlides/notesSlide30.xml" Id="R4941e9ad597f48c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8441a156cb024444" /><Relationship Type="http://schemas.openxmlformats.org/officeDocument/2006/relationships/image" Target="/ppt/media/image39.png" Id="R7131aa53ccce4613" /><Relationship Type="http://schemas.openxmlformats.org/officeDocument/2006/relationships/notesSlide" Target="/ppt/notesSlides/notesSlide31.xml" Id="R769b3f6a0d9a463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085ca42ee7ea4a94" /><Relationship Type="http://schemas.openxmlformats.org/officeDocument/2006/relationships/image" Target="/ppt/media/image40.png" Id="Rb3fe621c6b2741e6" /><Relationship Type="http://schemas.openxmlformats.org/officeDocument/2006/relationships/notesSlide" Target="/ppt/notesSlides/notesSlide32.xml" Id="Rd5be078e9463404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9.xml" Id="Rf75bc54ace744881" /><Relationship Type="http://schemas.openxmlformats.org/officeDocument/2006/relationships/image" Target="/ppt/media/image41.png" Id="R32d40a780af742c8" /><Relationship Type="http://schemas.openxmlformats.org/officeDocument/2006/relationships/notesSlide" Target="/ppt/notesSlides/notesSlide33.xml" Id="R7d5a2ae8cc894a4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a6eeed25843e1" /><Relationship Type="http://schemas.openxmlformats.org/officeDocument/2006/relationships/image" Target="/ppt/media/image3.jpeg" Id="R918df7255c5e43bc" /><Relationship Type="http://schemas.openxmlformats.org/officeDocument/2006/relationships/image" Target="/ppt/media/image6.png" Id="R4e1f26f28fbd4ef4" /><Relationship Type="http://schemas.openxmlformats.org/officeDocument/2006/relationships/notesSlide" Target="/ppt/notesSlides/notesSlide34.xml" Id="Rab866a27c394462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Espace réservé pour une image  10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e86f826c88874f1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0"/>
            <a:ext cx="12191998" cy="6858000"/>
          </a:xfrm>
        </p:spPr>
      </p:pic>
      <p:sp>
        <p:nvSpPr>
          <p:cNvPr id="7" name="Forme libre 6">
            <a:extLst xmlns:a="http://schemas.openxmlformats.org/drawingml/2006/main">
              <a:ext uri="{FF2B5EF4-FFF2-40B4-BE49-F238E27FC236}">
                <a16:creationId xmlns:a16="http://schemas.microsoft.com/office/drawing/2014/main" id="{00B85DEF-AF22-23A4-CE11-A6CB8CD0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40688" cy="6858000"/>
          </a:xfrm>
          <a:custGeom xmlns:a="http://schemas.openxmlformats.org/drawingml/2006/main">
            <a:gdLst>
              <a:gd name="connsiteX0" fmla="*/ 1047878 w 8040688"/>
              <a:gd name="connsiteY0" fmla="*/ 414079 h 6858000"/>
              <a:gd name="connsiteX1" fmla="*/ 1124414 w 8040688"/>
              <a:gd name="connsiteY1" fmla="*/ 414079 h 6858000"/>
              <a:gd name="connsiteX2" fmla="*/ 1157026 w 8040688"/>
              <a:gd name="connsiteY2" fmla="*/ 415945 h 6858000"/>
              <a:gd name="connsiteX3" fmla="*/ 1184613 w 8040688"/>
              <a:gd name="connsiteY3" fmla="*/ 423190 h 6858000"/>
              <a:gd name="connsiteX4" fmla="*/ 1203732 w 8040688"/>
              <a:gd name="connsiteY4" fmla="*/ 438343 h 6858000"/>
              <a:gd name="connsiteX5" fmla="*/ 1210937 w 8040688"/>
              <a:gd name="connsiteY5" fmla="*/ 463999 h 6858000"/>
              <a:gd name="connsiteX6" fmla="*/ 1203732 w 8040688"/>
              <a:gd name="connsiteY6" fmla="*/ 489655 h 6858000"/>
              <a:gd name="connsiteX7" fmla="*/ 1184613 w 8040688"/>
              <a:gd name="connsiteY7" fmla="*/ 504809 h 6858000"/>
              <a:gd name="connsiteX8" fmla="*/ 1157026 w 8040688"/>
              <a:gd name="connsiteY8" fmla="*/ 512053 h 6858000"/>
              <a:gd name="connsiteX9" fmla="*/ 1124414 w 8040688"/>
              <a:gd name="connsiteY9" fmla="*/ 513919 h 6858000"/>
              <a:gd name="connsiteX10" fmla="*/ 1047878 w 8040688"/>
              <a:gd name="connsiteY10" fmla="*/ 513919 h 6858000"/>
              <a:gd name="connsiteX11" fmla="*/ 1761703 w 8040688"/>
              <a:gd name="connsiteY11" fmla="*/ 331195 h 6858000"/>
              <a:gd name="connsiteX12" fmla="*/ 1761703 w 8040688"/>
              <a:gd name="connsiteY12" fmla="*/ 779561 h 6858000"/>
              <a:gd name="connsiteX13" fmla="*/ 2085672 w 8040688"/>
              <a:gd name="connsiteY13" fmla="*/ 779561 h 6858000"/>
              <a:gd name="connsiteX14" fmla="*/ 2085672 w 8040688"/>
              <a:gd name="connsiteY14" fmla="*/ 696645 h 6858000"/>
              <a:gd name="connsiteX15" fmla="*/ 1858274 w 8040688"/>
              <a:gd name="connsiteY15" fmla="*/ 696645 h 6858000"/>
              <a:gd name="connsiteX16" fmla="*/ 1858274 w 8040688"/>
              <a:gd name="connsiteY16" fmla="*/ 331195 h 6858000"/>
              <a:gd name="connsiteX17" fmla="*/ 1367739 w 8040688"/>
              <a:gd name="connsiteY17" fmla="*/ 331195 h 6858000"/>
              <a:gd name="connsiteX18" fmla="*/ 1367739 w 8040688"/>
              <a:gd name="connsiteY18" fmla="*/ 513920 h 6858000"/>
              <a:gd name="connsiteX19" fmla="*/ 1464342 w 8040688"/>
              <a:gd name="connsiteY19" fmla="*/ 513920 h 6858000"/>
              <a:gd name="connsiteX20" fmla="*/ 1464342 w 8040688"/>
              <a:gd name="connsiteY20" fmla="*/ 596804 h 6858000"/>
              <a:gd name="connsiteX21" fmla="*/ 1367739 w 8040688"/>
              <a:gd name="connsiteY21" fmla="*/ 596804 h 6858000"/>
              <a:gd name="connsiteX22" fmla="*/ 1367739 w 8040688"/>
              <a:gd name="connsiteY22" fmla="*/ 779529 h 6858000"/>
              <a:gd name="connsiteX23" fmla="*/ 1464342 w 8040688"/>
              <a:gd name="connsiteY23" fmla="*/ 779529 h 6858000"/>
              <a:gd name="connsiteX24" fmla="*/ 1464342 w 8040688"/>
              <a:gd name="connsiteY24" fmla="*/ 596804 h 6858000"/>
              <a:gd name="connsiteX25" fmla="*/ 1672306 w 8040688"/>
              <a:gd name="connsiteY25" fmla="*/ 596804 h 6858000"/>
              <a:gd name="connsiteX26" fmla="*/ 1672306 w 8040688"/>
              <a:gd name="connsiteY26" fmla="*/ 513920 h 6858000"/>
              <a:gd name="connsiteX27" fmla="*/ 1464342 w 8040688"/>
              <a:gd name="connsiteY27" fmla="*/ 513920 h 6858000"/>
              <a:gd name="connsiteX28" fmla="*/ 1464342 w 8040688"/>
              <a:gd name="connsiteY28" fmla="*/ 414079 h 6858000"/>
              <a:gd name="connsiteX29" fmla="*/ 1691740 w 8040688"/>
              <a:gd name="connsiteY29" fmla="*/ 414079 h 6858000"/>
              <a:gd name="connsiteX30" fmla="*/ 1691740 w 8040688"/>
              <a:gd name="connsiteY30" fmla="*/ 331195 h 6858000"/>
              <a:gd name="connsiteX31" fmla="*/ 544448 w 8040688"/>
              <a:gd name="connsiteY31" fmla="*/ 331195 h 6858000"/>
              <a:gd name="connsiteX32" fmla="*/ 544448 w 8040688"/>
              <a:gd name="connsiteY32" fmla="*/ 513920 h 6858000"/>
              <a:gd name="connsiteX33" fmla="*/ 641051 w 8040688"/>
              <a:gd name="connsiteY33" fmla="*/ 513920 h 6858000"/>
              <a:gd name="connsiteX34" fmla="*/ 641051 w 8040688"/>
              <a:gd name="connsiteY34" fmla="*/ 596804 h 6858000"/>
              <a:gd name="connsiteX35" fmla="*/ 544448 w 8040688"/>
              <a:gd name="connsiteY35" fmla="*/ 596804 h 6858000"/>
              <a:gd name="connsiteX36" fmla="*/ 544448 w 8040688"/>
              <a:gd name="connsiteY36" fmla="*/ 779560 h 6858000"/>
              <a:gd name="connsiteX37" fmla="*/ 868449 w 8040688"/>
              <a:gd name="connsiteY37" fmla="*/ 779560 h 6858000"/>
              <a:gd name="connsiteX38" fmla="*/ 868449 w 8040688"/>
              <a:gd name="connsiteY38" fmla="*/ 696645 h 6858000"/>
              <a:gd name="connsiteX39" fmla="*/ 641051 w 8040688"/>
              <a:gd name="connsiteY39" fmla="*/ 696645 h 6858000"/>
              <a:gd name="connsiteX40" fmla="*/ 641051 w 8040688"/>
              <a:gd name="connsiteY40" fmla="*/ 596804 h 6858000"/>
              <a:gd name="connsiteX41" fmla="*/ 849015 w 8040688"/>
              <a:gd name="connsiteY41" fmla="*/ 596804 h 6858000"/>
              <a:gd name="connsiteX42" fmla="*/ 849015 w 8040688"/>
              <a:gd name="connsiteY42" fmla="*/ 513920 h 6858000"/>
              <a:gd name="connsiteX43" fmla="*/ 641051 w 8040688"/>
              <a:gd name="connsiteY43" fmla="*/ 513920 h 6858000"/>
              <a:gd name="connsiteX44" fmla="*/ 641051 w 8040688"/>
              <a:gd name="connsiteY44" fmla="*/ 414079 h 6858000"/>
              <a:gd name="connsiteX45" fmla="*/ 868449 w 8040688"/>
              <a:gd name="connsiteY45" fmla="*/ 414079 h 6858000"/>
              <a:gd name="connsiteX46" fmla="*/ 868449 w 8040688"/>
              <a:gd name="connsiteY46" fmla="*/ 331195 h 6858000"/>
              <a:gd name="connsiteX47" fmla="*/ 951243 w 8040688"/>
              <a:gd name="connsiteY47" fmla="*/ 331163 h 6858000"/>
              <a:gd name="connsiteX48" fmla="*/ 951243 w 8040688"/>
              <a:gd name="connsiteY48" fmla="*/ 779529 h 6858000"/>
              <a:gd name="connsiteX49" fmla="*/ 1047846 w 8040688"/>
              <a:gd name="connsiteY49" fmla="*/ 779529 h 6858000"/>
              <a:gd name="connsiteX50" fmla="*/ 1047846 w 8040688"/>
              <a:gd name="connsiteY50" fmla="*/ 596772 h 6858000"/>
              <a:gd name="connsiteX51" fmla="*/ 1151338 w 8040688"/>
              <a:gd name="connsiteY51" fmla="*/ 596772 h 6858000"/>
              <a:gd name="connsiteX52" fmla="*/ 1222850 w 8040688"/>
              <a:gd name="connsiteY52" fmla="*/ 585478 h 6858000"/>
              <a:gd name="connsiteX53" fmla="*/ 1270852 w 8040688"/>
              <a:gd name="connsiteY53" fmla="*/ 555615 h 6858000"/>
              <a:gd name="connsiteX54" fmla="*/ 1297838 w 8040688"/>
              <a:gd name="connsiteY54" fmla="*/ 513002 h 6858000"/>
              <a:gd name="connsiteX55" fmla="*/ 1306307 w 8040688"/>
              <a:gd name="connsiteY55" fmla="*/ 463999 h 6858000"/>
              <a:gd name="connsiteX56" fmla="*/ 1297838 w 8040688"/>
              <a:gd name="connsiteY56" fmla="*/ 414712 h 6858000"/>
              <a:gd name="connsiteX57" fmla="*/ 1270852 w 8040688"/>
              <a:gd name="connsiteY57" fmla="*/ 372384 h 6858000"/>
              <a:gd name="connsiteX58" fmla="*/ 1270852 w 8040688"/>
              <a:gd name="connsiteY58" fmla="*/ 372352 h 6858000"/>
              <a:gd name="connsiteX59" fmla="*/ 1222850 w 8040688"/>
              <a:gd name="connsiteY59" fmla="*/ 342488 h 6858000"/>
              <a:gd name="connsiteX60" fmla="*/ 1151338 w 8040688"/>
              <a:gd name="connsiteY60" fmla="*/ 331163 h 6858000"/>
              <a:gd name="connsiteX61" fmla="*/ 0 w 8040688"/>
              <a:gd name="connsiteY61" fmla="*/ 0 h 6858000"/>
              <a:gd name="connsiteX62" fmla="*/ 8040688 w 8040688"/>
              <a:gd name="connsiteY62" fmla="*/ 0 h 6858000"/>
              <a:gd name="connsiteX63" fmla="*/ 8040688 w 8040688"/>
              <a:gd name="connsiteY63" fmla="*/ 6858000 h 6858000"/>
              <a:gd name="connsiteX64" fmla="*/ 0 w 8040688"/>
              <a:gd name="connsiteY64" fmla="*/ 6858000 h 6858000"/>
            </a:gdLst>
            <a:rect l="l" t="t" r="r" b="b"/>
            <a:pathLst>
              <a:path w="8040688" h="6858000">
                <a:moveTo>
                  <a:pt x="1047878" y="414079"/>
                </a:moveTo>
                <a:lnTo>
                  <a:pt x="1124414" y="414079"/>
                </a:lnTo>
                <a:cubicBezTo>
                  <a:pt x="1135696" y="414079"/>
                  <a:pt x="1146566" y="414712"/>
                  <a:pt x="1157026" y="415945"/>
                </a:cubicBezTo>
                <a:cubicBezTo>
                  <a:pt x="1167486" y="417179"/>
                  <a:pt x="1176682" y="419615"/>
                  <a:pt x="1184613" y="423190"/>
                </a:cubicBezTo>
                <a:cubicBezTo>
                  <a:pt x="1192545" y="426765"/>
                  <a:pt x="1198929" y="431826"/>
                  <a:pt x="1203732" y="438343"/>
                </a:cubicBezTo>
                <a:cubicBezTo>
                  <a:pt x="1208535" y="444860"/>
                  <a:pt x="1210937" y="453433"/>
                  <a:pt x="1210937" y="463999"/>
                </a:cubicBezTo>
                <a:cubicBezTo>
                  <a:pt x="1210937" y="474565"/>
                  <a:pt x="1208535" y="483138"/>
                  <a:pt x="1203732" y="489655"/>
                </a:cubicBezTo>
                <a:cubicBezTo>
                  <a:pt x="1198929" y="496172"/>
                  <a:pt x="1192545" y="501234"/>
                  <a:pt x="1184613" y="504809"/>
                </a:cubicBezTo>
                <a:cubicBezTo>
                  <a:pt x="1176650" y="508383"/>
                  <a:pt x="1167454" y="510788"/>
                  <a:pt x="1157026" y="512053"/>
                </a:cubicBezTo>
                <a:cubicBezTo>
                  <a:pt x="1146566" y="513287"/>
                  <a:pt x="1135696" y="513919"/>
                  <a:pt x="1124414" y="513919"/>
                </a:cubicBezTo>
                <a:lnTo>
                  <a:pt x="1047878" y="513919"/>
                </a:lnTo>
                <a:close/>
                <a:moveTo>
                  <a:pt x="1761703" y="331195"/>
                </a:moveTo>
                <a:lnTo>
                  <a:pt x="1761703" y="779561"/>
                </a:lnTo>
                <a:lnTo>
                  <a:pt x="2085672" y="779561"/>
                </a:lnTo>
                <a:lnTo>
                  <a:pt x="2085672" y="696645"/>
                </a:lnTo>
                <a:lnTo>
                  <a:pt x="1858274" y="696645"/>
                </a:lnTo>
                <a:lnTo>
                  <a:pt x="1858274" y="331195"/>
                </a:lnTo>
                <a:close/>
                <a:moveTo>
                  <a:pt x="1367739" y="331195"/>
                </a:moveTo>
                <a:lnTo>
                  <a:pt x="1367739" y="513920"/>
                </a:lnTo>
                <a:lnTo>
                  <a:pt x="1464342" y="513920"/>
                </a:lnTo>
                <a:lnTo>
                  <a:pt x="1464342" y="596804"/>
                </a:lnTo>
                <a:lnTo>
                  <a:pt x="1367739" y="596804"/>
                </a:lnTo>
                <a:lnTo>
                  <a:pt x="1367739" y="779529"/>
                </a:lnTo>
                <a:lnTo>
                  <a:pt x="1464342" y="779529"/>
                </a:lnTo>
                <a:lnTo>
                  <a:pt x="1464342" y="596804"/>
                </a:lnTo>
                <a:lnTo>
                  <a:pt x="1672306" y="596804"/>
                </a:lnTo>
                <a:lnTo>
                  <a:pt x="1672306" y="513920"/>
                </a:lnTo>
                <a:lnTo>
                  <a:pt x="1464342" y="513920"/>
                </a:lnTo>
                <a:lnTo>
                  <a:pt x="1464342" y="414079"/>
                </a:lnTo>
                <a:lnTo>
                  <a:pt x="1691740" y="414079"/>
                </a:lnTo>
                <a:lnTo>
                  <a:pt x="1691740" y="331195"/>
                </a:lnTo>
                <a:close/>
                <a:moveTo>
                  <a:pt x="544448" y="331195"/>
                </a:moveTo>
                <a:lnTo>
                  <a:pt x="544448" y="513920"/>
                </a:lnTo>
                <a:lnTo>
                  <a:pt x="641051" y="513920"/>
                </a:lnTo>
                <a:lnTo>
                  <a:pt x="641051" y="596804"/>
                </a:lnTo>
                <a:lnTo>
                  <a:pt x="544448" y="596804"/>
                </a:lnTo>
                <a:lnTo>
                  <a:pt x="544448" y="779560"/>
                </a:lnTo>
                <a:lnTo>
                  <a:pt x="868449" y="779560"/>
                </a:lnTo>
                <a:lnTo>
                  <a:pt x="868449" y="696645"/>
                </a:lnTo>
                <a:lnTo>
                  <a:pt x="641051" y="696645"/>
                </a:lnTo>
                <a:lnTo>
                  <a:pt x="641051" y="596804"/>
                </a:lnTo>
                <a:lnTo>
                  <a:pt x="849015" y="596804"/>
                </a:lnTo>
                <a:lnTo>
                  <a:pt x="849015" y="513920"/>
                </a:lnTo>
                <a:lnTo>
                  <a:pt x="641051" y="513920"/>
                </a:lnTo>
                <a:lnTo>
                  <a:pt x="641051" y="414079"/>
                </a:lnTo>
                <a:lnTo>
                  <a:pt x="868449" y="414079"/>
                </a:lnTo>
                <a:lnTo>
                  <a:pt x="868449" y="331195"/>
                </a:lnTo>
                <a:close/>
                <a:moveTo>
                  <a:pt x="951243" y="331163"/>
                </a:moveTo>
                <a:lnTo>
                  <a:pt x="951243" y="779529"/>
                </a:lnTo>
                <a:lnTo>
                  <a:pt x="1047846" y="779529"/>
                </a:lnTo>
                <a:lnTo>
                  <a:pt x="1047846" y="596772"/>
                </a:lnTo>
                <a:lnTo>
                  <a:pt x="1151338" y="596772"/>
                </a:lnTo>
                <a:cubicBezTo>
                  <a:pt x="1179336" y="596772"/>
                  <a:pt x="1203195" y="593007"/>
                  <a:pt x="1222850" y="585478"/>
                </a:cubicBezTo>
                <a:cubicBezTo>
                  <a:pt x="1242506" y="577949"/>
                  <a:pt x="1258496" y="567984"/>
                  <a:pt x="1270852" y="555615"/>
                </a:cubicBezTo>
                <a:cubicBezTo>
                  <a:pt x="1283176" y="543245"/>
                  <a:pt x="1292182" y="529041"/>
                  <a:pt x="1297838" y="513002"/>
                </a:cubicBezTo>
                <a:cubicBezTo>
                  <a:pt x="1303495" y="496963"/>
                  <a:pt x="1306307" y="480639"/>
                  <a:pt x="1306307" y="463999"/>
                </a:cubicBezTo>
                <a:cubicBezTo>
                  <a:pt x="1306307" y="447359"/>
                  <a:pt x="1303495" y="430561"/>
                  <a:pt x="1297838" y="414712"/>
                </a:cubicBezTo>
                <a:cubicBezTo>
                  <a:pt x="1292182" y="398862"/>
                  <a:pt x="1283207" y="384753"/>
                  <a:pt x="1270852" y="372384"/>
                </a:cubicBezTo>
                <a:lnTo>
                  <a:pt x="1270852" y="372352"/>
                </a:lnTo>
                <a:cubicBezTo>
                  <a:pt x="1258496" y="359983"/>
                  <a:pt x="1242506" y="350018"/>
                  <a:pt x="1222850" y="342488"/>
                </a:cubicBezTo>
                <a:cubicBezTo>
                  <a:pt x="1203195" y="334959"/>
                  <a:pt x="1179336" y="331163"/>
                  <a:pt x="1151338" y="331163"/>
                </a:cubicBezTo>
                <a:close/>
                <a:moveTo>
                  <a:pt x="0" y="0"/>
                </a:moveTo>
                <a:lnTo>
                  <a:pt x="8040688" y="0"/>
                </a:lnTo>
                <a:lnTo>
                  <a:pt x="8040688" y="6858000"/>
                </a:lnTo>
                <a:lnTo>
                  <a:pt x="0" y="68580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tx1">
                  <a:lumMod val="50000"/>
                  <a:alpha val="0"/>
                </a:schemeClr>
              </a:gs>
              <a:gs pos="57000">
                <a:schemeClr val="tx1">
                  <a:lumMod val="50000"/>
                </a:schemeClr>
              </a:gs>
              <a:gs pos="99000">
                <a:schemeClr val="tx1">
                  <a:lumMod val="50000"/>
                </a:schemeClr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6cd0398c449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420" y="5915487"/>
            <a:ext cx="922230" cy="603357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4906284-6989-6CB9-E687-809F47D2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2464" y="5929526"/>
            <a:ext cx="75085" cy="98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latin typeface="Arial"/>
              <a:ea typeface="Arial"/>
              <a:cs typeface="Arial"/>
            </a:endParaRP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AFA72A3A-2324-4360-8FE9-08FDFF2C76A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58564" y="2084388"/>
            <a:ext cx="6331422" cy="3476493"/>
          </a:xfrm>
        </p:spPr>
        <p:txBody>
          <a:bodyPr xmlns:a="http://schemas.openxmlformats.org/drawingml/2006/main">
            <a:normAutofit fontScale="62588"/>
          </a:bodyPr>
          <a:lstStyle xmlns:a="http://schemas.openxmlformats.org/drawingml/2006/main"/>
          <a:p xmlns:a="http://schemas.openxmlformats.org/drawingml/2006/main">
            <a:r>
              <a:rPr sz="9600"/>
              <a:t>Graph policies for</a:t>
            </a:r>
          </a:p>
          <a:p xmlns:a="http://schemas.openxmlformats.org/drawingml/2006/main">
            <a:r>
              <a:rPr sz="9600"/>
              <a:t>power-grid topology control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A831347B-6D09-788B-F99C-E1619180D9FE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 · AUGUST 2026</a:t>
            </a:r>
          </a:p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482FE952-AA42-AD54-3F14-5D7D9544808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 spc="30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EPFL × NUS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800" b="0" i="0" u="none" kern="1200" cap="none" spc="30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 thesis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567F8CDE-7193-4E56-068B-CC07CC06A12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 spc="30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PRESENTED BY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800" b="0" i="0" u="none" kern="1200" cap="none" spc="30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Corentin Plumet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Master thesis</a:t>
            </a:r>
          </a:p>
        </p:txBody>
      </p:sp>
    </p:spTree>
    <p:extLst>
      <p:ext uri="{BB962C8B-B14F-4D97-AF65-F5344CB8AC3E}">
        <p14:creationId xmlns:p14="http://schemas.microsoft.com/office/powerpoint/2010/main" val="322414608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6861EC10-6110-2DF8-98C0-4068F2E94D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THESIS STORY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C219C9AC-50DF-B087-113F-8165278A92F6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6000" spc="-1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Why topology control?</a:t>
            </a:r>
            <a:endParaRPr sz="6600" spc="-15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2800" spc="-1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 policy that can cross grids</a:t>
            </a:r>
          </a:p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2800" spc="-1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Evidence: bus14 → WCCI</a:t>
            </a:r>
            <a:endParaRPr sz="2800" spc="-15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2800" spc="-1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What transfers — and what does not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6558d2dd14b2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62675" y="19050"/>
            <a:ext cx="6010275" cy="6819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041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6CF0C2B1-E20C-4BC6-946E-490F36F3313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122613"/>
            <a:ext cx="5239872" cy="3402012"/>
          </a:xfrm>
        </p:spPr>
        <p:txBody>
          <a:bodyPr xmlns:a="http://schemas.openxmlformats.org/drawingml/2006/main">
            <a:normAutofit fontScale="90273"/>
          </a:bodyPr>
          <a:lstStyle xmlns:a="http://schemas.openxmlformats.org/drawingml/2006/main"/>
          <a:p xmlns:a="http://schemas.openxmlformats.org/drawingml/2006/main">
            <a:r>
              <a:rPr b="1"/>
              <a:t>• Reconfigure busbars to redirect power flows</a:t>
            </a:r>
            <a:endParaRPr/>
          </a:p>
          <a:p xmlns:a="http://schemas.openxmlformats.org/drawingml/2006/main">
            <a:r>
              <a:rPr b="1"/>
              <a:t>• Uses switching equipment already installed</a:t>
            </a:r>
          </a:p>
          <a:p xmlns:a="http://schemas.openxmlformats.org/drawingml/2006/main">
            <a:r>
              <a:rPr b="1"/>
              <a:t>• Decisions interact over time and cooldowns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178 unitary actions on bus14</a:t>
            </a:r>
            <a:endParaRPr/>
          </a:p>
          <a:p xmlns:a="http://schemas.openxmlformats.org/drawingml/2006/main">
            <a:r>
              <a:t>≈66,965 on WCCI</a:t>
            </a:r>
            <a:endParaRPr/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48F3A1E9-A41A-E49F-7D18-ADA7C50C58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Topology control is cheap to actuate — hard to search</a:t>
            </a:r>
            <a:endParaRPr/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C7AAF101-F708-517C-C421-18C71A299B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796F167D-DDEF-068D-4505-D844F2F28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16452c16e4b5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790735" y="1314616"/>
            <a:ext cx="6084230" cy="3831586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bb48ab2224ee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050368" y="5217446"/>
            <a:ext cx="5753477" cy="123593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564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98CD31AB-42DD-1007-5F4C-586232A0C7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2" y="878457"/>
            <a:ext cx="3600451" cy="22393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/>
            </a:pPr>
            <a:r>
              <a:rPr b="1">
                <a:solidFill>
                  <a:schemeClr val="tx2"/>
                </a:solidFill>
              </a:rPr>
              <a:t>Single-agent &amp; hierarchical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Strong benchmark results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Reduced or factorised action sets</a:t>
            </a:r>
          </a:p>
          <a:p xmlns:a="http://schemas.openxmlformats.org/drawingml/2006/main">
            <a:r>
              <a:t>• Often centralised at execution</a:t>
            </a:r>
            <a:endParaRPr/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B812496F-4B22-B8CC-F385-A03BDB00F8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5" y="873125"/>
            <a:ext cx="3600450" cy="22447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2"/>
            </a:pPr>
            <a:r>
              <a:rPr b="1">
                <a:solidFill>
                  <a:schemeClr val="tx2"/>
                </a:solidFill>
              </a:rPr>
              <a:t>Heuristics &amp; MARL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Safety rules decide when to act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Regional actors match grid operation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Partial observability remains</a:t>
            </a:r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A66EE8DD-3EA1-F330-D75E-4729B8FBE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4824486"/>
            <a:ext cx="11090275" cy="18948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600">
                <a:solidFill>
                  <a:schemeClr val="tx2"/>
                </a:solidFill>
              </a:rPr>
              <a:t>THE GAP: PORTABLE INPUTS ARE NOT ENOUGH IF THE ACTION INTERFACE STAYS GRID-SPECIFIC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F8400313-BF01-95B5-BA89-B20658E15DB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040688" y="877888"/>
            <a:ext cx="3600450" cy="2244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3"/>
            </a:pPr>
            <a:r>
              <a:rPr b="1">
                <a:solidFill>
                  <a:schemeClr val="tx2"/>
                </a:solidFill>
              </a:rPr>
              <a:t>Graph policies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Parameters can ignore grid size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Structure enters message passing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Most action heads still use fixed indices</a:t>
            </a:r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6975C9F2-F615-C3E0-3D0D-A211EE35392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9DCB7524-DA86-94EE-9BE1-267356F6905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52f9f9f8f451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3117850"/>
            <a:ext cx="12192000" cy="17066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58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58C4784E-FF8F-09DB-8AF5-01DE6BAE9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063199" y="1086741"/>
            <a:ext cx="3600451" cy="22356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chemeClr val="accent3"/>
                </a:solidFill>
              </a:rPr>
              <a:t>3. PORTABLE</a:t>
            </a:r>
          </a:p>
          <a:p xmlns:a="http://schemas.openxmlformats.org/drawingml/2006/main">
            <a:pPr marL="0" indent="0">
              <a:buNone/>
            </a:pPr>
            <a:r>
              <a:t>CANDIDATE SCORER</a:t>
            </a:r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427303EC-E8D8-EF6F-45E8-52180D111AA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6" y="1079509"/>
            <a:ext cx="3600450" cy="22399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90000"/>
              <a:buFont typeface="Wingdings"/>
              <a:buNone/>
            </a:pPr>
            <a:r>
              <a:rPr sz="4000" b="1" i="0" u="none" cap="none" spc="0">
                <a:ln>
                  <a:noFill/>
                </a:ln>
                <a:solidFill>
                  <a:schemeClr val="accent4"/>
                </a:solidFill>
                <a:latin typeface="Arial"/>
                <a:ea typeface="Arial"/>
                <a:cs typeface="Arial"/>
              </a:rPr>
              <a:t>2. SHARED</a:t>
            </a:r>
          </a:p>
          <a:p xmlns:a="http://schemas.openxmlformats.org/drawingml/2006/main">
            <a:pPr marL="0" indent="0">
              <a:buNone/>
            </a:pPr>
            <a:r>
              <a:t>GRAPH STATE ENCODER</a:t>
            </a:r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2C839632-531A-3165-3BD4-C758F3880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4972263"/>
            <a:ext cx="11090275" cy="18948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0">
                <a:solidFill>
                  <a:schemeClr val="tx2"/>
                </a:solidFill>
              </a:rPr>
              <a:t>PORTABLE</a:t>
            </a:r>
          </a:p>
        </p:txBody>
      </p:sp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82CFFB06-6B33-FC53-92AB-B7913EFFBD43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28349" y="1086741"/>
            <a:ext cx="3600450" cy="223589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l" defTabSz="914377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90000"/>
              <a:buFont typeface="Wingdings"/>
              <a:buNone/>
            </a:pPr>
            <a:r>
              <a:rPr sz="4000" b="1" i="0" u="non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Arial"/>
                <a:cs typeface="Arial"/>
              </a:rPr>
              <a:t>1. LOCAL</a:t>
            </a:r>
            <a:endParaRPr b="1">
              <a:solidFill>
                <a:schemeClr val="accent5"/>
              </a:solidFill>
            </a:endParaRPr>
          </a:p>
          <a:p xmlns:a="http://schemas.openxmlformats.org/drawingml/2006/main">
            <a:pPr marL="0" indent="0">
              <a:buNone/>
            </a:pPr>
            <a:r>
              <a:t>DECENTRALISED EXECUTION</a:t>
            </a:r>
          </a:p>
        </p:txBody>
      </p:sp>
      <p:sp>
        <p:nvSpPr>
          <p:cNvPr id="17" name="Espace réservé du numéro de diapositive 16">
            <a:extLst xmlns:a="http://schemas.openxmlformats.org/drawingml/2006/main">
              <a:ext uri="{FF2B5EF4-FFF2-40B4-BE49-F238E27FC236}">
                <a16:creationId xmlns:a16="http://schemas.microsoft.com/office/drawing/2014/main" id="{E991AC69-9F39-D761-0B76-1128D72617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72485" y="-12704"/>
            <a:ext cx="683683" cy="8822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0000" tIns="0" rIns="0" bIns="0" anchor="ctr"/>
          <a:lstStyle xmlns:a="http://schemas.openxmlformats.org/drawingml/2006/main">
            <a:lvl1pPr marL="0" algn="r" defTabSz="914400">
              <a:buNone/>
              <a:defRPr sz="2100" b="1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E5B3003-2C54-13C6-9832-7637201064DE}" type="slidenum">
              <a:t>5</a:t>
            </a:fld>
            <a:endParaRPr sz="1400" b="1" i="0" u="none" kern="1200" cap="none" spc="0" baseline="0">
              <a:ln>
                <a:noFill/>
              </a:ln>
              <a:latin typeface="Arial"/>
              <a:ea typeface="Arial"/>
              <a:cs typeface="Arial"/>
            </a:endParaRPr>
          </a:p>
        </p:txBody>
      </p:sp>
      <p:sp>
        <p:nvSpPr>
          <p:cNvPr id="5" name="Espace réservé de la date 6">
            <a:extLst xmlns:a="http://schemas.openxmlformats.org/drawingml/2006/main">
              <a:ext uri="{FF2B5EF4-FFF2-40B4-BE49-F238E27FC236}">
                <a16:creationId xmlns:a16="http://schemas.microsoft.com/office/drawing/2014/main" id="{CA95073E-9DF2-3F2A-2974-0F66F3B106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7132638" y="317500"/>
            <a:ext cx="3868422" cy="214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45720" anchor="t"/>
          <a:lstStyle xmlns:a="http://schemas.openxmlformats.org/drawingml/2006/main">
            <a:lvl1pPr marL="0" algn="r" defTabSz="914400">
              <a:buNone/>
              <a:defRPr sz="700" b="1" kern="12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t>MASTER THESIS</a:t>
            </a:r>
            <a:endParaRPr sz="800" kern="0"/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70625151f45e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8063198" y="2783271"/>
            <a:ext cx="3600449" cy="2191110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0077630f9412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295774" y="2783270"/>
            <a:ext cx="3600449" cy="219111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9f34da01a45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28347" y="2783927"/>
            <a:ext cx="3615481" cy="21911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4424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CFFCEAD7-A864-ECD5-88B2-6FC0D0776C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375401" y="3122613"/>
            <a:ext cx="2291522" cy="1612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14</a:t>
            </a:r>
            <a:endParaRPr/>
          </a:p>
          <a:p xmlns:a="http://schemas.openxmlformats.org/drawingml/2006/main">
            <a:pPr marL="0" indent="0"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SOURCE</a:t>
            </a:r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A1727F33-2E65-6AB7-E52D-5DCC8F514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2400" y="635265"/>
            <a:ext cx="4514939" cy="13724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GRIDS,</a:t>
            </a:r>
            <a:endParaRPr/>
          </a:p>
          <a:p xmlns:a="http://schemas.openxmlformats.org/drawingml/2006/main">
            <a:r>
              <a:t>ONE POLICY</a:t>
            </a:r>
            <a:endParaRPr/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2EB9D4C8-466E-3013-E408-6D697E6C10E6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B41B23A7-2130-EFB8-8CD8-1F9606AC05B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14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1FE13380-6D47-7F79-965E-862B0B35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1" y="4456291"/>
            <a:ext cx="2291522" cy="1612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6800" rIns="36000" bIns="45720">
            <a:normAutofit fontScale="100000"/>
          </a:bodyPr>
          <a:lstStyle xmlns:a="http://schemas.openxmlformats.org/drawingml/2006/main"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Char char="§"/>
              <a:defRPr sz="24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783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/>
              <a:buChar char="•"/>
              <a:defRPr sz="2133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2971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Wingdings"/>
              <a:buChar char="§"/>
              <a:defRPr sz="20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160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349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537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36</a:t>
            </a:r>
          </a:p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TARGET</a:t>
            </a:r>
          </a:p>
        </p:txBody>
      </p:sp>
      <p:sp>
        <p:nvSpPr>
          <p:cNvPr id="15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796D9B9B-5A45-0745-84C8-0A38928D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3122613"/>
            <a:ext cx="2291522" cy="1612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6800" rIns="36000" bIns="45720">
            <a:normAutofit fontScale="100000"/>
          </a:bodyPr>
          <a:lstStyle xmlns:a="http://schemas.openxmlformats.org/drawingml/2006/main"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Char char="§"/>
              <a:defRPr sz="24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783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/>
              <a:buChar char="•"/>
              <a:defRPr sz="2133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2971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Wingdings"/>
              <a:buChar char="§"/>
              <a:defRPr sz="20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160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349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537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3 → 4</a:t>
            </a:r>
            <a:endParaRPr/>
          </a:p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AGENTS</a:t>
            </a:r>
            <a:endParaRPr/>
          </a:p>
        </p:txBody>
      </p:sp>
      <p:sp>
        <p:nvSpPr>
          <p:cNvPr id="16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C77D2D87-CBBC-7F12-D71A-DF2CA7A4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4456291"/>
            <a:ext cx="2291522" cy="1612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6800" rIns="36000" bIns="45720">
            <a:normAutofit fontScale="100000"/>
          </a:bodyPr>
          <a:lstStyle xmlns:a="http://schemas.openxmlformats.org/drawingml/2006/main"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Char char="§"/>
              <a:defRPr sz="24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783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/>
              <a:buChar char="•"/>
              <a:defRPr sz="2133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2971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Wingdings"/>
              <a:buChar char="§"/>
              <a:defRPr sz="20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160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349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537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201 / 50</a:t>
            </a:r>
            <a:endParaRPr/>
          </a:p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CHRONICS</a:t>
            </a:r>
            <a:endParaRPr/>
          </a:p>
        </p:txBody>
      </p:sp>
      <p:sp>
        <p:nvSpPr>
          <p:cNvPr id="2" name="ZoneTexte 1">
            <a:extLst xmlns:a="http://schemas.openxmlformats.org/drawingml/2006/main">
              <a:ext uri="{FF2B5EF4-FFF2-40B4-BE49-F238E27FC236}">
                <a16:creationId xmlns:a16="http://schemas.microsoft.com/office/drawing/2014/main" id="{4CEBD3BB-9FAE-0348-8635-84E0122B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252" y="6325855"/>
            <a:ext cx="5163403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i="1"/>
              <a:t>Transfer uses the same 50 WCCI chronics; 24 are difficult because do nothing fails.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13cfdb86942c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50863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313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• Survival alone rewards needless switching</a:t>
            </a:r>
          </a:p>
          <a:p xmlns:a="http://schemas.openxmlformats.org/drawingml/2006/main">
            <a:r>
              <a:rPr sz="2000"/>
              <a:t>• A local ρ rule blocks actions while the region is safe</a:t>
            </a:r>
            <a:endParaRPr sz="2000"/>
          </a:p>
          <a:p xmlns:a="http://schemas.openxmlformats.org/drawingml/2006/main">
            <a:r>
              <a:rPr sz="2000"/>
              <a:t>• Local-safe adaptive budgets reach 98.4% survival with 0.98 idle-action usage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Safe control means knowing when not to act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c693d631349b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• Each actor receives its regional graph plus one-hop context</a:t>
            </a:r>
          </a:p>
          <a:p xmlns:a="http://schemas.openxmlformats.org/drawingml/2006/main">
            <a:r>
              <a:rPr sz="2000"/>
              <a:t>• GINE shares weights across all agents</a:t>
            </a:r>
            <a:endParaRPr sz="2000"/>
          </a:p>
          <a:p xmlns:a="http://schemas.openxmlformats.org/drawingml/2006/main">
            <a:r>
              <a:rPr sz="2000"/>
              <a:t>• MAPPO critic uses global state only during training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 shared local graph replaces the fixed input vector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92edeb41e451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• Gather the node rows touched by candidate j</a:t>
            </a:r>
          </a:p>
          <a:p xmlns:a="http://schemas.openxmlformats.org/drawingml/2006/main">
            <a:r>
              <a:rPr sz="2000"/>
              <a:t>• Pool them into an action context cⱼ</a:t>
            </a:r>
            <a:endParaRPr sz="2000"/>
          </a:p>
          <a:p xmlns:a="http://schemas.openxmlformats.org/drawingml/2006/main">
            <a:r>
              <a:rPr sz="2000"/>
              <a:t>• A shared scorer emits one logit per candidate — on any grid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Candidate scoring removes the fixed action head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01d7184d2b45a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• All leading Screen-F variants exceed 98%</a:t>
            </a:r>
          </a:p>
          <a:p xmlns:a="http://schemas.openxmlformats.org/drawingml/2006/main">
            <a:r>
              <a:rPr sz="2000"/>
              <a:t>• Best full-test survival: 99.52%</a:t>
            </a:r>
            <a:endParaRPr sz="2000"/>
          </a:p>
          <a:p xmlns:a="http://schemas.openxmlformats.org/drawingml/2006/main">
            <a:r>
              <a:rPr sz="2000"/>
              <a:t>• Source-grid accuracy does not predict target-grid learning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transferable actor first has to solve the source grid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162dec8b24a9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• Absolute power scales shift with grid capacity</a:t>
            </a:r>
          </a:p>
          <a:p xmlns:a="http://schemas.openxmlformats.org/drawingml/2006/main">
            <a:r>
              <a:rPr sz="2000"/>
              <a:t>• Absolute voltage angle is reference-dependent</a:t>
            </a:r>
            <a:endParaRPr sz="2000"/>
          </a:p>
          <a:p xmlns:a="http://schemas.openxmlformats.org/drawingml/2006/main">
            <a:r>
              <a:rPr sz="2000"/>
              <a:t>• Use p / max Pmax and angle differences</a:t>
            </a:r>
            <a:endParaRPr sz="2000"/>
          </a:p>
          <a:p xmlns:a="http://schemas.openxmlformats.org/drawingml/2006/main">
            <a:r>
              <a:rPr sz="2000"/>
              <a:t>• Freeze source statistics for strict zero-shot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Physical inputs must mean the same thing on both grids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6a6a25c375422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At k = 64, overall family means:</a:t>
            </a:r>
          </a:p>
          <a:p xmlns:a="http://schemas.openxmlformats.org/drawingml/2006/main">
            <a:r>
              <a:rPr sz="2000"/>
              <a:t>• Flat MLP: 32.6%</a:t>
            </a:r>
            <a:endParaRPr sz="2000"/>
          </a:p>
          <a:p xmlns:a="http://schemas.openxmlformats.org/drawingml/2006/main">
            <a:r>
              <a:rPr sz="2000"/>
              <a:t>• Fixed-head GNN: 38.4%</a:t>
            </a:r>
            <a:endParaRPr sz="2000"/>
          </a:p>
          <a:p xmlns:a="http://schemas.openxmlformats.org/drawingml/2006/main">
            <a:r>
              <a:rPr sz="2000"/>
              <a:t>• Candidate scorer: 47.2%</a:t>
            </a:r>
            <a:endParaRPr sz="2000"/>
          </a:p>
          <a:p xmlns:a="http://schemas.openxmlformats.org/drawingml/2006/main">
            <a:r>
              <a:rPr sz="2000"/>
              <a:t/>
            </a:r>
            <a:endParaRPr sz="2000"/>
          </a:p>
          <a:p xmlns:a="http://schemas.openxmlformats.org/drawingml/2006/main">
            <a:r>
              <a:rPr sz="2000"/>
              <a:t>All remain below 56.0% do nothing overall.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Training directly on WCCI is surprisingly weak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e4d27102b140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86911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RESULTS REQUIRED BEFORE DEFENCE</a:t>
            </a:r>
          </a:p>
          <a:p xmlns:a="http://schemas.openxmlformats.org/drawingml/2006/main">
            <a:r>
              <a:rPr sz="2000"/>
              <a:t/>
            </a:r>
            <a:endParaRPr sz="2000"/>
          </a:p>
          <a:p xmlns:a="http://schemas.openxmlformats.org/drawingml/2006/main">
            <a:r>
              <a:rPr sz="2000"/>
              <a:t>Compare four source encoders under:</a:t>
            </a:r>
            <a:endParaRPr sz="2000"/>
          </a:p>
          <a:p xmlns:a="http://schemas.openxmlformats.org/drawingml/2006/main">
            <a:r>
              <a:rPr sz="2000"/>
              <a:t>• target scratch</a:t>
            </a:r>
            <a:endParaRPr sz="2000"/>
          </a:p>
          <a:p xmlns:a="http://schemas.openxmlformats.org/drawingml/2006/main">
            <a:r>
              <a:rPr sz="2000"/>
              <a:t>• random frozen encoder</a:t>
            </a:r>
            <a:endParaRPr sz="2000"/>
          </a:p>
          <a:p xmlns:a="http://schemas.openxmlformats.org/drawingml/2006/main">
            <a:r>
              <a:rPr sz="2000"/>
              <a:t>• NL frozen transfer</a:t>
            </a:r>
            <a:endParaRPr sz="2000"/>
          </a:p>
          <a:p xmlns:a="http://schemas.openxmlformats.org/drawingml/2006/main">
            <a:r>
              <a:rPr sz="2000"/>
              <a:t>• NLS frozen transfer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98317"/>
          </a:bodyPr>
          <a:lstStyle xmlns:a="http://schemas.openxmlformats.org/drawingml/2006/main"/>
          <a:p xmlns:a="http://schemas.openxmlformats.org/drawingml/2006/main">
            <a:r>
              <a:t>Encoder-only transfer: the key diagnostic is still missing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d45956ac846d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With local ρ = 0.95:</a:t>
            </a:r>
          </a:p>
          <a:p xmlns:a="http://schemas.openxmlformats.org/drawingml/2006/main">
            <a:r>
              <a:rPr sz="2000"/>
              <a:t>• k = 32: 62.5% overall</a:t>
            </a:r>
            <a:endParaRPr sz="2000"/>
          </a:p>
          <a:p xmlns:a="http://schemas.openxmlformats.org/drawingml/2006/main">
            <a:r>
              <a:rPr sz="2000"/>
              <a:t>• 21.9% on difficult cases</a:t>
            </a:r>
            <a:endParaRPr sz="2000"/>
          </a:p>
          <a:p xmlns:a="http://schemas.openxmlformats.org/drawingml/2006/main">
            <a:r>
              <a:rPr sz="2000"/>
              <a:t>• 54.6% of feasible gain recovered</a:t>
            </a:r>
            <a:endParaRPr sz="2000"/>
          </a:p>
          <a:p xmlns:a="http://schemas.openxmlformats.org/drawingml/2006/main">
            <a:r>
              <a:rPr sz="2000"/>
              <a:t/>
            </a:r>
            <a:endParaRPr sz="2000"/>
          </a:p>
          <a:p xmlns:a="http://schemas.openxmlformats.org/drawingml/2006/main">
            <a:r>
              <a:rPr sz="2000"/>
              <a:t>At k = 256, recovered gain falls to 2.9%.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Zero-shot works best when the decision set stays small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6877b054e459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Matched difficult-cohort effects:</a:t>
            </a:r>
          </a:p>
          <a:p xmlns:a="http://schemas.openxmlformats.org/drawingml/2006/main">
            <a:r>
              <a:rPr sz="2000"/>
              <a:t>• +5.4 pp ungated</a:t>
            </a:r>
            <a:endParaRPr sz="2000"/>
          </a:p>
          <a:p xmlns:a="http://schemas.openxmlformats.org/drawingml/2006/main">
            <a:r>
              <a:rPr sz="2000"/>
              <a:t>• +8.7 pp with local gate</a:t>
            </a:r>
            <a:endParaRPr sz="2000"/>
          </a:p>
          <a:p xmlns:a="http://schemas.openxmlformats.org/drawingml/2006/main">
            <a:r>
              <a:rPr sz="2000"/>
              <a:t>• Physical scaling ≈ +1 pp</a:t>
            </a:r>
            <a:endParaRPr sz="2000"/>
          </a:p>
          <a:p xmlns:a="http://schemas.openxmlformats.org/drawingml/2006/main">
            <a:r>
              <a:rPr sz="2000"/>
              <a:t/>
            </a:r>
            <a:endParaRPr sz="2000"/>
          </a:p>
          <a:p xmlns:a="http://schemas.openxmlformats.org/drawingml/2006/main">
            <a:r>
              <a:rPr sz="2000"/>
              <a:t>The dedicated idle head is harmful when ungated.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Typed candidate pooling is the clearest transfer gain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0ab3b7126407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Median difficult-cohort survival:</a:t>
            </a:r>
          </a:p>
          <a:p xmlns:a="http://schemas.openxmlformats.org/drawingml/2006/main">
            <a:r>
              <a:rPr sz="2000"/>
              <a:t>• 5.7% zero-shot</a:t>
            </a:r>
            <a:endParaRPr sz="2000"/>
          </a:p>
          <a:p xmlns:a="http://schemas.openxmlformats.org/drawingml/2006/main">
            <a:r>
              <a:rPr sz="2000"/>
              <a:t>• 9.6% scratch</a:t>
            </a:r>
            <a:endParaRPr sz="2000"/>
          </a:p>
          <a:p xmlns:a="http://schemas.openxmlformats.org/drawingml/2006/main">
            <a:r>
              <a:rPr sz="2000"/>
              <a:t>• 18.1% fine-tuned</a:t>
            </a:r>
            <a:endParaRPr sz="2000"/>
          </a:p>
          <a:p xmlns:a="http://schemas.openxmlformats.org/drawingml/2006/main">
            <a:r>
              <a:rPr sz="2000"/>
              <a:t/>
            </a:r>
            <a:endParaRPr sz="2000"/>
          </a:p>
          <a:p xmlns:a="http://schemas.openxmlformats.org/drawingml/2006/main">
            <a:r>
              <a:rPr sz="2000"/>
              <a:t>Fine-tuning wins 7/8 matched comparisons vs scratch.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Source-initialised fine-tuning makes transfer reliable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fa4c57fbf043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98CD31AB-42DD-1007-5F4C-586232A0C7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2" y="878457"/>
            <a:ext cx="3600451" cy="22393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/>
            </a:pPr>
            <a:r>
              <a:rPr b="1">
                <a:solidFill>
                  <a:schemeClr val="tx2"/>
                </a:solidFill>
              </a:rPr>
              <a:t>WHAT TRANSFERRED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Shared GINE encoder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Candidate-wise scorer</a:t>
            </a:r>
          </a:p>
          <a:p xmlns:a="http://schemas.openxmlformats.org/drawingml/2006/main">
            <a:r>
              <a:t>• Typed action context</a:t>
            </a:r>
            <a:endParaRPr/>
          </a:p>
          <a:p xmlns:a="http://schemas.openxmlformats.org/drawingml/2006/main">
            <a:r>
              <a:t>• Small reduced action sets</a:t>
            </a:r>
            <a:endParaRPr/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B812496F-4B22-B8CC-F385-A03BDB00F8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5" y="873125"/>
            <a:ext cx="3600450" cy="22447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2"/>
            </a:pPr>
            <a:r>
              <a:rPr b="1">
                <a:solidFill>
                  <a:schemeClr val="tx2"/>
                </a:solidFill>
              </a:rPr>
              <a:t>WHAT DID NOT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Fixed-index heads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Raw physical scales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Larger k without ranking capacity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Universal safety rule</a:t>
            </a:r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A66EE8DD-3EA1-F330-D75E-4729B8FBE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4824486"/>
            <a:ext cx="11090275" cy="18948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600">
                <a:solidFill>
                  <a:schemeClr val="tx2"/>
                </a:solidFill>
              </a:rPr>
              <a:t>TRANSFER NEEDS PORTABLE INTERFACES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F8400313-BF01-95B5-BA89-B20658E15DB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040688" y="877888"/>
            <a:ext cx="3600450" cy="2244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3"/>
            </a:pPr>
            <a:r>
              <a:rPr b="1">
                <a:solidFill>
                  <a:schemeClr val="tx2"/>
                </a:solidFill>
              </a:rPr>
              <a:t>EVIDENCE LIMITS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One training seed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50 WCCI chronics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Mixed target budgets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No completed encoder-only endpoint</a:t>
            </a:r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6975C9F2-F615-C3E0-3D0D-A211EE35392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9DCB7524-DA86-94EE-9BE1-267356F6905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1816c917043a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3117850"/>
            <a:ext cx="12192000" cy="17066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58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Espace réservé pour une image  7"/>
          <p:cNvPicPr>
            <a:picLocks xmlns:a="http://schemas.openxmlformats.org/drawingml/2006/main" noChangeAspect="1"/>
          </p:cNvPicPr>
          <p:nvPr>
            <p:ph type="pic" idx="13"/>
          </p:nvPr>
        </p:nvPicPr>
        <p:blipFill rotWithShape="1">
          <a:blip xmlns:r="http://schemas.openxmlformats.org/officeDocument/2006/relationships" xmlns:a="http://schemas.openxmlformats.org/drawingml/2006/main" r:embed="R71eff61107084080"/>
          <a:srcRect xmlns:a="http://schemas.openxmlformats.org/drawingml/2006/main" l="-38766" t="-14989" r="-1936" b="0"/>
          <a:stretch xmlns:a="http://schemas.openxmlformats.org/drawingml/2006/main"/>
        </p:blipFill>
        <p:spPr>
          <a:xfrm xmlns:a="http://schemas.openxmlformats.org/drawingml/2006/main">
            <a:off x="0" y="0"/>
            <a:ext cx="12191999" cy="6857999"/>
          </a:xfrm>
        </p:spPr>
      </p:pic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EFB8D2C7-ECCA-5815-101E-DC1B38E3D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1" y="635473"/>
            <a:ext cx="3061262" cy="4750443"/>
          </a:xfrm>
        </p:spPr>
        <p:txBody>
          <a:bodyPr xmlns:a="http://schemas.openxmlformats.org/drawingml/2006/main">
            <a:normAutofit fontScale="66086"/>
          </a:bodyPr>
          <a:lstStyle xmlns:a="http://schemas.openxmlformats.org/drawingml/2006/main"/>
          <a:p xmlns:a="http://schemas.openxmlformats.org/drawingml/2006/main">
            <a:r>
              <a:t>Three conclusions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1. Make state and actions portable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2. Validate safety per policy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3. Fine-tune conservatively on the target grid</a:t>
            </a:r>
            <a:endParaRPr/>
          </a:p>
        </p:txBody>
      </p:sp>
      <p:sp>
        <p:nvSpPr>
          <p:cNvPr id="4" name="Espace réservé de la date 3">
            <a:extLst xmlns:a="http://schemas.openxmlformats.org/drawingml/2006/main">
              <a:ext uri="{FF2B5EF4-FFF2-40B4-BE49-F238E27FC236}">
                <a16:creationId xmlns:a16="http://schemas.microsoft.com/office/drawing/2014/main" id="{6F70AE77-88FF-7E05-0257-96A9B68C4CB4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1AB37C1A-C01C-3C13-79D3-195F0C578A26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744497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Espace réservé pour une image  10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6419ff5d264840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0"/>
            <a:ext cx="12191998" cy="6858000"/>
          </a:xfrm>
        </p:spPr>
      </p:pic>
      <p:sp>
        <p:nvSpPr>
          <p:cNvPr id="7" name="Forme libre 6">
            <a:extLst xmlns:a="http://schemas.openxmlformats.org/drawingml/2006/main">
              <a:ext uri="{FF2B5EF4-FFF2-40B4-BE49-F238E27FC236}">
                <a16:creationId xmlns:a16="http://schemas.microsoft.com/office/drawing/2014/main" id="{CA0D5AA1-6FBB-4E18-D309-991C16B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40688" cy="6858000"/>
          </a:xfrm>
          <a:custGeom xmlns:a="http://schemas.openxmlformats.org/drawingml/2006/main">
            <a:gdLst>
              <a:gd name="connsiteX0" fmla="*/ 1047878 w 8040688"/>
              <a:gd name="connsiteY0" fmla="*/ 414079 h 6858000"/>
              <a:gd name="connsiteX1" fmla="*/ 1124414 w 8040688"/>
              <a:gd name="connsiteY1" fmla="*/ 414079 h 6858000"/>
              <a:gd name="connsiteX2" fmla="*/ 1157026 w 8040688"/>
              <a:gd name="connsiteY2" fmla="*/ 415945 h 6858000"/>
              <a:gd name="connsiteX3" fmla="*/ 1184613 w 8040688"/>
              <a:gd name="connsiteY3" fmla="*/ 423190 h 6858000"/>
              <a:gd name="connsiteX4" fmla="*/ 1203732 w 8040688"/>
              <a:gd name="connsiteY4" fmla="*/ 438343 h 6858000"/>
              <a:gd name="connsiteX5" fmla="*/ 1210937 w 8040688"/>
              <a:gd name="connsiteY5" fmla="*/ 463999 h 6858000"/>
              <a:gd name="connsiteX6" fmla="*/ 1203732 w 8040688"/>
              <a:gd name="connsiteY6" fmla="*/ 489655 h 6858000"/>
              <a:gd name="connsiteX7" fmla="*/ 1184613 w 8040688"/>
              <a:gd name="connsiteY7" fmla="*/ 504809 h 6858000"/>
              <a:gd name="connsiteX8" fmla="*/ 1157026 w 8040688"/>
              <a:gd name="connsiteY8" fmla="*/ 512053 h 6858000"/>
              <a:gd name="connsiteX9" fmla="*/ 1124414 w 8040688"/>
              <a:gd name="connsiteY9" fmla="*/ 513919 h 6858000"/>
              <a:gd name="connsiteX10" fmla="*/ 1047878 w 8040688"/>
              <a:gd name="connsiteY10" fmla="*/ 513919 h 6858000"/>
              <a:gd name="connsiteX11" fmla="*/ 1761703 w 8040688"/>
              <a:gd name="connsiteY11" fmla="*/ 331195 h 6858000"/>
              <a:gd name="connsiteX12" fmla="*/ 1761703 w 8040688"/>
              <a:gd name="connsiteY12" fmla="*/ 779561 h 6858000"/>
              <a:gd name="connsiteX13" fmla="*/ 2085672 w 8040688"/>
              <a:gd name="connsiteY13" fmla="*/ 779561 h 6858000"/>
              <a:gd name="connsiteX14" fmla="*/ 2085672 w 8040688"/>
              <a:gd name="connsiteY14" fmla="*/ 696645 h 6858000"/>
              <a:gd name="connsiteX15" fmla="*/ 1858274 w 8040688"/>
              <a:gd name="connsiteY15" fmla="*/ 696645 h 6858000"/>
              <a:gd name="connsiteX16" fmla="*/ 1858274 w 8040688"/>
              <a:gd name="connsiteY16" fmla="*/ 331195 h 6858000"/>
              <a:gd name="connsiteX17" fmla="*/ 1367739 w 8040688"/>
              <a:gd name="connsiteY17" fmla="*/ 331195 h 6858000"/>
              <a:gd name="connsiteX18" fmla="*/ 1367739 w 8040688"/>
              <a:gd name="connsiteY18" fmla="*/ 513920 h 6858000"/>
              <a:gd name="connsiteX19" fmla="*/ 1464342 w 8040688"/>
              <a:gd name="connsiteY19" fmla="*/ 513920 h 6858000"/>
              <a:gd name="connsiteX20" fmla="*/ 1464342 w 8040688"/>
              <a:gd name="connsiteY20" fmla="*/ 596804 h 6858000"/>
              <a:gd name="connsiteX21" fmla="*/ 1367739 w 8040688"/>
              <a:gd name="connsiteY21" fmla="*/ 596804 h 6858000"/>
              <a:gd name="connsiteX22" fmla="*/ 1367739 w 8040688"/>
              <a:gd name="connsiteY22" fmla="*/ 779529 h 6858000"/>
              <a:gd name="connsiteX23" fmla="*/ 1464342 w 8040688"/>
              <a:gd name="connsiteY23" fmla="*/ 779529 h 6858000"/>
              <a:gd name="connsiteX24" fmla="*/ 1464342 w 8040688"/>
              <a:gd name="connsiteY24" fmla="*/ 596804 h 6858000"/>
              <a:gd name="connsiteX25" fmla="*/ 1672306 w 8040688"/>
              <a:gd name="connsiteY25" fmla="*/ 596804 h 6858000"/>
              <a:gd name="connsiteX26" fmla="*/ 1672306 w 8040688"/>
              <a:gd name="connsiteY26" fmla="*/ 513920 h 6858000"/>
              <a:gd name="connsiteX27" fmla="*/ 1464342 w 8040688"/>
              <a:gd name="connsiteY27" fmla="*/ 513920 h 6858000"/>
              <a:gd name="connsiteX28" fmla="*/ 1464342 w 8040688"/>
              <a:gd name="connsiteY28" fmla="*/ 414079 h 6858000"/>
              <a:gd name="connsiteX29" fmla="*/ 1691740 w 8040688"/>
              <a:gd name="connsiteY29" fmla="*/ 414079 h 6858000"/>
              <a:gd name="connsiteX30" fmla="*/ 1691740 w 8040688"/>
              <a:gd name="connsiteY30" fmla="*/ 331195 h 6858000"/>
              <a:gd name="connsiteX31" fmla="*/ 544448 w 8040688"/>
              <a:gd name="connsiteY31" fmla="*/ 331195 h 6858000"/>
              <a:gd name="connsiteX32" fmla="*/ 544448 w 8040688"/>
              <a:gd name="connsiteY32" fmla="*/ 513920 h 6858000"/>
              <a:gd name="connsiteX33" fmla="*/ 641051 w 8040688"/>
              <a:gd name="connsiteY33" fmla="*/ 513920 h 6858000"/>
              <a:gd name="connsiteX34" fmla="*/ 641051 w 8040688"/>
              <a:gd name="connsiteY34" fmla="*/ 596804 h 6858000"/>
              <a:gd name="connsiteX35" fmla="*/ 544448 w 8040688"/>
              <a:gd name="connsiteY35" fmla="*/ 596804 h 6858000"/>
              <a:gd name="connsiteX36" fmla="*/ 544448 w 8040688"/>
              <a:gd name="connsiteY36" fmla="*/ 779560 h 6858000"/>
              <a:gd name="connsiteX37" fmla="*/ 868449 w 8040688"/>
              <a:gd name="connsiteY37" fmla="*/ 779560 h 6858000"/>
              <a:gd name="connsiteX38" fmla="*/ 868449 w 8040688"/>
              <a:gd name="connsiteY38" fmla="*/ 696645 h 6858000"/>
              <a:gd name="connsiteX39" fmla="*/ 641051 w 8040688"/>
              <a:gd name="connsiteY39" fmla="*/ 696645 h 6858000"/>
              <a:gd name="connsiteX40" fmla="*/ 641051 w 8040688"/>
              <a:gd name="connsiteY40" fmla="*/ 596804 h 6858000"/>
              <a:gd name="connsiteX41" fmla="*/ 849015 w 8040688"/>
              <a:gd name="connsiteY41" fmla="*/ 596804 h 6858000"/>
              <a:gd name="connsiteX42" fmla="*/ 849015 w 8040688"/>
              <a:gd name="connsiteY42" fmla="*/ 513920 h 6858000"/>
              <a:gd name="connsiteX43" fmla="*/ 641051 w 8040688"/>
              <a:gd name="connsiteY43" fmla="*/ 513920 h 6858000"/>
              <a:gd name="connsiteX44" fmla="*/ 641051 w 8040688"/>
              <a:gd name="connsiteY44" fmla="*/ 414079 h 6858000"/>
              <a:gd name="connsiteX45" fmla="*/ 868449 w 8040688"/>
              <a:gd name="connsiteY45" fmla="*/ 414079 h 6858000"/>
              <a:gd name="connsiteX46" fmla="*/ 868449 w 8040688"/>
              <a:gd name="connsiteY46" fmla="*/ 331195 h 6858000"/>
              <a:gd name="connsiteX47" fmla="*/ 951243 w 8040688"/>
              <a:gd name="connsiteY47" fmla="*/ 331163 h 6858000"/>
              <a:gd name="connsiteX48" fmla="*/ 951243 w 8040688"/>
              <a:gd name="connsiteY48" fmla="*/ 779529 h 6858000"/>
              <a:gd name="connsiteX49" fmla="*/ 1047846 w 8040688"/>
              <a:gd name="connsiteY49" fmla="*/ 779529 h 6858000"/>
              <a:gd name="connsiteX50" fmla="*/ 1047846 w 8040688"/>
              <a:gd name="connsiteY50" fmla="*/ 596772 h 6858000"/>
              <a:gd name="connsiteX51" fmla="*/ 1151338 w 8040688"/>
              <a:gd name="connsiteY51" fmla="*/ 596772 h 6858000"/>
              <a:gd name="connsiteX52" fmla="*/ 1222850 w 8040688"/>
              <a:gd name="connsiteY52" fmla="*/ 585478 h 6858000"/>
              <a:gd name="connsiteX53" fmla="*/ 1270852 w 8040688"/>
              <a:gd name="connsiteY53" fmla="*/ 555615 h 6858000"/>
              <a:gd name="connsiteX54" fmla="*/ 1297838 w 8040688"/>
              <a:gd name="connsiteY54" fmla="*/ 513002 h 6858000"/>
              <a:gd name="connsiteX55" fmla="*/ 1306307 w 8040688"/>
              <a:gd name="connsiteY55" fmla="*/ 463999 h 6858000"/>
              <a:gd name="connsiteX56" fmla="*/ 1297838 w 8040688"/>
              <a:gd name="connsiteY56" fmla="*/ 414712 h 6858000"/>
              <a:gd name="connsiteX57" fmla="*/ 1270852 w 8040688"/>
              <a:gd name="connsiteY57" fmla="*/ 372384 h 6858000"/>
              <a:gd name="connsiteX58" fmla="*/ 1270852 w 8040688"/>
              <a:gd name="connsiteY58" fmla="*/ 372352 h 6858000"/>
              <a:gd name="connsiteX59" fmla="*/ 1222850 w 8040688"/>
              <a:gd name="connsiteY59" fmla="*/ 342488 h 6858000"/>
              <a:gd name="connsiteX60" fmla="*/ 1151338 w 8040688"/>
              <a:gd name="connsiteY60" fmla="*/ 331163 h 6858000"/>
              <a:gd name="connsiteX61" fmla="*/ 0 w 8040688"/>
              <a:gd name="connsiteY61" fmla="*/ 0 h 6858000"/>
              <a:gd name="connsiteX62" fmla="*/ 8040688 w 8040688"/>
              <a:gd name="connsiteY62" fmla="*/ 0 h 6858000"/>
              <a:gd name="connsiteX63" fmla="*/ 8040688 w 8040688"/>
              <a:gd name="connsiteY63" fmla="*/ 6858000 h 6858000"/>
              <a:gd name="connsiteX64" fmla="*/ 0 w 8040688"/>
              <a:gd name="connsiteY64" fmla="*/ 6858000 h 6858000"/>
            </a:gdLst>
            <a:rect l="l" t="t" r="r" b="b"/>
            <a:pathLst>
              <a:path w="8040688" h="6858000">
                <a:moveTo>
                  <a:pt x="1047878" y="414079"/>
                </a:moveTo>
                <a:lnTo>
                  <a:pt x="1124414" y="414079"/>
                </a:lnTo>
                <a:cubicBezTo>
                  <a:pt x="1135696" y="414079"/>
                  <a:pt x="1146566" y="414712"/>
                  <a:pt x="1157026" y="415945"/>
                </a:cubicBezTo>
                <a:cubicBezTo>
                  <a:pt x="1167486" y="417179"/>
                  <a:pt x="1176682" y="419615"/>
                  <a:pt x="1184613" y="423190"/>
                </a:cubicBezTo>
                <a:cubicBezTo>
                  <a:pt x="1192545" y="426765"/>
                  <a:pt x="1198929" y="431826"/>
                  <a:pt x="1203732" y="438343"/>
                </a:cubicBezTo>
                <a:cubicBezTo>
                  <a:pt x="1208535" y="444860"/>
                  <a:pt x="1210937" y="453433"/>
                  <a:pt x="1210937" y="463999"/>
                </a:cubicBezTo>
                <a:cubicBezTo>
                  <a:pt x="1210937" y="474565"/>
                  <a:pt x="1208535" y="483138"/>
                  <a:pt x="1203732" y="489655"/>
                </a:cubicBezTo>
                <a:cubicBezTo>
                  <a:pt x="1198929" y="496172"/>
                  <a:pt x="1192545" y="501234"/>
                  <a:pt x="1184613" y="504809"/>
                </a:cubicBezTo>
                <a:cubicBezTo>
                  <a:pt x="1176650" y="508383"/>
                  <a:pt x="1167454" y="510788"/>
                  <a:pt x="1157026" y="512053"/>
                </a:cubicBezTo>
                <a:cubicBezTo>
                  <a:pt x="1146566" y="513287"/>
                  <a:pt x="1135696" y="513919"/>
                  <a:pt x="1124414" y="513919"/>
                </a:cubicBezTo>
                <a:lnTo>
                  <a:pt x="1047878" y="513919"/>
                </a:lnTo>
                <a:close/>
                <a:moveTo>
                  <a:pt x="1761703" y="331195"/>
                </a:moveTo>
                <a:lnTo>
                  <a:pt x="1761703" y="779561"/>
                </a:lnTo>
                <a:lnTo>
                  <a:pt x="2085672" y="779561"/>
                </a:lnTo>
                <a:lnTo>
                  <a:pt x="2085672" y="696645"/>
                </a:lnTo>
                <a:lnTo>
                  <a:pt x="1858274" y="696645"/>
                </a:lnTo>
                <a:lnTo>
                  <a:pt x="1858274" y="331195"/>
                </a:lnTo>
                <a:close/>
                <a:moveTo>
                  <a:pt x="1367739" y="331195"/>
                </a:moveTo>
                <a:lnTo>
                  <a:pt x="1367739" y="513920"/>
                </a:lnTo>
                <a:lnTo>
                  <a:pt x="1464342" y="513920"/>
                </a:lnTo>
                <a:lnTo>
                  <a:pt x="1464342" y="596804"/>
                </a:lnTo>
                <a:lnTo>
                  <a:pt x="1367739" y="596804"/>
                </a:lnTo>
                <a:lnTo>
                  <a:pt x="1367739" y="779529"/>
                </a:lnTo>
                <a:lnTo>
                  <a:pt x="1464342" y="779529"/>
                </a:lnTo>
                <a:lnTo>
                  <a:pt x="1464342" y="596804"/>
                </a:lnTo>
                <a:lnTo>
                  <a:pt x="1672306" y="596804"/>
                </a:lnTo>
                <a:lnTo>
                  <a:pt x="1672306" y="513920"/>
                </a:lnTo>
                <a:lnTo>
                  <a:pt x="1464342" y="513920"/>
                </a:lnTo>
                <a:lnTo>
                  <a:pt x="1464342" y="414079"/>
                </a:lnTo>
                <a:lnTo>
                  <a:pt x="1691740" y="414079"/>
                </a:lnTo>
                <a:lnTo>
                  <a:pt x="1691740" y="331195"/>
                </a:lnTo>
                <a:close/>
                <a:moveTo>
                  <a:pt x="544448" y="331195"/>
                </a:moveTo>
                <a:lnTo>
                  <a:pt x="544448" y="513920"/>
                </a:lnTo>
                <a:lnTo>
                  <a:pt x="641051" y="513920"/>
                </a:lnTo>
                <a:lnTo>
                  <a:pt x="641051" y="596804"/>
                </a:lnTo>
                <a:lnTo>
                  <a:pt x="544448" y="596804"/>
                </a:lnTo>
                <a:lnTo>
                  <a:pt x="544448" y="779560"/>
                </a:lnTo>
                <a:lnTo>
                  <a:pt x="868449" y="779560"/>
                </a:lnTo>
                <a:lnTo>
                  <a:pt x="868449" y="696645"/>
                </a:lnTo>
                <a:lnTo>
                  <a:pt x="641051" y="696645"/>
                </a:lnTo>
                <a:lnTo>
                  <a:pt x="641051" y="596804"/>
                </a:lnTo>
                <a:lnTo>
                  <a:pt x="849015" y="596804"/>
                </a:lnTo>
                <a:lnTo>
                  <a:pt x="849015" y="513920"/>
                </a:lnTo>
                <a:lnTo>
                  <a:pt x="641051" y="513920"/>
                </a:lnTo>
                <a:lnTo>
                  <a:pt x="641051" y="414079"/>
                </a:lnTo>
                <a:lnTo>
                  <a:pt x="868449" y="414079"/>
                </a:lnTo>
                <a:lnTo>
                  <a:pt x="868449" y="331195"/>
                </a:lnTo>
                <a:close/>
                <a:moveTo>
                  <a:pt x="951243" y="331163"/>
                </a:moveTo>
                <a:lnTo>
                  <a:pt x="951243" y="779529"/>
                </a:lnTo>
                <a:lnTo>
                  <a:pt x="1047846" y="779529"/>
                </a:lnTo>
                <a:lnTo>
                  <a:pt x="1047846" y="596772"/>
                </a:lnTo>
                <a:lnTo>
                  <a:pt x="1151338" y="596772"/>
                </a:lnTo>
                <a:cubicBezTo>
                  <a:pt x="1179336" y="596772"/>
                  <a:pt x="1203195" y="593007"/>
                  <a:pt x="1222850" y="585478"/>
                </a:cubicBezTo>
                <a:cubicBezTo>
                  <a:pt x="1242506" y="577949"/>
                  <a:pt x="1258496" y="567984"/>
                  <a:pt x="1270852" y="555615"/>
                </a:cubicBezTo>
                <a:cubicBezTo>
                  <a:pt x="1283176" y="543245"/>
                  <a:pt x="1292182" y="529041"/>
                  <a:pt x="1297838" y="513002"/>
                </a:cubicBezTo>
                <a:cubicBezTo>
                  <a:pt x="1303495" y="496963"/>
                  <a:pt x="1306307" y="480639"/>
                  <a:pt x="1306307" y="463999"/>
                </a:cubicBezTo>
                <a:cubicBezTo>
                  <a:pt x="1306307" y="447359"/>
                  <a:pt x="1303495" y="430561"/>
                  <a:pt x="1297838" y="414712"/>
                </a:cubicBezTo>
                <a:cubicBezTo>
                  <a:pt x="1292182" y="398862"/>
                  <a:pt x="1283207" y="384753"/>
                  <a:pt x="1270852" y="372384"/>
                </a:cubicBezTo>
                <a:lnTo>
                  <a:pt x="1270852" y="372352"/>
                </a:lnTo>
                <a:cubicBezTo>
                  <a:pt x="1258496" y="359983"/>
                  <a:pt x="1242506" y="350018"/>
                  <a:pt x="1222850" y="342488"/>
                </a:cubicBezTo>
                <a:cubicBezTo>
                  <a:pt x="1203195" y="334959"/>
                  <a:pt x="1179336" y="331163"/>
                  <a:pt x="1151338" y="331163"/>
                </a:cubicBezTo>
                <a:close/>
                <a:moveTo>
                  <a:pt x="0" y="0"/>
                </a:moveTo>
                <a:lnTo>
                  <a:pt x="8040688" y="0"/>
                </a:lnTo>
                <a:lnTo>
                  <a:pt x="8040688" y="6858000"/>
                </a:lnTo>
                <a:lnTo>
                  <a:pt x="0" y="68580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tx1">
                  <a:lumMod val="50000"/>
                  <a:alpha val="0"/>
                </a:schemeClr>
              </a:gs>
              <a:gs pos="57000">
                <a:schemeClr val="tx1">
                  <a:lumMod val="50000"/>
                </a:schemeClr>
              </a:gs>
              <a:gs pos="99000">
                <a:schemeClr val="tx1">
                  <a:lumMod val="50000"/>
                </a:schemeClr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2c87a1dd04c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420" y="5915487"/>
            <a:ext cx="922230" cy="603357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8C04D6-5728-C83D-9A91-CBE8B0F3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2464" y="5929526"/>
            <a:ext cx="75085" cy="98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latin typeface="Arial"/>
              <a:ea typeface="Arial"/>
              <a:cs typeface="Arial"/>
            </a:endParaRP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54815F13-A204-8E6B-521A-D3830EF314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58564" y="2084388"/>
            <a:ext cx="6142236" cy="347649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</a:pPr>
            <a:r>
              <a:t>Questions?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3CF2AC82-A9A6-AA1C-FB8D-016B3276D26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FD668141-7756-0F21-E8C5-D998F69C9B6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 spc="30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PRESENTED BY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800" b="0" i="0" u="none" kern="1200" cap="none" spc="30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Corentin Plumet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EPFL × NUS</a:t>
            </a:r>
          </a:p>
        </p:txBody>
      </p:sp>
    </p:spTree>
    <p:extLst>
      <p:ext uri="{BB962C8B-B14F-4D97-AF65-F5344CB8AC3E}">
        <p14:creationId xmlns:p14="http://schemas.microsoft.com/office/powerpoint/2010/main" val="252340984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>
            <p:ph type="pic" idx="17"/>
          </p:nvPr>
        </p:nvPicPr>
        <p:blipFill>
          <a:blip xmlns:r="http://schemas.openxmlformats.org/officeDocument/2006/relationships" xmlns:a="http://schemas.openxmlformats.org/drawingml/2006/main" r:embed="Ra5832fd95d5c474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3D062584-3539-1F1A-04CA-DCA96C04B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SUPPLEMENTARY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E04AFCCC-A647-11CE-1732-6AE973D4DE9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2800" spc="-1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Protocol &amp; baselines</a:t>
            </a:r>
          </a:p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2800" spc="-1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Graph-design screens</a:t>
            </a:r>
          </a:p>
          <a:p xmlns:a="http://schemas.openxmlformats.org/drawingml/2006/main">
            <a:pPr>
              <a:spcBef>
                <a:spcPts val="1600"/>
              </a:spcBef>
              <a:buNone/>
            </a:pPr>
            <a:r>
              <a:rPr sz="2800" spc="-15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Transfer diagnostics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E675B70E-50E7-C31F-122E-536C7329A8FE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27132571-C35F-D9B9-F27A-5A9BDD44E6E6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114989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CFFCEAD7-A864-ECD5-88B2-6FC0D0776C1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375401" y="3122613"/>
            <a:ext cx="2291522" cy="16129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50</a:t>
            </a:r>
            <a:endParaRPr/>
          </a:p>
          <a:p xmlns:a="http://schemas.openxmlformats.org/drawingml/2006/main">
            <a:pPr marL="0" indent="0"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CHRONICS</a:t>
            </a:r>
            <a:endParaRPr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A1727F33-2E65-6AB7-E52D-5DCC8F514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32400" y="635265"/>
            <a:ext cx="4514939" cy="13724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WCCI</a:t>
            </a:r>
            <a:endParaRPr/>
          </a:p>
          <a:p xmlns:a="http://schemas.openxmlformats.org/drawingml/2006/main">
            <a:r>
              <a:t>EVALUATION</a:t>
            </a:r>
            <a:endParaRPr/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2EB9D4C8-466E-3013-E408-6D697E6C10E6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B41B23A7-2130-EFB8-8CD8-1F9606AC05B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14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1FE13380-6D47-7F79-965E-862B0B35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1" y="4456291"/>
            <a:ext cx="2291522" cy="1612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6800" rIns="36000" bIns="45720">
            <a:normAutofit fontScale="100000"/>
          </a:bodyPr>
          <a:lstStyle xmlns:a="http://schemas.openxmlformats.org/drawingml/2006/main"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Char char="§"/>
              <a:defRPr sz="24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783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/>
              <a:buChar char="•"/>
              <a:defRPr sz="2133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2971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Wingdings"/>
              <a:buChar char="§"/>
              <a:defRPr sz="20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160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349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537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26</a:t>
            </a:r>
          </a:p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EASY</a:t>
            </a:r>
          </a:p>
        </p:txBody>
      </p:sp>
      <p:sp>
        <p:nvSpPr>
          <p:cNvPr id="15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796D9B9B-5A45-0745-84C8-0A38928D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3122613"/>
            <a:ext cx="2291522" cy="1612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6800" rIns="36000" bIns="45720">
            <a:normAutofit fontScale="100000"/>
          </a:bodyPr>
          <a:lstStyle xmlns:a="http://schemas.openxmlformats.org/drawingml/2006/main"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Char char="§"/>
              <a:defRPr sz="24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783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/>
              <a:buChar char="•"/>
              <a:defRPr sz="2133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2971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Wingdings"/>
              <a:buChar char="§"/>
              <a:defRPr sz="20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160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349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537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24</a:t>
            </a:r>
            <a:endParaRPr/>
          </a:p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DIFFICULT</a:t>
            </a:r>
            <a:endParaRPr/>
          </a:p>
        </p:txBody>
      </p:sp>
      <p:sp>
        <p:nvSpPr>
          <p:cNvPr id="16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C77D2D87-CBBC-7F12-D71A-DF2CA7A4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350" y="4456291"/>
            <a:ext cx="2291522" cy="16129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36000" tIns="46800" rIns="36000" bIns="45720">
            <a:normAutofit fontScale="100000"/>
          </a:bodyPr>
          <a:lstStyle xmlns:a="http://schemas.openxmlformats.org/drawingml/2006/main">
            <a:lvl1pPr marL="228594" indent="-228594" algn="l" defTabSz="914377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90000"/>
              <a:buFont typeface="Wingdings"/>
              <a:buChar char="§"/>
              <a:defRPr sz="24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685783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100000"/>
              <a:buFont typeface="Arial"/>
              <a:buChar char="•"/>
              <a:defRPr sz="2133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2971" indent="-228594" algn="l" defTabSz="914377">
              <a:lnSpc>
                <a:spcPct val="90000"/>
              </a:lnSpc>
              <a:spcBef>
                <a:spcPts val="500"/>
              </a:spcBef>
              <a:buClr>
                <a:schemeClr val="tx2"/>
              </a:buClr>
              <a:buSzPct val="90000"/>
              <a:buFont typeface="Wingdings"/>
              <a:buChar char="§"/>
              <a:defRPr sz="2000" b="0" i="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160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349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537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726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8914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103" indent="-228594" algn="l" defTabSz="914377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8.34%</a:t>
            </a:r>
            <a:endParaRPr/>
          </a:p>
          <a:p xmlns:a="http://schemas.openxmlformats.org/drawingml/2006/main">
            <a:pPr marL="0" indent="0">
              <a:buFont typeface="Wingdings"/>
              <a:buNone/>
              <a:defRPr sz="2100" b="1">
                <a:solidFill>
                  <a:srgbClr val="3A3838"/>
                </a:solidFill>
              </a:defRPr>
            </a:pPr>
            <a:r>
              <a:rPr sz="2100" b="1" spc="-150">
                <a:solidFill>
                  <a:srgbClr val="3A3838"/>
                </a:solidFill>
              </a:rPr>
              <a:t>BASELINE</a:t>
            </a:r>
            <a:endParaRPr/>
          </a:p>
        </p:txBody>
      </p:sp>
      <p:sp>
        <p:nvSpPr>
          <p:cNvPr id="2" name="ZoneTexte 1">
            <a:extLst xmlns:a="http://schemas.openxmlformats.org/drawingml/2006/main">
              <a:ext uri="{FF2B5EF4-FFF2-40B4-BE49-F238E27FC236}">
                <a16:creationId xmlns:a16="http://schemas.microsoft.com/office/drawing/2014/main" id="{4CEBD3BB-9FAE-0348-8635-84E0122B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252" y="6325855"/>
            <a:ext cx="5163403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i="1"/>
              <a:t>Maintenance is disabled to remove a hazard absent from bus14; on the full WCCI test it changes do-nothing survival from 27.3% to 57.3%.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13b990f504d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0"/>
            <a:ext cx="50863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13133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re 1">
            <a:extLst xmlns:a="http://schemas.openxmlformats.org/drawingml/2006/main">
              <a:ext uri="{FF2B5EF4-FFF2-40B4-BE49-F238E27FC236}">
                <a16:creationId xmlns:a16="http://schemas.microsoft.com/office/drawing/2014/main" id="{D2DD4A48-BFCF-D9E0-A513-BD823607A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1" y="635473"/>
            <a:ext cx="2833150" cy="144891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More candidates help greedy — not the policy</a:t>
            </a:r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063617E6-A8BF-4B86-342B-DCEC785EC86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MASTER THESIS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CF2795F7-419F-2D69-C883-D8E3639EC5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B18BA8-60F4-C50D-CD9B-1BB87D3E8506}" type="slidenum">
              <a:rPr>
                <a:solidFill>
                  <a:schemeClr val="bg1"/>
                </a:solidFill>
              </a:rPr>
              <a:t>22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81A280-F974-48A8-9D36-33F20686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2428875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5E5E5"/>
          </a:solidFill>
          <a:ln xmlns:a="http://schemas.openxmlformats.org/drawingml/2006/main" w="9525">
            <a:solidFill>
              <a:srgbClr val="E5E5E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FULL LIST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≈66,965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222222"/>
                </a:solidFill>
              </a:defRPr>
            </a:pPr>
            <a:r>
              <a:rPr sz="1950" b="1">
                <a:solidFill>
                  <a:srgbClr val="222222"/>
                </a:solidFill>
              </a:rPr>
              <a:t>actions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5C33C-C821-4FAD-85DE-DCC99237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428875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3D74B7"/>
          </a:solidFill>
          <a:ln xmlns:a="http://schemas.openxmlformats.org/drawingml/2006/main" w="9525">
            <a:solidFill>
              <a:srgbClr val="3D74B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k = 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128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candidates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33.1% greedy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CF9CF3-73EC-4EC9-93D7-D25582C23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00250"/>
            <a:ext cx="2428875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868B"/>
          </a:solidFill>
          <a:ln xmlns:a="http://schemas.openxmlformats.org/drawingml/2006/main" w="9525">
            <a:solidFill>
              <a:srgbClr val="12868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k = 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256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candidates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67.9% greedy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CD208-3DA5-4C34-9F24-438E32A5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428875" cy="33337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0000"/>
          </a:solidFill>
          <a:ln xmlns:a="http://schemas.openxmlformats.org/drawingml/2006/main" w="9525">
            <a:solidFill>
              <a:srgbClr val="FF000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k = 256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716</a:t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candidates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94.9% greedy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97C34-F218-49F6-8D53-CAC1F88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Feasible actions expand faster than the learned policy can rank them.</a:t>
            </a:r>
          </a:p>
        </p:txBody>
      </p:sp>
    </p:spTree>
    <p:extLst>
      <p:ext uri="{BB962C8B-B14F-4D97-AF65-F5344CB8AC3E}">
        <p14:creationId xmlns:p14="http://schemas.microsoft.com/office/powerpoint/2010/main" val="409037842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9943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Best source-grid learned control:</a:t>
            </a:r>
          </a:p>
          <a:p xmlns:a="http://schemas.openxmlformats.org/drawingml/2006/main">
            <a:r>
              <a:rPr sz="2000"/>
              <a:t>• Local-safe AIB: 98.4% survival</a:t>
            </a:r>
            <a:endParaRPr sz="2000"/>
          </a:p>
          <a:p xmlns:a="http://schemas.openxmlformats.org/drawingml/2006/main">
            <a:r>
              <a:rPr sz="2000"/>
              <a:t>• 0.98 mean idle-action usage</a:t>
            </a:r>
            <a:endParaRPr sz="2000"/>
          </a:p>
          <a:p xmlns:a="http://schemas.openxmlformats.org/drawingml/2006/main">
            <a:r>
              <a:rPr sz="2000"/>
              <a:t/>
            </a:r>
            <a:endParaRPr sz="2000"/>
          </a:p>
          <a:p xmlns:a="http://schemas.openxmlformats.org/drawingml/2006/main">
            <a:r>
              <a:rPr sz="2000"/>
              <a:t>The local rule improves sparse behaviour at evaluation time.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Sparse-control mechanisms occupy different trade-offs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E99CEF-AF55-BA3C-ADF8-4E52E186DD8F}" type="slidenum">
              <a:t>23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8263e4c40040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• K = 2, h = 128 crosses 90% earliest</a:t>
            </a:r>
          </a:p>
          <a:p xmlns:a="http://schemas.openxmlformats.org/drawingml/2006/main">
            <a:r>
              <a:rPr sz="2000"/>
              <a:t>• Highest time-weighted training mean</a:t>
            </a:r>
            <a:endParaRPr sz="2000"/>
          </a:p>
          <a:p xmlns:a="http://schemas.openxmlformats.org/drawingml/2006/main">
            <a:r>
              <a:rPr sz="2000"/>
              <a:t>• Lower late-training variance</a:t>
            </a:r>
            <a:endParaRPr sz="2000"/>
          </a:p>
          <a:p xmlns:a="http://schemas.openxmlformats.org/drawingml/2006/main">
            <a:r>
              <a:rPr sz="2000"/>
              <a:t>• Peak gaps remain within one-seed noise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Two GINE layers and width 128 were the robust default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59AF09-D197-0193-A7DE-FAAF0B691058}" type="slidenum">
              <a:t>24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be3a3987549d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1B7B5C50-ACC5-3FE1-23CD-746F2164275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50864" y="2256730"/>
            <a:ext cx="5473699" cy="117620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SCREEN C</a:t>
            </a:r>
            <a:endParaRPr b="1"/>
          </a:p>
          <a:p xmlns:a="http://schemas.openxmlformats.org/drawingml/2006/main">
            <a:r>
              <a:t>Energized/max readout</a:t>
            </a:r>
          </a:p>
          <a:p xmlns:a="http://schemas.openxmlformats.org/drawingml/2006/main">
            <a:r>
              <a:t>99.39% full-test survival</a:t>
            </a: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551A9827-522F-1D21-35E9-17B3C5C69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14872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Readout &gt; structural hubs</a:t>
            </a:r>
            <a:endParaRPr b="0"/>
          </a:p>
        </p:txBody>
      </p:sp>
      <p:sp>
        <p:nvSpPr>
          <p:cNvPr id="4" name="Espace réservé du contenu 3">
            <a:extLst xmlns:a="http://schemas.openxmlformats.org/drawingml/2006/main">
              <a:ext uri="{FF2B5EF4-FFF2-40B4-BE49-F238E27FC236}">
                <a16:creationId xmlns:a16="http://schemas.microsoft.com/office/drawing/2014/main" id="{50604A04-8657-C0F7-FE2C-43C7B72A250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1726" y="2270589"/>
            <a:ext cx="5473699" cy="11814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SCREEN D</a:t>
            </a:r>
            <a:endParaRPr b="1"/>
          </a:p>
          <a:p xmlns:a="http://schemas.openxmlformats.org/drawingml/2006/main">
            <a:r>
              <a:t>Simple unaugmented graph retained</a:t>
            </a:r>
          </a:p>
          <a:p xmlns:a="http://schemas.openxmlformats.org/drawingml/2006/main">
            <a:r>
              <a:t>Virtual nodes: 18–77%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E92DBC4C-00A6-45F8-350D-9BDEACDDCE06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DA8843EF-6751-563D-2127-5E5085AE277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3AE1AE4-D79E-94D6-E825-3FC6C21A77D2}" type="slidenum">
              <a:t>25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3663afc4944b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0864" y="3452084"/>
            <a:ext cx="5473699" cy="3072541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af529200a467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67437" y="3453507"/>
            <a:ext cx="5487987" cy="3086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9239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1B7B5C50-ACC5-3FE1-23CD-746F2164275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50864" y="2256730"/>
            <a:ext cx="5473699" cy="117620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SCREEN E</a:t>
            </a:r>
            <a:endParaRPr b="1"/>
          </a:p>
          <a:p xmlns:a="http://schemas.openxmlformats.org/drawingml/2006/main">
            <a:r>
              <a:t>Best physical direction:</a:t>
            </a:r>
          </a:p>
          <a:p xmlns:a="http://schemas.openxmlformats.org/drawingml/2006/main">
            <a:r>
              <a:t>generator → busbar</a:t>
            </a:r>
          </a:p>
          <a:p xmlns:a="http://schemas.openxmlformats.org/drawingml/2006/main">
            <a:r>
              <a:t>load ← busbar</a:t>
            </a:r>
          </a:p>
          <a:p xmlns:a="http://schemas.openxmlformats.org/drawingml/2006/main">
            <a:r>
              <a:t>99.12%</a:t>
            </a: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551A9827-522F-1D21-35E9-17B3C5C69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14872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Direction + action context</a:t>
            </a:r>
            <a:endParaRPr b="0"/>
          </a:p>
        </p:txBody>
      </p:sp>
      <p:sp>
        <p:nvSpPr>
          <p:cNvPr id="4" name="Espace réservé du contenu 3">
            <a:extLst xmlns:a="http://schemas.openxmlformats.org/drawingml/2006/main">
              <a:ext uri="{FF2B5EF4-FFF2-40B4-BE49-F238E27FC236}">
                <a16:creationId xmlns:a16="http://schemas.microsoft.com/office/drawing/2014/main" id="{50604A04-8657-C0F7-FE2C-43C7B72A250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1726" y="2270589"/>
            <a:ext cx="5473699" cy="11814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SCREEN F</a:t>
            </a:r>
            <a:endParaRPr b="1"/>
          </a:p>
          <a:p xmlns:a="http://schemas.openxmlformats.org/drawingml/2006/main">
            <a:r>
              <a:t>Leading candidate scorers</a:t>
            </a:r>
          </a:p>
          <a:p xmlns:a="http://schemas.openxmlformats.org/drawingml/2006/main">
            <a:r>
              <a:t>98–99.5% on bus14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E92DBC4C-00A6-45F8-350D-9BDEACDDCE06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DA8843EF-6751-563D-2127-5E5085AE277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AB55966-FA28-BC73-EA9E-53DF014DF033}" type="slidenum">
              <a:t>26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ddd644291450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0864" y="3452084"/>
            <a:ext cx="5473699" cy="3072541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c268d8365d467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67437" y="3453507"/>
            <a:ext cx="5487987" cy="3086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9239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1B7B5C50-ACC5-3FE1-23CD-746F2164275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50864" y="2256730"/>
            <a:ext cx="5473699" cy="117620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BEFORE</a:t>
            </a:r>
            <a:endParaRPr b="1"/>
          </a:p>
          <a:p xmlns:a="http://schemas.openxmlformats.org/drawingml/2006/main">
            <a:r>
              <a:t>Power and angle channels differ in scale, offset, and tails</a:t>
            </a: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551A9827-522F-1D21-35E9-17B3C5C69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14872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Scale physical inputs</a:t>
            </a:r>
            <a:endParaRPr b="0"/>
          </a:p>
        </p:txBody>
      </p:sp>
      <p:sp>
        <p:nvSpPr>
          <p:cNvPr id="4" name="Espace réservé du contenu 3">
            <a:extLst xmlns:a="http://schemas.openxmlformats.org/drawingml/2006/main">
              <a:ext uri="{FF2B5EF4-FFF2-40B4-BE49-F238E27FC236}">
                <a16:creationId xmlns:a16="http://schemas.microsoft.com/office/drawing/2014/main" id="{50604A04-8657-C0F7-FE2C-43C7B72A250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1726" y="2270589"/>
            <a:ext cx="5473699" cy="11814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AFTER</a:t>
            </a:r>
            <a:endParaRPr b="1"/>
          </a:p>
          <a:p xmlns:a="http://schemas.openxmlformats.org/drawingml/2006/main">
            <a:r>
              <a:t>p / max Pmax and angle differences remove avoidable mismatch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E92DBC4C-00A6-45F8-350D-9BDEACDDCE06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DA8843EF-6751-563D-2127-5E5085AE277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2F15020-66A7-620A-7B7A-C05C4312DEAE}" type="slidenum">
              <a:t>27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d1f5d5e0b4d1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0864" y="3452084"/>
            <a:ext cx="5473699" cy="3072541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5c4f153e9d4e6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67437" y="3453507"/>
            <a:ext cx="5487987" cy="3086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9239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1B7B5C50-ACC5-3FE1-23CD-746F2164275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550864" y="2256730"/>
            <a:ext cx="5473699" cy="117620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PLAIN ZERO-SHOT</a:t>
            </a:r>
            <a:endParaRPr b="1"/>
          </a:p>
          <a:p xmlns:a="http://schemas.openxmlformats.org/drawingml/2006/main">
            <a:r>
              <a:t>Pooling, preprocessing and idle-head choices interact with k</a:t>
            </a: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551A9827-522F-1D21-35E9-17B3C5C69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28493"/>
            <a:ext cx="4537075" cy="14872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Zero-shot interactions</a:t>
            </a:r>
            <a:endParaRPr b="0"/>
          </a:p>
        </p:txBody>
      </p:sp>
      <p:sp>
        <p:nvSpPr>
          <p:cNvPr id="4" name="Espace réservé du contenu 3">
            <a:extLst xmlns:a="http://schemas.openxmlformats.org/drawingml/2006/main">
              <a:ext uri="{FF2B5EF4-FFF2-40B4-BE49-F238E27FC236}">
                <a16:creationId xmlns:a16="http://schemas.microsoft.com/office/drawing/2014/main" id="{50604A04-8657-C0F7-FE2C-43C7B72A2508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181726" y="2270589"/>
            <a:ext cx="5473699" cy="118149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ACTION-SPACE COVERAGE</a:t>
            </a:r>
            <a:endParaRPr b="1"/>
          </a:p>
          <a:p xmlns:a="http://schemas.openxmlformats.org/drawingml/2006/main">
            <a:r>
              <a:t>Larger k expands feasibility faster than the policy can rank it</a:t>
            </a:r>
          </a:p>
        </p:txBody>
      </p:sp>
      <p:sp>
        <p:nvSpPr>
          <p:cNvPr id="5" name="Espace réservé de la date 4">
            <a:extLst xmlns:a="http://schemas.openxmlformats.org/drawingml/2006/main">
              <a:ext uri="{FF2B5EF4-FFF2-40B4-BE49-F238E27FC236}">
                <a16:creationId xmlns:a16="http://schemas.microsoft.com/office/drawing/2014/main" id="{E92DBC4C-00A6-45F8-350D-9BDEACDDCE06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DA8843EF-6751-563D-2127-5E5085AE277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8AD4375-9F50-F53A-6F9F-DD8473067C05}" type="slidenum">
              <a:t>28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d8e192420f417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550864" y="3452084"/>
            <a:ext cx="5473699" cy="3072541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827cd15734a6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6167437" y="3453507"/>
            <a:ext cx="5487987" cy="3086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9239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98342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Matched difficult-cohort change:</a:t>
            </a:r>
          </a:p>
          <a:p xmlns:a="http://schemas.openxmlformats.org/drawingml/2006/main">
            <a:r>
              <a:rPr sz="2000"/>
              <a:t>• Gmax-delta: +4.6 pp ungated</a:t>
            </a:r>
            <a:endParaRPr sz="2000"/>
          </a:p>
          <a:p xmlns:a="http://schemas.openxmlformats.org/drawingml/2006/main">
            <a:r>
              <a:rPr sz="2000"/>
              <a:t>• Adaptive budget: +6.0 pp ungated</a:t>
            </a:r>
            <a:endParaRPr sz="2000"/>
          </a:p>
          <a:p xmlns:a="http://schemas.openxmlformats.org/drawingml/2006/main">
            <a:r>
              <a:rPr sz="2000"/>
              <a:t>• Local gate: +7.2 pp for plain zero-shot</a:t>
            </a:r>
            <a:endParaRPr sz="2000"/>
          </a:p>
          <a:p xmlns:a="http://schemas.openxmlformats.org/drawingml/2006/main">
            <a:r>
              <a:rPr sz="2000"/>
              <a:t>• But −2.2 pp for scratch scorer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96376"/>
          </a:bodyPr>
          <a:lstStyle xmlns:a="http://schemas.openxmlformats.org/drawingml/2006/main"/>
          <a:p xmlns:a="http://schemas.openxmlformats.org/drawingml/2006/main">
            <a:r>
              <a:t>Decision-time changes help only in matched policy contexts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1680313-6E64-04FF-399A-57B7CADE95A9}" type="slidenum">
              <a:t>29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34d5ecc8643e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contenu 7">
            <a:extLst xmlns:a="http://schemas.openxmlformats.org/drawingml/2006/main">
              <a:ext uri="{FF2B5EF4-FFF2-40B4-BE49-F238E27FC236}">
                <a16:creationId xmlns:a16="http://schemas.microsoft.com/office/drawing/2014/main" id="{95B38E6A-894B-9D07-BE3B-95F52F97B0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3" y="3429000"/>
            <a:ext cx="3744912" cy="30956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b="1"/>
              <a:t>• Some difficult chronics remain near do nothing</a:t>
            </a:r>
          </a:p>
          <a:p xmlns:a="http://schemas.openxmlformats.org/drawingml/2006/main">
            <a:r>
              <a:rPr sz="2000"/>
              <a:t>• Greedy shows useful actions exist</a:t>
            </a:r>
            <a:endParaRPr sz="2000"/>
          </a:p>
          <a:p xmlns:a="http://schemas.openxmlformats.org/drawingml/2006/main">
            <a:r>
              <a:rPr sz="2000"/>
              <a:t>• Ranking and long-horizon credit remain the bottlenecks</a:t>
            </a:r>
            <a:endParaRPr sz="20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AA4FCC-6AE7-B7A9-2930-A45FE9BEF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6000" y="635473"/>
            <a:ext cx="5498563" cy="210661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Aggregate gains hide chronic-specific failures</a:t>
            </a:r>
            <a:endParaRPr/>
          </a:p>
        </p:txBody>
      </p:sp>
      <p:sp>
        <p:nvSpPr>
          <p:cNvPr id="3" name="Espace réservé de la date 2">
            <a:extLst xmlns:a="http://schemas.openxmlformats.org/drawingml/2006/main">
              <a:ext uri="{FF2B5EF4-FFF2-40B4-BE49-F238E27FC236}">
                <a16:creationId xmlns:a16="http://schemas.microsoft.com/office/drawing/2014/main" id="{3D7092DD-A445-C3B6-5D81-4A3A3533AD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5" name="Espace réservé du numéro de diapositive 4">
            <a:extLst xmlns:a="http://schemas.openxmlformats.org/drawingml/2006/main">
              <a:ext uri="{FF2B5EF4-FFF2-40B4-BE49-F238E27FC236}">
                <a16:creationId xmlns:a16="http://schemas.microsoft.com/office/drawing/2014/main" id="{53B8DDDC-0CD8-FE5F-FD3E-BEED3A5FA8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FEBBBCE-9E16-527A-0EE3-E5839422D847}" type="slidenum">
              <a:t>30</a:t>
            </a:fld>
            <a:endParaRPr/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4158af4ef4ab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4597400" y="2596441"/>
            <a:ext cx="7346875" cy="42615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6482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98CD31AB-42DD-1007-5F4C-586232A0C7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2" y="878457"/>
            <a:ext cx="3600451" cy="22393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/>
            </a:pPr>
            <a:r>
              <a:rPr b="1">
                <a:solidFill>
                  <a:schemeClr val="tx2"/>
                </a:solidFill>
              </a:rPr>
              <a:t>PROTOCOL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action cap + data path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target step budget</a:t>
            </a:r>
          </a:p>
          <a:p xmlns:a="http://schemas.openxmlformats.org/drawingml/2006/main">
            <a:r>
              <a:t>• source/target seed set</a:t>
            </a:r>
            <a:endParaRPr/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B812496F-4B22-B8CC-F385-A03BDB00F8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5" y="873125"/>
            <a:ext cx="3600450" cy="22447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2"/>
            </a:pPr>
            <a:r>
              <a:rPr b="1">
                <a:solidFill>
                  <a:schemeClr val="tx2"/>
                </a:solidFill>
              </a:rPr>
              <a:t>OPTIMISATION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head optimiser + LR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checkpoint selection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gate condition</a:t>
            </a:r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A66EE8DD-3EA1-F330-D75E-4729B8FBE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4824486"/>
            <a:ext cx="11090275" cy="18948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600">
                <a:solidFill>
                  <a:schemeClr val="tx2"/>
                </a:solidFill>
              </a:rPr>
              <a:t>COMPLETE THE MATCHED STUDY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F8400313-BF01-95B5-BA89-B20658E15DB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040688" y="877888"/>
            <a:ext cx="3600450" cy="2244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3"/>
            </a:pPr>
            <a:r>
              <a:rPr b="1">
                <a:solidFill>
                  <a:schemeClr val="tx2"/>
                </a:solidFill>
              </a:rPr>
              <a:t>OUTPUTS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learning curves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• difficult endpoint table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• 4 × 4 route/representation plot</a:t>
            </a:r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6975C9F2-F615-C3E0-3D0D-A211EE35392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9DCB7524-DA86-94EE-9BE1-267356F6905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72A7C5-A0CC-7B36-F236-345181E6AD72}" type="slidenum">
              <a:t>31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1aa53ccce461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3117850"/>
            <a:ext cx="12192000" cy="17066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5856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98CD31AB-42DD-1007-5F4C-586232A0C7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2" y="878457"/>
            <a:ext cx="3600451" cy="22393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/>
            </a:pPr>
            <a:r>
              <a:rPr b="1">
                <a:solidFill>
                  <a:schemeClr val="tx2"/>
                </a:solidFill>
              </a:rPr>
              <a:t>SOURCE SCREENS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15M environment steps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201 held-out chronics</a:t>
            </a:r>
          </a:p>
          <a:p xmlns:a="http://schemas.openxmlformats.org/drawingml/2006/main">
            <a:r>
              <a:t>best periodic checkpoint</a:t>
            </a:r>
            <a:endParaRPr/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B812496F-4B22-B8CC-F385-A03BDB00F8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5" y="873125"/>
            <a:ext cx="3600450" cy="22447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2"/>
            </a:pPr>
            <a:r>
              <a:rPr b="1">
                <a:solidFill>
                  <a:schemeClr val="tx2"/>
                </a:solidFill>
              </a:rPr>
              <a:t>WCCI TRANSFER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fixed 50 chronics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24 difficult / 26 easy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seed 0</a:t>
            </a:r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A66EE8DD-3EA1-F330-D75E-4729B8FBE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4824486"/>
            <a:ext cx="11090275" cy="18948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600">
                <a:solidFill>
                  <a:schemeClr val="tx2"/>
                </a:solidFill>
              </a:rPr>
              <a:t>COMPARE LIKE WITH LIKE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F8400313-BF01-95B5-BA89-B20658E15DB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040688" y="877888"/>
            <a:ext cx="3600450" cy="2244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3"/>
            </a:pPr>
            <a:r>
              <a:rPr b="1">
                <a:solidFill>
                  <a:schemeClr val="tx2"/>
                </a:solidFill>
              </a:rPr>
              <a:t>COMPARISON RULES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same k and architecture</a:t>
            </a:r>
            <a:endParaRPr sz="1800"/>
          </a:p>
          <a:p xmlns:a="http://schemas.openxmlformats.org/drawingml/2006/main">
            <a:pPr marL="541338" lvl="1" indent="-177800">
              <a:buNone/>
            </a:pPr>
            <a:r>
              <a:rPr sz="1800"/>
              <a:t>report overall + difficult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show do nothing + greedy</a:t>
            </a:r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6975C9F2-F615-C3E0-3D0D-A211EE35392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9DCB7524-DA86-94EE-9BE1-267356F6905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6C3428B-053E-6B4E-39FF-75B44F3F33F6}" type="slidenum">
              <a:t>32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e621c6b2741e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3117850"/>
            <a:ext cx="12192000" cy="17066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5856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contenu 1">
            <a:extLst xmlns:a="http://schemas.openxmlformats.org/drawingml/2006/main">
              <a:ext uri="{FF2B5EF4-FFF2-40B4-BE49-F238E27FC236}">
                <a16:creationId xmlns:a16="http://schemas.microsoft.com/office/drawing/2014/main" id="{98CD31AB-42DD-1007-5F4C-586232A0C7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50862" y="878457"/>
            <a:ext cx="3600451" cy="223939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/>
            </a:pPr>
            <a:r>
              <a:rPr b="1">
                <a:solidFill>
                  <a:schemeClr val="tx2"/>
                </a:solidFill>
              </a:rPr>
              <a:t>MEAN SURVIVAL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survived steps / episode length, averaged over chronics</a:t>
            </a:r>
            <a:endParaRPr sz="1800"/>
          </a:p>
        </p:txBody>
      </p:sp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B812496F-4B22-B8CC-F385-A03BDB00F8A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295775" y="873125"/>
            <a:ext cx="3600450" cy="224472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2"/>
            </a:pPr>
            <a:r>
              <a:rPr b="1">
                <a:solidFill>
                  <a:schemeClr val="tx2"/>
                </a:solidFill>
              </a:rPr>
              <a:t>LOCAL ρ GATE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block an agent action when its local maximum line loading &lt; 0.95</a:t>
            </a:r>
            <a:endParaRPr sz="1800"/>
          </a:p>
        </p:txBody>
      </p:sp>
      <p:sp>
        <p:nvSpPr>
          <p:cNvPr id="4" name="Titre 3">
            <a:extLst xmlns:a="http://schemas.openxmlformats.org/drawingml/2006/main">
              <a:ext uri="{FF2B5EF4-FFF2-40B4-BE49-F238E27FC236}">
                <a16:creationId xmlns:a16="http://schemas.microsoft.com/office/drawing/2014/main" id="{A66EE8DD-3EA1-F330-D75E-4729B8FBE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50862" y="4824486"/>
            <a:ext cx="11090275" cy="18948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6600">
                <a:solidFill>
                  <a:schemeClr val="tx2"/>
                </a:solidFill>
              </a:rPr>
              <a:t>THREE DIFFERENT QUESTIONS</a:t>
            </a:r>
          </a:p>
        </p:txBody>
      </p:sp>
      <p:sp>
        <p:nvSpPr>
          <p:cNvPr id="5" name="Espace réservé du contenu 4">
            <a:extLst xmlns:a="http://schemas.openxmlformats.org/drawingml/2006/main">
              <a:ext uri="{FF2B5EF4-FFF2-40B4-BE49-F238E27FC236}">
                <a16:creationId xmlns:a16="http://schemas.microsoft.com/office/drawing/2014/main" id="{F8400313-BF01-95B5-BA89-B20658E15DB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040688" y="877888"/>
            <a:ext cx="3600450" cy="22447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363538" indent="-363538">
              <a:buFont typeface="+mj-lt"/>
              <a:buAutoNum type="arabicPeriod" startAt="3"/>
            </a:pPr>
            <a:r>
              <a:rPr b="1">
                <a:solidFill>
                  <a:schemeClr val="tx2"/>
                </a:solidFill>
              </a:rPr>
              <a:t>FEASIBLE GAIN</a:t>
            </a:r>
          </a:p>
          <a:p xmlns:a="http://schemas.openxmlformats.org/drawingml/2006/main">
            <a:pPr marL="541338" lvl="1" indent="-177800">
              <a:buNone/>
            </a:pPr>
            <a:r>
              <a:rPr sz="1800"/>
              <a:t>progress from do nothing to the same-k greedy reference</a:t>
            </a:r>
            <a:endParaRPr sz="1800"/>
          </a:p>
        </p:txBody>
      </p:sp>
      <p:sp>
        <p:nvSpPr>
          <p:cNvPr id="6" name="Espace réservé de la date 5">
            <a:extLst xmlns:a="http://schemas.openxmlformats.org/drawingml/2006/main">
              <a:ext uri="{FF2B5EF4-FFF2-40B4-BE49-F238E27FC236}">
                <a16:creationId xmlns:a16="http://schemas.microsoft.com/office/drawing/2014/main" id="{6975C9F2-F615-C3E0-3D0D-A211EE35392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  <a:endParaRPr/>
          </a:p>
        </p:txBody>
      </p:sp>
      <p:sp>
        <p:nvSpPr>
          <p:cNvPr id="8" name="Espace réservé du numéro de diapositive 7">
            <a:extLst xmlns:a="http://schemas.openxmlformats.org/drawingml/2006/main">
              <a:ext uri="{FF2B5EF4-FFF2-40B4-BE49-F238E27FC236}">
                <a16:creationId xmlns:a16="http://schemas.microsoft.com/office/drawing/2014/main" id="{9DCB7524-DA86-94EE-9BE1-267356F6905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9F9B2FD-F323-2D0A-D581-D6E61055F9A8}" type="slidenum">
              <a:t>33</a:t>
            </a:fld>
            <a:endParaRPr/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d40a780af742c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0" y="3117850"/>
            <a:ext cx="12192000" cy="17066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585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Espace réservé pour une image  10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918df7255c5e43b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" y="0"/>
            <a:ext cx="12191998" cy="6858000"/>
          </a:xfrm>
        </p:spPr>
      </p:pic>
      <p:sp>
        <p:nvSpPr>
          <p:cNvPr id="7" name="Forme libre 6">
            <a:extLst xmlns:a="http://schemas.openxmlformats.org/drawingml/2006/main">
              <a:ext uri="{FF2B5EF4-FFF2-40B4-BE49-F238E27FC236}">
                <a16:creationId xmlns:a16="http://schemas.microsoft.com/office/drawing/2014/main" id="{CA0D5AA1-6FBB-4E18-D309-991C16B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40688" cy="6858000"/>
          </a:xfrm>
          <a:custGeom xmlns:a="http://schemas.openxmlformats.org/drawingml/2006/main">
            <a:gdLst>
              <a:gd name="connsiteX0" fmla="*/ 1047878 w 8040688"/>
              <a:gd name="connsiteY0" fmla="*/ 414079 h 6858000"/>
              <a:gd name="connsiteX1" fmla="*/ 1124414 w 8040688"/>
              <a:gd name="connsiteY1" fmla="*/ 414079 h 6858000"/>
              <a:gd name="connsiteX2" fmla="*/ 1157026 w 8040688"/>
              <a:gd name="connsiteY2" fmla="*/ 415945 h 6858000"/>
              <a:gd name="connsiteX3" fmla="*/ 1184613 w 8040688"/>
              <a:gd name="connsiteY3" fmla="*/ 423190 h 6858000"/>
              <a:gd name="connsiteX4" fmla="*/ 1203732 w 8040688"/>
              <a:gd name="connsiteY4" fmla="*/ 438343 h 6858000"/>
              <a:gd name="connsiteX5" fmla="*/ 1210937 w 8040688"/>
              <a:gd name="connsiteY5" fmla="*/ 463999 h 6858000"/>
              <a:gd name="connsiteX6" fmla="*/ 1203732 w 8040688"/>
              <a:gd name="connsiteY6" fmla="*/ 489655 h 6858000"/>
              <a:gd name="connsiteX7" fmla="*/ 1184613 w 8040688"/>
              <a:gd name="connsiteY7" fmla="*/ 504809 h 6858000"/>
              <a:gd name="connsiteX8" fmla="*/ 1157026 w 8040688"/>
              <a:gd name="connsiteY8" fmla="*/ 512053 h 6858000"/>
              <a:gd name="connsiteX9" fmla="*/ 1124414 w 8040688"/>
              <a:gd name="connsiteY9" fmla="*/ 513919 h 6858000"/>
              <a:gd name="connsiteX10" fmla="*/ 1047878 w 8040688"/>
              <a:gd name="connsiteY10" fmla="*/ 513919 h 6858000"/>
              <a:gd name="connsiteX11" fmla="*/ 1761703 w 8040688"/>
              <a:gd name="connsiteY11" fmla="*/ 331195 h 6858000"/>
              <a:gd name="connsiteX12" fmla="*/ 1761703 w 8040688"/>
              <a:gd name="connsiteY12" fmla="*/ 779561 h 6858000"/>
              <a:gd name="connsiteX13" fmla="*/ 2085672 w 8040688"/>
              <a:gd name="connsiteY13" fmla="*/ 779561 h 6858000"/>
              <a:gd name="connsiteX14" fmla="*/ 2085672 w 8040688"/>
              <a:gd name="connsiteY14" fmla="*/ 696645 h 6858000"/>
              <a:gd name="connsiteX15" fmla="*/ 1858274 w 8040688"/>
              <a:gd name="connsiteY15" fmla="*/ 696645 h 6858000"/>
              <a:gd name="connsiteX16" fmla="*/ 1858274 w 8040688"/>
              <a:gd name="connsiteY16" fmla="*/ 331195 h 6858000"/>
              <a:gd name="connsiteX17" fmla="*/ 1367739 w 8040688"/>
              <a:gd name="connsiteY17" fmla="*/ 331195 h 6858000"/>
              <a:gd name="connsiteX18" fmla="*/ 1367739 w 8040688"/>
              <a:gd name="connsiteY18" fmla="*/ 513920 h 6858000"/>
              <a:gd name="connsiteX19" fmla="*/ 1464342 w 8040688"/>
              <a:gd name="connsiteY19" fmla="*/ 513920 h 6858000"/>
              <a:gd name="connsiteX20" fmla="*/ 1464342 w 8040688"/>
              <a:gd name="connsiteY20" fmla="*/ 596804 h 6858000"/>
              <a:gd name="connsiteX21" fmla="*/ 1367739 w 8040688"/>
              <a:gd name="connsiteY21" fmla="*/ 596804 h 6858000"/>
              <a:gd name="connsiteX22" fmla="*/ 1367739 w 8040688"/>
              <a:gd name="connsiteY22" fmla="*/ 779529 h 6858000"/>
              <a:gd name="connsiteX23" fmla="*/ 1464342 w 8040688"/>
              <a:gd name="connsiteY23" fmla="*/ 779529 h 6858000"/>
              <a:gd name="connsiteX24" fmla="*/ 1464342 w 8040688"/>
              <a:gd name="connsiteY24" fmla="*/ 596804 h 6858000"/>
              <a:gd name="connsiteX25" fmla="*/ 1672306 w 8040688"/>
              <a:gd name="connsiteY25" fmla="*/ 596804 h 6858000"/>
              <a:gd name="connsiteX26" fmla="*/ 1672306 w 8040688"/>
              <a:gd name="connsiteY26" fmla="*/ 513920 h 6858000"/>
              <a:gd name="connsiteX27" fmla="*/ 1464342 w 8040688"/>
              <a:gd name="connsiteY27" fmla="*/ 513920 h 6858000"/>
              <a:gd name="connsiteX28" fmla="*/ 1464342 w 8040688"/>
              <a:gd name="connsiteY28" fmla="*/ 414079 h 6858000"/>
              <a:gd name="connsiteX29" fmla="*/ 1691740 w 8040688"/>
              <a:gd name="connsiteY29" fmla="*/ 414079 h 6858000"/>
              <a:gd name="connsiteX30" fmla="*/ 1691740 w 8040688"/>
              <a:gd name="connsiteY30" fmla="*/ 331195 h 6858000"/>
              <a:gd name="connsiteX31" fmla="*/ 544448 w 8040688"/>
              <a:gd name="connsiteY31" fmla="*/ 331195 h 6858000"/>
              <a:gd name="connsiteX32" fmla="*/ 544448 w 8040688"/>
              <a:gd name="connsiteY32" fmla="*/ 513920 h 6858000"/>
              <a:gd name="connsiteX33" fmla="*/ 641051 w 8040688"/>
              <a:gd name="connsiteY33" fmla="*/ 513920 h 6858000"/>
              <a:gd name="connsiteX34" fmla="*/ 641051 w 8040688"/>
              <a:gd name="connsiteY34" fmla="*/ 596804 h 6858000"/>
              <a:gd name="connsiteX35" fmla="*/ 544448 w 8040688"/>
              <a:gd name="connsiteY35" fmla="*/ 596804 h 6858000"/>
              <a:gd name="connsiteX36" fmla="*/ 544448 w 8040688"/>
              <a:gd name="connsiteY36" fmla="*/ 779560 h 6858000"/>
              <a:gd name="connsiteX37" fmla="*/ 868449 w 8040688"/>
              <a:gd name="connsiteY37" fmla="*/ 779560 h 6858000"/>
              <a:gd name="connsiteX38" fmla="*/ 868449 w 8040688"/>
              <a:gd name="connsiteY38" fmla="*/ 696645 h 6858000"/>
              <a:gd name="connsiteX39" fmla="*/ 641051 w 8040688"/>
              <a:gd name="connsiteY39" fmla="*/ 696645 h 6858000"/>
              <a:gd name="connsiteX40" fmla="*/ 641051 w 8040688"/>
              <a:gd name="connsiteY40" fmla="*/ 596804 h 6858000"/>
              <a:gd name="connsiteX41" fmla="*/ 849015 w 8040688"/>
              <a:gd name="connsiteY41" fmla="*/ 596804 h 6858000"/>
              <a:gd name="connsiteX42" fmla="*/ 849015 w 8040688"/>
              <a:gd name="connsiteY42" fmla="*/ 513920 h 6858000"/>
              <a:gd name="connsiteX43" fmla="*/ 641051 w 8040688"/>
              <a:gd name="connsiteY43" fmla="*/ 513920 h 6858000"/>
              <a:gd name="connsiteX44" fmla="*/ 641051 w 8040688"/>
              <a:gd name="connsiteY44" fmla="*/ 414079 h 6858000"/>
              <a:gd name="connsiteX45" fmla="*/ 868449 w 8040688"/>
              <a:gd name="connsiteY45" fmla="*/ 414079 h 6858000"/>
              <a:gd name="connsiteX46" fmla="*/ 868449 w 8040688"/>
              <a:gd name="connsiteY46" fmla="*/ 331195 h 6858000"/>
              <a:gd name="connsiteX47" fmla="*/ 951243 w 8040688"/>
              <a:gd name="connsiteY47" fmla="*/ 331163 h 6858000"/>
              <a:gd name="connsiteX48" fmla="*/ 951243 w 8040688"/>
              <a:gd name="connsiteY48" fmla="*/ 779529 h 6858000"/>
              <a:gd name="connsiteX49" fmla="*/ 1047846 w 8040688"/>
              <a:gd name="connsiteY49" fmla="*/ 779529 h 6858000"/>
              <a:gd name="connsiteX50" fmla="*/ 1047846 w 8040688"/>
              <a:gd name="connsiteY50" fmla="*/ 596772 h 6858000"/>
              <a:gd name="connsiteX51" fmla="*/ 1151338 w 8040688"/>
              <a:gd name="connsiteY51" fmla="*/ 596772 h 6858000"/>
              <a:gd name="connsiteX52" fmla="*/ 1222850 w 8040688"/>
              <a:gd name="connsiteY52" fmla="*/ 585478 h 6858000"/>
              <a:gd name="connsiteX53" fmla="*/ 1270852 w 8040688"/>
              <a:gd name="connsiteY53" fmla="*/ 555615 h 6858000"/>
              <a:gd name="connsiteX54" fmla="*/ 1297838 w 8040688"/>
              <a:gd name="connsiteY54" fmla="*/ 513002 h 6858000"/>
              <a:gd name="connsiteX55" fmla="*/ 1306307 w 8040688"/>
              <a:gd name="connsiteY55" fmla="*/ 463999 h 6858000"/>
              <a:gd name="connsiteX56" fmla="*/ 1297838 w 8040688"/>
              <a:gd name="connsiteY56" fmla="*/ 414712 h 6858000"/>
              <a:gd name="connsiteX57" fmla="*/ 1270852 w 8040688"/>
              <a:gd name="connsiteY57" fmla="*/ 372384 h 6858000"/>
              <a:gd name="connsiteX58" fmla="*/ 1270852 w 8040688"/>
              <a:gd name="connsiteY58" fmla="*/ 372352 h 6858000"/>
              <a:gd name="connsiteX59" fmla="*/ 1222850 w 8040688"/>
              <a:gd name="connsiteY59" fmla="*/ 342488 h 6858000"/>
              <a:gd name="connsiteX60" fmla="*/ 1151338 w 8040688"/>
              <a:gd name="connsiteY60" fmla="*/ 331163 h 6858000"/>
              <a:gd name="connsiteX61" fmla="*/ 0 w 8040688"/>
              <a:gd name="connsiteY61" fmla="*/ 0 h 6858000"/>
              <a:gd name="connsiteX62" fmla="*/ 8040688 w 8040688"/>
              <a:gd name="connsiteY62" fmla="*/ 0 h 6858000"/>
              <a:gd name="connsiteX63" fmla="*/ 8040688 w 8040688"/>
              <a:gd name="connsiteY63" fmla="*/ 6858000 h 6858000"/>
              <a:gd name="connsiteX64" fmla="*/ 0 w 8040688"/>
              <a:gd name="connsiteY64" fmla="*/ 6858000 h 6858000"/>
            </a:gdLst>
            <a:rect l="l" t="t" r="r" b="b"/>
            <a:pathLst>
              <a:path w="8040688" h="6858000">
                <a:moveTo>
                  <a:pt x="1047878" y="414079"/>
                </a:moveTo>
                <a:lnTo>
                  <a:pt x="1124414" y="414079"/>
                </a:lnTo>
                <a:cubicBezTo>
                  <a:pt x="1135696" y="414079"/>
                  <a:pt x="1146566" y="414712"/>
                  <a:pt x="1157026" y="415945"/>
                </a:cubicBezTo>
                <a:cubicBezTo>
                  <a:pt x="1167486" y="417179"/>
                  <a:pt x="1176682" y="419615"/>
                  <a:pt x="1184613" y="423190"/>
                </a:cubicBezTo>
                <a:cubicBezTo>
                  <a:pt x="1192545" y="426765"/>
                  <a:pt x="1198929" y="431826"/>
                  <a:pt x="1203732" y="438343"/>
                </a:cubicBezTo>
                <a:cubicBezTo>
                  <a:pt x="1208535" y="444860"/>
                  <a:pt x="1210937" y="453433"/>
                  <a:pt x="1210937" y="463999"/>
                </a:cubicBezTo>
                <a:cubicBezTo>
                  <a:pt x="1210937" y="474565"/>
                  <a:pt x="1208535" y="483138"/>
                  <a:pt x="1203732" y="489655"/>
                </a:cubicBezTo>
                <a:cubicBezTo>
                  <a:pt x="1198929" y="496172"/>
                  <a:pt x="1192545" y="501234"/>
                  <a:pt x="1184613" y="504809"/>
                </a:cubicBezTo>
                <a:cubicBezTo>
                  <a:pt x="1176650" y="508383"/>
                  <a:pt x="1167454" y="510788"/>
                  <a:pt x="1157026" y="512053"/>
                </a:cubicBezTo>
                <a:cubicBezTo>
                  <a:pt x="1146566" y="513287"/>
                  <a:pt x="1135696" y="513919"/>
                  <a:pt x="1124414" y="513919"/>
                </a:cubicBezTo>
                <a:lnTo>
                  <a:pt x="1047878" y="513919"/>
                </a:lnTo>
                <a:close/>
                <a:moveTo>
                  <a:pt x="1761703" y="331195"/>
                </a:moveTo>
                <a:lnTo>
                  <a:pt x="1761703" y="779561"/>
                </a:lnTo>
                <a:lnTo>
                  <a:pt x="2085672" y="779561"/>
                </a:lnTo>
                <a:lnTo>
                  <a:pt x="2085672" y="696645"/>
                </a:lnTo>
                <a:lnTo>
                  <a:pt x="1858274" y="696645"/>
                </a:lnTo>
                <a:lnTo>
                  <a:pt x="1858274" y="331195"/>
                </a:lnTo>
                <a:close/>
                <a:moveTo>
                  <a:pt x="1367739" y="331195"/>
                </a:moveTo>
                <a:lnTo>
                  <a:pt x="1367739" y="513920"/>
                </a:lnTo>
                <a:lnTo>
                  <a:pt x="1464342" y="513920"/>
                </a:lnTo>
                <a:lnTo>
                  <a:pt x="1464342" y="596804"/>
                </a:lnTo>
                <a:lnTo>
                  <a:pt x="1367739" y="596804"/>
                </a:lnTo>
                <a:lnTo>
                  <a:pt x="1367739" y="779529"/>
                </a:lnTo>
                <a:lnTo>
                  <a:pt x="1464342" y="779529"/>
                </a:lnTo>
                <a:lnTo>
                  <a:pt x="1464342" y="596804"/>
                </a:lnTo>
                <a:lnTo>
                  <a:pt x="1672306" y="596804"/>
                </a:lnTo>
                <a:lnTo>
                  <a:pt x="1672306" y="513920"/>
                </a:lnTo>
                <a:lnTo>
                  <a:pt x="1464342" y="513920"/>
                </a:lnTo>
                <a:lnTo>
                  <a:pt x="1464342" y="414079"/>
                </a:lnTo>
                <a:lnTo>
                  <a:pt x="1691740" y="414079"/>
                </a:lnTo>
                <a:lnTo>
                  <a:pt x="1691740" y="331195"/>
                </a:lnTo>
                <a:close/>
                <a:moveTo>
                  <a:pt x="544448" y="331195"/>
                </a:moveTo>
                <a:lnTo>
                  <a:pt x="544448" y="513920"/>
                </a:lnTo>
                <a:lnTo>
                  <a:pt x="641051" y="513920"/>
                </a:lnTo>
                <a:lnTo>
                  <a:pt x="641051" y="596804"/>
                </a:lnTo>
                <a:lnTo>
                  <a:pt x="544448" y="596804"/>
                </a:lnTo>
                <a:lnTo>
                  <a:pt x="544448" y="779560"/>
                </a:lnTo>
                <a:lnTo>
                  <a:pt x="868449" y="779560"/>
                </a:lnTo>
                <a:lnTo>
                  <a:pt x="868449" y="696645"/>
                </a:lnTo>
                <a:lnTo>
                  <a:pt x="641051" y="696645"/>
                </a:lnTo>
                <a:lnTo>
                  <a:pt x="641051" y="596804"/>
                </a:lnTo>
                <a:lnTo>
                  <a:pt x="849015" y="596804"/>
                </a:lnTo>
                <a:lnTo>
                  <a:pt x="849015" y="513920"/>
                </a:lnTo>
                <a:lnTo>
                  <a:pt x="641051" y="513920"/>
                </a:lnTo>
                <a:lnTo>
                  <a:pt x="641051" y="414079"/>
                </a:lnTo>
                <a:lnTo>
                  <a:pt x="868449" y="414079"/>
                </a:lnTo>
                <a:lnTo>
                  <a:pt x="868449" y="331195"/>
                </a:lnTo>
                <a:close/>
                <a:moveTo>
                  <a:pt x="951243" y="331163"/>
                </a:moveTo>
                <a:lnTo>
                  <a:pt x="951243" y="779529"/>
                </a:lnTo>
                <a:lnTo>
                  <a:pt x="1047846" y="779529"/>
                </a:lnTo>
                <a:lnTo>
                  <a:pt x="1047846" y="596772"/>
                </a:lnTo>
                <a:lnTo>
                  <a:pt x="1151338" y="596772"/>
                </a:lnTo>
                <a:cubicBezTo>
                  <a:pt x="1179336" y="596772"/>
                  <a:pt x="1203195" y="593007"/>
                  <a:pt x="1222850" y="585478"/>
                </a:cubicBezTo>
                <a:cubicBezTo>
                  <a:pt x="1242506" y="577949"/>
                  <a:pt x="1258496" y="567984"/>
                  <a:pt x="1270852" y="555615"/>
                </a:cubicBezTo>
                <a:cubicBezTo>
                  <a:pt x="1283176" y="543245"/>
                  <a:pt x="1292182" y="529041"/>
                  <a:pt x="1297838" y="513002"/>
                </a:cubicBezTo>
                <a:cubicBezTo>
                  <a:pt x="1303495" y="496963"/>
                  <a:pt x="1306307" y="480639"/>
                  <a:pt x="1306307" y="463999"/>
                </a:cubicBezTo>
                <a:cubicBezTo>
                  <a:pt x="1306307" y="447359"/>
                  <a:pt x="1303495" y="430561"/>
                  <a:pt x="1297838" y="414712"/>
                </a:cubicBezTo>
                <a:cubicBezTo>
                  <a:pt x="1292182" y="398862"/>
                  <a:pt x="1283207" y="384753"/>
                  <a:pt x="1270852" y="372384"/>
                </a:cubicBezTo>
                <a:lnTo>
                  <a:pt x="1270852" y="372352"/>
                </a:lnTo>
                <a:cubicBezTo>
                  <a:pt x="1258496" y="359983"/>
                  <a:pt x="1242506" y="350018"/>
                  <a:pt x="1222850" y="342488"/>
                </a:cubicBezTo>
                <a:cubicBezTo>
                  <a:pt x="1203195" y="334959"/>
                  <a:pt x="1179336" y="331163"/>
                  <a:pt x="1151338" y="331163"/>
                </a:cubicBezTo>
                <a:close/>
                <a:moveTo>
                  <a:pt x="0" y="0"/>
                </a:moveTo>
                <a:lnTo>
                  <a:pt x="8040688" y="0"/>
                </a:lnTo>
                <a:lnTo>
                  <a:pt x="8040688" y="6858000"/>
                </a:lnTo>
                <a:lnTo>
                  <a:pt x="0" y="685800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tx1">
                  <a:lumMod val="50000"/>
                  <a:alpha val="0"/>
                </a:schemeClr>
              </a:gs>
              <a:gs pos="57000">
                <a:schemeClr val="tx1">
                  <a:lumMod val="50000"/>
                </a:schemeClr>
              </a:gs>
              <a:gs pos="99000">
                <a:schemeClr val="tx1">
                  <a:lumMod val="50000"/>
                </a:schemeClr>
              </a:gs>
            </a:gsLst>
            <a:lin ang="1080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4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f26f28fbd4e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7420" y="5915487"/>
            <a:ext cx="922230" cy="603357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18C04D6-5728-C83D-9A91-CBE8B0F3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2464" y="5929526"/>
            <a:ext cx="75085" cy="98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latin typeface="Arial"/>
              <a:ea typeface="Arial"/>
              <a:cs typeface="Arial"/>
            </a:endParaRPr>
          </a:p>
        </p:txBody>
      </p:sp>
      <p:sp>
        <p:nvSpPr>
          <p:cNvPr id="3" name="Titre 2">
            <a:extLst xmlns:a="http://schemas.openxmlformats.org/drawingml/2006/main">
              <a:ext uri="{FF2B5EF4-FFF2-40B4-BE49-F238E27FC236}">
                <a16:creationId xmlns:a16="http://schemas.microsoft.com/office/drawing/2014/main" id="{54815F13-A204-8E6B-521A-D3830EF314E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58564" y="2084388"/>
            <a:ext cx="6142236" cy="347649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</a:pPr>
            <a:r>
              <a:t>Questions?</a:t>
            </a:r>
          </a:p>
        </p:txBody>
      </p:sp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3CF2AC82-A9A6-AA1C-FB8D-016B3276D26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 THESIS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FD668141-7756-0F21-E8C5-D998F69C9B6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00" b="0" i="0" u="none" cap="none" spc="30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PRESENTED BY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t/>
            </a:r>
            <a:endParaRPr sz="800" b="0" i="0" u="none" kern="1200" cap="none" spc="300" baseline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Corentin Plumet</a:t>
            </a:r>
          </a:p>
          <a:p xmlns:a="http://schemas.openxmlformats.org/drawingml/2006/main">
            <a:pPr marL="0" marR="0" lvl="0" indent="0" algn="r" defTabSz="91437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 i="0" u="non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EPFL × NUS</a:t>
            </a:r>
          </a:p>
        </p:txBody>
      </p:sp>
    </p:spTree>
    <p:extLst>
      <p:ext uri="{BB962C8B-B14F-4D97-AF65-F5344CB8AC3E}">
        <p14:creationId xmlns:p14="http://schemas.microsoft.com/office/powerpoint/2010/main" val="2523409849"/>
      </p:ext>
    </p:extLst>
  </p:cSld>
</p:sld>
</file>

<file path=ppt/theme/theme1.xml><?xml version="1.0" encoding="utf-8"?>
<a:theme xmlns:a="http://schemas.openxmlformats.org/drawingml/2006/main" name="Thème Office">
  <a:themeElements>
    <a:clrScheme name="EPFL 2025">
      <a:dk1>
        <a:srgbClr val="413C3A"/>
      </a:dk1>
      <a:lt1>
        <a:srgbClr val="FFFFFF"/>
      </a:lt1>
      <a:dk2>
        <a:srgbClr val="FF0000"/>
      </a:dk2>
      <a:lt2>
        <a:srgbClr val="CAC7C7"/>
      </a:lt2>
      <a:accent1>
        <a:srgbClr val="00A79F"/>
      </a:accent1>
      <a:accent2>
        <a:srgbClr val="24737F"/>
      </a:accent2>
      <a:accent3>
        <a:srgbClr val="512880"/>
      </a:accent3>
      <a:accent4>
        <a:srgbClr val="4F8FCC"/>
      </a:accent4>
      <a:accent5>
        <a:srgbClr val="D0661C"/>
      </a:accent5>
      <a:accent6>
        <a:srgbClr val="B51F1F"/>
      </a:accent6>
      <a:hlink>
        <a:srgbClr val="ED6E9C"/>
      </a:hlink>
      <a:folHlink>
        <a:srgbClr val="4F8FC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PFL 2025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2026-08-31T06:57:31.6500000Z</dcterms:created>
  <dcterms:modified xsi:type="dcterms:W3CDTF">2026-08-31T06:57:31.6500000Z</dcterms:modified>
</coreProperties>
</file>