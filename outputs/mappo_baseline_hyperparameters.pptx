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f245c828c44ec" /><Relationship Type="http://schemas.openxmlformats.org/officeDocument/2006/relationships/extended-properties" Target="/docProps/app.xml" Id="Ra2254113a9d34cad" /><Relationship Type="http://schemas.openxmlformats.org/officeDocument/2006/relationships/officeDocument" Target="/ppt/presentation.xml" Id="R47ecc56dff5a4e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73f21d6874b67"/>
  </p:sldMasterIdLst>
  <p:notesMasterIdLst>
    <p:notesMasterId xmlns:r="http://schemas.openxmlformats.org/officeDocument/2006/relationships" r:id="Ra6e36faa6f504815"/>
  </p:notesMasterIdLst>
  <p:sldIdLst>
    <p:sldId xmlns:r="http://schemas.openxmlformats.org/officeDocument/2006/relationships" id="256" r:id="R6787180482c54fac"/>
    <p:sldId xmlns:r="http://schemas.openxmlformats.org/officeDocument/2006/relationships" id="257" r:id="R3e14223a2b664ff3"/>
    <p:sldId xmlns:r="http://schemas.openxmlformats.org/officeDocument/2006/relationships" id="258" r:id="R24a46abe6f994ed9"/>
    <p:sldId xmlns:r="http://schemas.openxmlformats.org/officeDocument/2006/relationships" id="259" r:id="R35f07745714a4b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b5c6c932344b54" /><Relationship Type="http://schemas.openxmlformats.org/officeDocument/2006/relationships/slideMaster" Target="/ppt/slideMasters/slideMaster1.xml" Id="Rc1373f21d6874b67" /><Relationship Type="http://schemas.openxmlformats.org/officeDocument/2006/relationships/notesMaster" Target="/ppt/notesMasters/notesMaster1.xml" Id="Ra6e36faa6f504815" /><Relationship Type="http://schemas.openxmlformats.org/officeDocument/2006/relationships/presProps" Target="/ppt/presProps.xml" Id="R5bfa613a94c04475" /><Relationship Type="http://schemas.openxmlformats.org/officeDocument/2006/relationships/tableStyles" Target="/ppt/tableStyles.xml" Id="R574db28d9bf341b8" /><Relationship Type="http://schemas.openxmlformats.org/officeDocument/2006/relationships/slide" Target="/ppt/slides/slide1.xml" Id="R6787180482c54fac" /><Relationship Type="http://schemas.openxmlformats.org/officeDocument/2006/relationships/slide" Target="/ppt/slides/slide2.xml" Id="R3e14223a2b664ff3" /><Relationship Type="http://schemas.openxmlformats.org/officeDocument/2006/relationships/slide" Target="/ppt/slides/slide3.xml" Id="R24a46abe6f994ed9" /><Relationship Type="http://schemas.openxmlformats.org/officeDocument/2006/relationships/slide" Target="/ppt/slides/slide4.xml" Id="R35f07745714a4b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98b7cb6abe4c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bc96ae29e74427" /><Relationship Type="http://schemas.openxmlformats.org/officeDocument/2006/relationships/notesMaster" Target="/ppt/notesMasters/notesMaster1.xml" Id="Rbfae67ef128f44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ce81068c9d4c5d" /><Relationship Type="http://schemas.openxmlformats.org/officeDocument/2006/relationships/notesMaster" Target="/ppt/notesMasters/notesMaster1.xml" Id="R989194832dfd4a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5f8ade22c44459" /><Relationship Type="http://schemas.openxmlformats.org/officeDocument/2006/relationships/notesMaster" Target="/ppt/notesMasters/notesMaster1.xml" Id="R1e37704daf0d42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573ead639b4707" /><Relationship Type="http://schemas.openxmlformats.org/officeDocument/2006/relationships/notesMaster" Target="/ppt/notesMasters/notesMaster1.xml" Id="R7ac7167eac23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f7f6dd2d341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8be824d24c4a56" /><Relationship Type="http://schemas.openxmlformats.org/officeDocument/2006/relationships/slideLayout" Target="/ppt/slideLayouts/slideLayout1.xml" Id="Rfa8094fce58240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8094fce58240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b417603184358" /><Relationship Type="http://schemas.openxmlformats.org/officeDocument/2006/relationships/notesSlide" Target="/ppt/notesSlides/notesSlide1.xml" Id="R161178c74b5d49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63f0770a449d7" /><Relationship Type="http://schemas.openxmlformats.org/officeDocument/2006/relationships/notesSlide" Target="/ppt/notesSlides/notesSlide2.xml" Id="Redbd4cb45fad4b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9201c3e874e40" /><Relationship Type="http://schemas.openxmlformats.org/officeDocument/2006/relationships/notesSlide" Target="/ppt/notesSlides/notesSlide3.xml" Id="Ref996f49ebe945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3bcbcf6e542e5" /><Relationship Type="http://schemas.openxmlformats.org/officeDocument/2006/relationships/notesSlide" Target="/ppt/notesSlides/notesSlide4.xml" Id="R1ac669608fb046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CCBA72-9668-4036-A1ED-8896935E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MAPPO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41D65-7D89-45A1-9503-6E8C9461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</a:defRPr>
            </a:pPr>
            <a:r>
              <a:rPr sz="3450" b="0">
                <a:solidFill>
                  <a:srgbClr val="000000"/>
                </a:solidFill>
              </a:rPr>
              <a:t>The run keeps init-code defaults unless the paper specifies otherwise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8352C-2EDB-4976-B8CB-7ABF3303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bus14 topology MAPPO with chronic splitting enabled, no heuristic, no reward normalization, and no action-0 initialization prior.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5586B-94D3-43EC-BD73-DFD8DB8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71938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4B298-38B5-477A-B65F-59C5204F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23764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B2133-30EB-4435-9D4C-2D1D23A0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23764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bus14 topology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EE083-8FB5-4268-A5D9-EEBD6D67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4095750"/>
            <a:ext cx="271938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34123-90EE-45C5-9E96-8B02ED5C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267200"/>
            <a:ext cx="23764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Parallel envs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8A1FB-825D-4519-8D9C-558D5F45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629150"/>
            <a:ext cx="23764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4B360-BFC7-4539-96FC-9E20CC7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95750"/>
            <a:ext cx="271938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A641D-4208-4AA7-BF50-7B5884D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67200"/>
            <a:ext cx="23764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Rollout batch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C56A3-9E10-4E51-937A-3D06FB3E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29150"/>
            <a:ext cx="23764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20,000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E57AD-5F2D-43B0-9F90-8CDC7E89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4095750"/>
            <a:ext cx="271938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CFB88-BAF2-42D6-A7F0-6940C762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4267200"/>
            <a:ext cx="23764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Training horizon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B7464-B2CC-4AE6-ADFE-77E8F1AF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4629150"/>
            <a:ext cx="23764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25M steps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C3B9A-D8B8-49EE-A362-99773D5E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Source: paper_mappo_discrete_baseline.toml; Appendix E Table 10 where marked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2B295-3285-425C-8EAB-4E96B7E0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33387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8F7D31-AB7C-4B55-A0FA-DDBA366E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SETUP AND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23C2B-6696-40F9-915F-86F69695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The baseline stays close to init code outside the paper overrides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E8D7E-A913-45A9-B6A4-D01B8E0D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table separates environment choices, model shape, and run controls from PPO-specific settings.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71A92-2794-4EC9-9F57-73FAB3D6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BE686-6B41-4AEB-BF13-4056FA1B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Source: paper_mappo_discrete_baseline.toml; Appendix E Table 10 where marked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E208B-EC41-4655-8AB2-414106D0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781300"/>
          <a:ext xmlns:a="http://schemas.openxmlformats.org/drawingml/2006/main" cx="113919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000500"/>
                <a:gridCol w="2571750"/>
                <a:gridCol w="3295650"/>
              </a:tblGrid>
              <a:tr h="34290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Hyperparameter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bus14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init-code default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Action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topology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init-code default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Parallel envs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paper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Decentralized observations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init-code default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Observation normalization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init-code default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Heuristic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init-code default / explicit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Chronic 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allowed run control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Total timesteps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25,000,000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init-code default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55555"/>
                          </a:solidFill>
                        </a:rPr>
                        <a:t>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Eval frequency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init-code default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187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50E902-6417-4A7B-889C-1B861138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MODEL AND PAPER OVERRIDES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9EC3B-A236-4A5E-8B7F-61552F1F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Only the paper-specified PPO settings overwrite init-code defaults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7DFBF-4C1A-4640-98FD-71DFBAF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Model shape remains at the init-code default; the PPO table captures the values reported in Appendix 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2D59A-7084-41D4-92C9-1845E7A0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80433-06D7-4B22-915A-2FF25497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Source: paper_mappo_discrete_baseline.toml; Appendix E Table 10 where marked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5C3FF-7F36-4256-ABF0-C0176E4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00050" y="2781300"/>
          <a:ext xmlns:a="http://schemas.openxmlformats.org/drawingml/2006/main" cx="47625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047875"/>
              </a:tblGrid>
              <a:tr h="342900">
                <a:tc>
                  <a:txBody>
                    <a:bodyPr/>
                    <a:lstStyle/>
                    <a:p>
                      <a:r>
                        <a:t>Model default kept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Actor / critic encoder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MLP / MLP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Actor layers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[256, 256, 256]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Critic layers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[256, 256, 256]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Activation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ReLU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0" y="2781300"/>
          <a:ext xmlns:a="http://schemas.openxmlformats.org/drawingml/2006/main" cx="607695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981200"/>
              </a:tblGrid>
              <a:tr h="342900">
                <a:tc>
                  <a:txBody>
                    <a:bodyPr/>
                    <a:lstStyle/>
                    <a:p>
                      <a:r>
                        <a:t>Paper override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Parallel envs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Total rollout batch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20,000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Actor learning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3e-5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Critic learning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3e-5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Discount gamma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Update epochs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Minibatches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Clip coefficient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Max grad norm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10.0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E8288-3C1C-4BCD-993E-F95B3E9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The paper reports MAPPO N steps total as 20,000. With 10 parallel environments, this maps to 2,000 rollout steps per environment.</a:t>
            </a:r>
          </a:p>
        </p:txBody>
      </p:sp>
    </p:spTree>
    <p:extLst>
      <p:ext uri="{BB962C8B-B14F-4D97-AF65-F5344CB8AC3E}">
        <p14:creationId xmlns:p14="http://schemas.microsoft.com/office/powerpoint/2010/main" val="1489413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1CAC5B-F512-4A3B-9843-E4B0E32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DEFAULTS AND EXCLUSIONS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8B385-D603-4A02-A167-B496FEE3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Silent paper fields stay at init-code defaults, while explicit exclusions stay 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CCDC1-A031-4E91-9915-C4DD585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This separates ordinary PPO defaults from controls that were disabled to keep the baseline clean.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8198D-15B0-4494-8DDF-4BADCBB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6F33D-7720-41A7-BA6B-7F1ADDC8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Source: paper_mappo_discrete_baseline.toml; Appendix E Table 10 where marked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E93EB-9B57-4482-AD3C-62F31709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00050" y="2781300"/>
          <a:ext xmlns:a="http://schemas.openxmlformats.org/drawingml/2006/main" cx="5334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619250"/>
              </a:tblGrid>
              <a:tr h="342900">
                <a:tc>
                  <a:txBody>
                    <a:bodyPr/>
                    <a:lstStyle/>
                    <a:p>
                      <a:r>
                        <a:t>Init-code default kept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Rollout steps per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2,000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GAE lambda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0.95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Target KL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0.02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Entropy coefficient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0.01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Value loss coefficient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Advantage normalization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Value loss clipping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457950" y="2781300"/>
          <a:ext xmlns:a="http://schemas.openxmlformats.org/drawingml/2006/main" cx="5334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619250"/>
              </a:tblGrid>
              <a:tr h="342900">
                <a:tc>
                  <a:txBody>
                    <a:bodyPr/>
                    <a:lstStyle/>
                    <a:p>
                      <a:r>
                        <a:t>Explicit exclusion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Reward normalization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Do-nothing init prior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Action-0 logit bonus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Line-margin shaping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Topology shaping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Optimized critic updates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t>Heuristic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348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2026-07-09T02:59:26.3310000Z</dcterms:created>
  <dcterms:modified xsi:type="dcterms:W3CDTF">2026-07-09T02:59:26.3310000Z</dcterms:modified>
</coreProperties>
</file>