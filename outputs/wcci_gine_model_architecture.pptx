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87fec42c24161" /><Relationship Type="http://schemas.openxmlformats.org/officeDocument/2006/relationships/extended-properties" Target="/docProps/app.xml" Id="R20659217485442a6" /><Relationship Type="http://schemas.openxmlformats.org/officeDocument/2006/relationships/officeDocument" Target="/ppt/presentation.xml" Id="R7981e0a24273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cec00ce664e0f"/>
  </p:sldMasterIdLst>
  <p:notesMasterIdLst>
    <p:notesMasterId xmlns:r="http://schemas.openxmlformats.org/officeDocument/2006/relationships" r:id="R2a9bb4e6b3b04429"/>
  </p:notesMasterIdLst>
  <p:sldIdLst>
    <p:sldId xmlns:r="http://schemas.openxmlformats.org/officeDocument/2006/relationships" id="256" r:id="Rcd6d1854d1ef41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dcaf7de45417b" /><Relationship Type="http://schemas.openxmlformats.org/officeDocument/2006/relationships/slideMaster" Target="/ppt/slideMasters/slideMaster1.xml" Id="R076cec00ce664e0f" /><Relationship Type="http://schemas.openxmlformats.org/officeDocument/2006/relationships/notesMaster" Target="/ppt/notesMasters/notesMaster1.xml" Id="R2a9bb4e6b3b04429" /><Relationship Type="http://schemas.openxmlformats.org/officeDocument/2006/relationships/presProps" Target="/ppt/presProps.xml" Id="R826c29d735774488" /><Relationship Type="http://schemas.openxmlformats.org/officeDocument/2006/relationships/tableStyles" Target="/ppt/tableStyles.xml" Id="Rce453118470d4bf0" /><Relationship Type="http://schemas.openxmlformats.org/officeDocument/2006/relationships/slide" Target="/ppt/slides/slide1.xml" Id="Rcd6d1854d1ef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b72f26a9a5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3b0322a084eed" /><Relationship Type="http://schemas.openxmlformats.org/officeDocument/2006/relationships/notesMaster" Target="/ppt/notesMasters/notesMaster1.xml" Id="Rd6846587e092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48407695044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2ea18acdd4941" /><Relationship Type="http://schemas.openxmlformats.org/officeDocument/2006/relationships/slideLayout" Target="/ppt/slideLayouts/slideLayout1.xml" Id="Reef07319410343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f07319410343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0cb40cf7145eb" /><Relationship Type="http://schemas.openxmlformats.org/officeDocument/2006/relationships/notesSlide" Target="/ppt/notesSlides/notesSlide1.xml" Id="R3e16ba13065d46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itle">
            <a:extLst xmlns:a="http://schemas.openxmlformats.org/drawingml/2006/main">
              <a:ext uri="{FF2B5EF4-FFF2-40B4-BE49-F238E27FC236}">
                <a16:creationId xmlns:a16="http://schemas.microsoft.com/office/drawing/2014/main" id="{4E7508CD-8E9B-4F9F-93F5-B42023C7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04B2CA-CA66-4BAE-A5B7-3F3A8F5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 xmlns:a="http://schemas.openxmlformats.org/drawingml/2006/main">
              <a:ext uri="{FF2B5EF4-FFF2-40B4-BE49-F238E27FC236}">
                <a16:creationId xmlns:a16="http://schemas.microsoft.com/office/drawing/2014/main" id="{65D0ACE5-9A27-4166-9E3C-122A24B9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115824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" name="actor-label">
            <a:extLst xmlns:a="http://schemas.openxmlformats.org/drawingml/2006/main">
              <a:ext uri="{FF2B5EF4-FFF2-40B4-BE49-F238E27FC236}">
                <a16:creationId xmlns:a16="http://schemas.microsoft.com/office/drawing/2014/main" id="{DE42B48F-A2C1-4919-B2FA-77643A3E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5" name="actor-repeat">
            <a:extLst xmlns:a="http://schemas.openxmlformats.org/drawingml/2006/main">
              <a:ext uri="{FF2B5EF4-FFF2-40B4-BE49-F238E27FC236}">
                <a16:creationId xmlns:a16="http://schemas.microsoft.com/office/drawing/2014/main" id="{274A900A-CE57-4932-8AF3-4C25D31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96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× 4 agents  ·  same architecture  ·  weights not shared</a:t>
            </a:r>
          </a:p>
        </p:txBody>
      </p:sp>
      <p:sp>
        <p:nvSpPr>
          <p:cNvPr id="6" name="local-graph">
            <a:extLst xmlns:a="http://schemas.openxmlformats.org/drawingml/2006/main">
              <a:ext uri="{FF2B5EF4-FFF2-40B4-BE49-F238E27FC236}">
                <a16:creationId xmlns:a16="http://schemas.microsoft.com/office/drawing/2014/main" id="{4FE4972E-335C-41C3-B1B0-F89DAA8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619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local-graph-accent">
            <a:extLst xmlns:a="http://schemas.openxmlformats.org/drawingml/2006/main">
              <a:ext uri="{FF2B5EF4-FFF2-40B4-BE49-F238E27FC236}">
                <a16:creationId xmlns:a16="http://schemas.microsoft.com/office/drawing/2014/main" id="{CF937939-19E3-4F08-B695-6F201471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66675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8" name="local-graph-title">
            <a:extLst xmlns:a="http://schemas.openxmlformats.org/drawingml/2006/main">
              <a:ext uri="{FF2B5EF4-FFF2-40B4-BE49-F238E27FC236}">
                <a16:creationId xmlns:a16="http://schemas.microsoft.com/office/drawing/2014/main" id="{E7301DC3-52A1-4EF8-BDD0-7A37C8C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1371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 xmlns:a="http://schemas.openxmlformats.org/drawingml/2006/main">
              <a:ext uri="{FF2B5EF4-FFF2-40B4-BE49-F238E27FC236}">
                <a16:creationId xmlns:a16="http://schemas.microsoft.com/office/drawing/2014/main" id="{5707F9F3-890B-4D1F-8615-6DBEE24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13620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Nodes: local busbars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Edges: feasible line connections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 xmlns:a="http://schemas.openxmlformats.org/drawingml/2006/main">
              <a:ext uri="{FF2B5EF4-FFF2-40B4-BE49-F238E27FC236}">
                <a16:creationId xmlns:a16="http://schemas.microsoft.com/office/drawing/2014/main" id="{CF7EAAE0-76C5-4B9C-9619-5EB35314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156210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node-tensor-accent">
            <a:extLst xmlns:a="http://schemas.openxmlformats.org/drawingml/2006/main">
              <a:ext uri="{FF2B5EF4-FFF2-40B4-BE49-F238E27FC236}">
                <a16:creationId xmlns:a16="http://schemas.microsoft.com/office/drawing/2014/main" id="{14A6E797-8848-4BDB-BDBB-430C7CBB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66675" cy="1171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2" name="node-tensor-title">
            <a:extLst xmlns:a="http://schemas.openxmlformats.org/drawingml/2006/main">
              <a:ext uri="{FF2B5EF4-FFF2-40B4-BE49-F238E27FC236}">
                <a16:creationId xmlns:a16="http://schemas.microsoft.com/office/drawing/2014/main" id="{BB074F39-04C3-43BA-BBBE-C943223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 xmlns:a="http://schemas.openxmlformats.org/drawingml/2006/main">
              <a:ext uri="{FF2B5EF4-FFF2-40B4-BE49-F238E27FC236}">
                <a16:creationId xmlns:a16="http://schemas.microsoft.com/office/drawing/2014/main" id="{9FE95A6F-5E64-4C41-B8E9-44E51D6E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24050"/>
            <a:ext cx="1304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 xmlns:a="http://schemas.openxmlformats.org/drawingml/2006/main">
              <a:ext uri="{FF2B5EF4-FFF2-40B4-BE49-F238E27FC236}">
                <a16:creationId xmlns:a16="http://schemas.microsoft.com/office/drawing/2014/main" id="{1D65739F-2446-403B-A3B3-3BE2D15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edge-tensor-accent">
            <a:extLst xmlns:a="http://schemas.openxmlformats.org/drawingml/2006/main">
              <a:ext uri="{FF2B5EF4-FFF2-40B4-BE49-F238E27FC236}">
                <a16:creationId xmlns:a16="http://schemas.microsoft.com/office/drawing/2014/main" id="{700F7FAA-B337-4B7E-BE83-F0DF8936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6667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6" name="edge-tensor-title">
            <a:extLst xmlns:a="http://schemas.openxmlformats.org/drawingml/2006/main">
              <a:ext uri="{FF2B5EF4-FFF2-40B4-BE49-F238E27FC236}">
                <a16:creationId xmlns:a16="http://schemas.microsoft.com/office/drawing/2014/main" id="{2242F45B-DB74-42B9-95A8-DF44F93C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 xmlns:a="http://schemas.openxmlformats.org/drawingml/2006/main">
              <a:ext uri="{FF2B5EF4-FFF2-40B4-BE49-F238E27FC236}">
                <a16:creationId xmlns:a16="http://schemas.microsoft.com/office/drawing/2014/main" id="{46BC272F-C160-40D9-BAD9-4AA3D400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38500"/>
            <a:ext cx="1304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line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status · ρ · overload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cooldown · maintenance</a:t>
            </a:r>
          </a:p>
        </p:txBody>
      </p:sp>
      <p:sp>
        <p:nvSpPr>
          <p:cNvPr id="18" name="gine-encoder">
            <a:extLst xmlns:a="http://schemas.openxmlformats.org/drawingml/2006/main">
              <a:ext uri="{FF2B5EF4-FFF2-40B4-BE49-F238E27FC236}">
                <a16:creationId xmlns:a16="http://schemas.microsoft.com/office/drawing/2014/main" id="{8347BB4B-299C-4045-B59E-B686781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1809750" cy="1609725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3F0F8"/>
          </a:solidFill>
          <a:ln xmlns:a="http://schemas.openxmlformats.org/drawingml/2006/main" w="14288">
            <a:solidFill>
              <a:srgbClr val="5E9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ine-encoder-accent">
            <a:extLst xmlns:a="http://schemas.openxmlformats.org/drawingml/2006/main">
              <a:ext uri="{FF2B5EF4-FFF2-40B4-BE49-F238E27FC236}">
                <a16:creationId xmlns:a16="http://schemas.microsoft.com/office/drawing/2014/main" id="{A649EBE1-A6E8-4A63-943C-C96DD30B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66675" cy="1609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F9E"/>
          </a:solidFill>
          <a:ln xmlns:a="http://schemas.openxmlformats.org/drawingml/2006/main" w="0">
            <a:solidFill>
              <a:srgbClr val="1E6F9E"/>
            </a:solidFill>
            <a:prstDash val="solid"/>
          </a:ln>
        </p:spPr>
      </p:sp>
      <p:sp>
        <p:nvSpPr>
          <p:cNvPr id="20" name="gine-encoder-title">
            <a:extLst xmlns:a="http://schemas.openxmlformats.org/drawingml/2006/main">
              <a:ext uri="{FF2B5EF4-FFF2-40B4-BE49-F238E27FC236}">
                <a16:creationId xmlns:a16="http://schemas.microsoft.com/office/drawing/2014/main" id="{FCD9A54E-1CDA-4B88-AB1C-7ECE7AF4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975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 xmlns:a="http://schemas.openxmlformats.org/drawingml/2006/main">
              <a:ext uri="{FF2B5EF4-FFF2-40B4-BE49-F238E27FC236}">
                <a16:creationId xmlns:a16="http://schemas.microsoft.com/office/drawing/2014/main" id="{4048AD09-9877-4C07-A75D-D4A68011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76450"/>
            <a:ext cx="1552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 MLP: 22 → 64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· LayerNorm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 edge-aware message-passing layer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 xmlns:a="http://schemas.openxmlformats.org/drawingml/2006/main">
              <a:ext uri="{FF2B5EF4-FFF2-40B4-BE49-F238E27FC236}">
                <a16:creationId xmlns:a16="http://schemas.microsoft.com/office/drawing/2014/main" id="{D45B2884-6926-4F92-BE91-684DDFE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14954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ool-readout-accent">
            <a:extLst xmlns:a="http://schemas.openxmlformats.org/drawingml/2006/main">
              <a:ext uri="{FF2B5EF4-FFF2-40B4-BE49-F238E27FC236}">
                <a16:creationId xmlns:a16="http://schemas.microsoft.com/office/drawing/2014/main" id="{343AA03C-2266-4FE9-B421-D1F3A69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24" name="pool-readout-title">
            <a:extLst xmlns:a="http://schemas.openxmlformats.org/drawingml/2006/main">
              <a:ext uri="{FF2B5EF4-FFF2-40B4-BE49-F238E27FC236}">
                <a16:creationId xmlns:a16="http://schemas.microsoft.com/office/drawing/2014/main" id="{1AB22ED7-925A-4E60-B282-76635DA4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 xmlns:a="http://schemas.openxmlformats.org/drawingml/2006/main">
              <a:ext uri="{FF2B5EF4-FFF2-40B4-BE49-F238E27FC236}">
                <a16:creationId xmlns:a16="http://schemas.microsoft.com/office/drawing/2014/main" id="{DBD8EA84-1FEC-421E-A9ED-E214B0A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123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 xmlns:a="http://schemas.openxmlformats.org/drawingml/2006/main">
              <a:ext uri="{FF2B5EF4-FFF2-40B4-BE49-F238E27FC236}">
                <a16:creationId xmlns:a16="http://schemas.microsoft.com/office/drawing/2014/main" id="{4A312A6F-E159-4814-81A3-E861BC2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13239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4288">
            <a:solidFill>
              <a:srgbClr val="788F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actor-mlp-accent">
            <a:extLst xmlns:a="http://schemas.openxmlformats.org/drawingml/2006/main">
              <a:ext uri="{FF2B5EF4-FFF2-40B4-BE49-F238E27FC236}">
                <a16:creationId xmlns:a16="http://schemas.microsoft.com/office/drawing/2014/main" id="{DDD448ED-F0BB-42BC-8D5A-CECCDE9A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66675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69A3"/>
          </a:solidFill>
          <a:ln xmlns:a="http://schemas.openxmlformats.org/drawingml/2006/main" w="0">
            <a:solidFill>
              <a:srgbClr val="4A69A3"/>
            </a:solidFill>
            <a:prstDash val="solid"/>
          </a:ln>
        </p:spPr>
      </p:sp>
      <p:sp>
        <p:nvSpPr>
          <p:cNvPr id="28" name="actor-mlp-title">
            <a:extLst xmlns:a="http://schemas.openxmlformats.org/drawingml/2006/main">
              <a:ext uri="{FF2B5EF4-FFF2-40B4-BE49-F238E27FC236}">
                <a16:creationId xmlns:a16="http://schemas.microsoft.com/office/drawing/2014/main" id="{0A9E8BE4-6A3B-4BCD-B05A-F902CC48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 xmlns:a="http://schemas.openxmlformats.org/drawingml/2006/main">
              <a:ext uri="{FF2B5EF4-FFF2-40B4-BE49-F238E27FC236}">
                <a16:creationId xmlns:a16="http://schemas.microsoft.com/office/drawing/2014/main" id="{88096A44-6916-42E1-993C-C808256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106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 xmlns:a="http://schemas.openxmlformats.org/drawingml/2006/main">
              <a:ext uri="{FF2B5EF4-FFF2-40B4-BE49-F238E27FC236}">
                <a16:creationId xmlns:a16="http://schemas.microsoft.com/office/drawing/2014/main" id="{ED636D34-E6FF-46F0-883A-52233B6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1504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AF7"/>
          </a:solidFill>
          <a:ln xmlns:a="http://schemas.openxmlformats.org/drawingml/2006/main" w="14288">
            <a:solidFill>
              <a:srgbClr val="8888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olicy-head-accent">
            <a:extLst xmlns:a="http://schemas.openxmlformats.org/drawingml/2006/main">
              <a:ext uri="{FF2B5EF4-FFF2-40B4-BE49-F238E27FC236}">
                <a16:creationId xmlns:a16="http://schemas.microsoft.com/office/drawing/2014/main" id="{5DC57C8A-0C46-41CD-B9A9-5FE52C8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62A5"/>
          </a:solidFill>
          <a:ln xmlns:a="http://schemas.openxmlformats.org/drawingml/2006/main" w="0">
            <a:solidFill>
              <a:srgbClr val="6262A5"/>
            </a:solidFill>
            <a:prstDash val="solid"/>
          </a:ln>
        </p:spPr>
      </p:sp>
      <p:sp>
        <p:nvSpPr>
          <p:cNvPr id="32" name="policy-head-title">
            <a:extLst xmlns:a="http://schemas.openxmlformats.org/drawingml/2006/main">
              <a:ext uri="{FF2B5EF4-FFF2-40B4-BE49-F238E27FC236}">
                <a16:creationId xmlns:a16="http://schemas.microsoft.com/office/drawing/2014/main" id="{444FB2D1-2A4B-44BF-A7B4-E8276EC5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954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 xmlns:a="http://schemas.openxmlformats.org/drawingml/2006/main">
              <a:ext uri="{FF2B5EF4-FFF2-40B4-BE49-F238E27FC236}">
                <a16:creationId xmlns:a16="http://schemas.microsoft.com/office/drawing/2014/main" id="{A122909C-46E3-41A5-A820-ED020DD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2477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128 → Kᵢ action logits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train: sample aᵢ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095500" y="2157413"/>
            <a:ext cx="352425" cy="309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095500" y="2466975"/>
            <a:ext cx="3524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10025" y="2157413"/>
            <a:ext cx="390525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010025" y="2528888"/>
            <a:ext cx="390525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6210300" y="2524125"/>
            <a:ext cx="3905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096250" y="25241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10750" y="2524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1" name="graph-dim-note">
            <a:extLst xmlns:a="http://schemas.openxmlformats.org/drawingml/2006/main">
              <a:ext uri="{FF2B5EF4-FFF2-40B4-BE49-F238E27FC236}">
                <a16:creationId xmlns:a16="http://schemas.microsoft.com/office/drawing/2014/main" id="{222F2425-1778-4254-B42A-CBEC1E8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684"/>
                </a:solidFill>
              </a:defRPr>
            </a:pPr>
            <a:r>
              <a:rPr sz="825" b="0">
                <a:solidFill>
                  <a:srgbClr val="657684"/>
                </a:solidFill>
              </a:rPr>
              <a:t>nᵢ = 2 × controlled substations</a:t>
            </a:r>
          </a:p>
        </p:txBody>
      </p:sp>
      <p:sp>
        <p:nvSpPr>
          <p:cNvPr id="42" name="training-band">
            <a:extLst xmlns:a="http://schemas.openxmlformats.org/drawingml/2006/main">
              <a:ext uri="{FF2B5EF4-FFF2-40B4-BE49-F238E27FC236}">
                <a16:creationId xmlns:a16="http://schemas.microsoft.com/office/drawing/2014/main" id="{6C897D06-65C2-4592-AA14-C0CFD719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11582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43" name="critic-label">
            <a:extLst xmlns:a="http://schemas.openxmlformats.org/drawingml/2006/main">
              <a:ext uri="{FF2B5EF4-FFF2-40B4-BE49-F238E27FC236}">
                <a16:creationId xmlns:a16="http://schemas.microsoft.com/office/drawing/2014/main" id="{15CA1A1B-BE4E-4D6B-B5A2-A55633A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 xmlns:a="http://schemas.openxmlformats.org/drawingml/2006/main">
              <a:ext uri="{FF2B5EF4-FFF2-40B4-BE49-F238E27FC236}">
                <a16:creationId xmlns:a16="http://schemas.microsoft.com/office/drawing/2014/main" id="{84391256-3A2F-4755-8E6D-CB3A5FCC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762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D2A2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joint-observation-accent">
            <a:extLst xmlns:a="http://schemas.openxmlformats.org/drawingml/2006/main">
              <a:ext uri="{FF2B5EF4-FFF2-40B4-BE49-F238E27FC236}">
                <a16:creationId xmlns:a16="http://schemas.microsoft.com/office/drawing/2014/main" id="{6854177C-8447-4944-990C-0989A5A0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7A2E"/>
          </a:solidFill>
          <a:ln xmlns:a="http://schemas.openxmlformats.org/drawingml/2006/main" w="0">
            <a:solidFill>
              <a:srgbClr val="C07A2E"/>
            </a:solidFill>
            <a:prstDash val="solid"/>
          </a:ln>
        </p:spPr>
      </p:sp>
      <p:sp>
        <p:nvSpPr>
          <p:cNvPr id="46" name="joint-observation-title">
            <a:extLst xmlns:a="http://schemas.openxmlformats.org/drawingml/2006/main">
              <a:ext uri="{FF2B5EF4-FFF2-40B4-BE49-F238E27FC236}">
                <a16:creationId xmlns:a16="http://schemas.microsoft.com/office/drawing/2014/main" id="{3E1EDA60-4514-4174-8D3B-ABF06CA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387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 xmlns:a="http://schemas.openxmlformats.org/drawingml/2006/main">
              <a:ext uri="{FF2B5EF4-FFF2-40B4-BE49-F238E27FC236}">
                <a16:creationId xmlns:a16="http://schemas.microsoft.com/office/drawing/2014/main" id="{DBB6BF46-08F4-4C47-A98B-EC7C9D6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05425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[o₀ ∥ o₁ ∥ o₂ ∥ o₃]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77 + 150 + 139 + 377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= 743 features</a:t>
            </a:r>
          </a:p>
        </p:txBody>
      </p:sp>
      <p:sp>
        <p:nvSpPr>
          <p:cNvPr id="48" name="critic-mlp">
            <a:extLst xmlns:a="http://schemas.openxmlformats.org/drawingml/2006/main">
              <a:ext uri="{FF2B5EF4-FFF2-40B4-BE49-F238E27FC236}">
                <a16:creationId xmlns:a16="http://schemas.microsoft.com/office/drawing/2014/main" id="{DB199E19-B82C-4B64-BD01-B35F381D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19335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14288">
            <a:solidFill>
              <a:srgbClr val="CE95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critic-mlp-accent">
            <a:extLst xmlns:a="http://schemas.openxmlformats.org/drawingml/2006/main">
              <a:ext uri="{FF2B5EF4-FFF2-40B4-BE49-F238E27FC236}">
                <a16:creationId xmlns:a16="http://schemas.microsoft.com/office/drawing/2014/main" id="{A1DCB1D2-7489-43C7-ACBE-8121D54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D23"/>
          </a:solidFill>
          <a:ln xmlns:a="http://schemas.openxmlformats.org/drawingml/2006/main" w="0">
            <a:solidFill>
              <a:srgbClr val="B66D23"/>
            </a:solidFill>
            <a:prstDash val="solid"/>
          </a:ln>
        </p:spPr>
      </p:sp>
      <p:sp>
        <p:nvSpPr>
          <p:cNvPr id="50" name="critic-mlp-title">
            <a:extLst xmlns:a="http://schemas.openxmlformats.org/drawingml/2006/main">
              <a:ext uri="{FF2B5EF4-FFF2-40B4-BE49-F238E27FC236}">
                <a16:creationId xmlns:a16="http://schemas.microsoft.com/office/drawing/2014/main" id="{B5B4FAA1-B4D0-4EAF-A06C-B47B1897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14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 xmlns:a="http://schemas.openxmlformats.org/drawingml/2006/main">
              <a:ext uri="{FF2B5EF4-FFF2-40B4-BE49-F238E27FC236}">
                <a16:creationId xmlns:a16="http://schemas.microsoft.com/office/drawing/2014/main" id="{F1CBAD9B-3E62-4404-9BBB-FFF8EB74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81625"/>
            <a:ext cx="1676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MLP 743 → 128 → 128 → 1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52" name="state-value">
            <a:extLst xmlns:a="http://schemas.openxmlformats.org/drawingml/2006/main">
              <a:ext uri="{FF2B5EF4-FFF2-40B4-BE49-F238E27FC236}">
                <a16:creationId xmlns:a16="http://schemas.microsoft.com/office/drawing/2014/main" id="{E2AE57A6-07D8-42BA-927C-D85DB47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151447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14288">
            <a:solidFill>
              <a:srgbClr val="D3A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state-value-accent">
            <a:extLst xmlns:a="http://schemas.openxmlformats.org/drawingml/2006/main">
              <a:ext uri="{FF2B5EF4-FFF2-40B4-BE49-F238E27FC236}">
                <a16:creationId xmlns:a16="http://schemas.microsoft.com/office/drawing/2014/main" id="{5747425A-1109-48C6-BA3B-C880B9C4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66675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762C"/>
          </a:solidFill>
          <a:ln xmlns:a="http://schemas.openxmlformats.org/drawingml/2006/main" w="0">
            <a:solidFill>
              <a:srgbClr val="BD762C"/>
            </a:solidFill>
            <a:prstDash val="solid"/>
          </a:ln>
        </p:spPr>
      </p:sp>
      <p:sp>
        <p:nvSpPr>
          <p:cNvPr id="54" name="state-value-title">
            <a:extLst xmlns:a="http://schemas.openxmlformats.org/drawingml/2006/main">
              <a:ext uri="{FF2B5EF4-FFF2-40B4-BE49-F238E27FC236}">
                <a16:creationId xmlns:a16="http://schemas.microsoft.com/office/drawing/2014/main" id="{BD774EED-8D6D-4B79-A6DD-BAAE089E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81600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 xmlns:a="http://schemas.openxmlformats.org/drawingml/2006/main">
              <a:ext uri="{FF2B5EF4-FFF2-40B4-BE49-F238E27FC236}">
                <a16:creationId xmlns:a16="http://schemas.microsoft.com/office/drawing/2014/main" id="{AB36A2FD-C5B8-41A0-89FE-CF2EB460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483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 xmlns:a="http://schemas.openxmlformats.org/drawingml/2006/main">
              <a:ext uri="{FF2B5EF4-FFF2-40B4-BE49-F238E27FC236}">
                <a16:creationId xmlns:a16="http://schemas.microsoft.com/office/drawing/2014/main" id="{6CA4DFC5-053A-4934-945C-354916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19716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EAF8"/>
          </a:solidFill>
          <a:ln xmlns:a="http://schemas.openxmlformats.org/drawingml/2006/main" w="14288">
            <a:solidFill>
              <a:srgbClr val="A68A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mappo-update-accent">
            <a:extLst xmlns:a="http://schemas.openxmlformats.org/drawingml/2006/main">
              <a:ext uri="{FF2B5EF4-FFF2-40B4-BE49-F238E27FC236}">
                <a16:creationId xmlns:a16="http://schemas.microsoft.com/office/drawing/2014/main" id="{32B5B22F-B387-4973-809B-37ECEAF7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579E"/>
          </a:solidFill>
          <a:ln xmlns:a="http://schemas.openxmlformats.org/drawingml/2006/main" w="0">
            <a:solidFill>
              <a:srgbClr val="80579E"/>
            </a:solidFill>
            <a:prstDash val="solid"/>
          </a:ln>
        </p:spPr>
      </p:sp>
      <p:sp>
        <p:nvSpPr>
          <p:cNvPr id="58" name="mappo-update-title">
            <a:extLst xmlns:a="http://schemas.openxmlformats.org/drawingml/2006/main">
              <a:ext uri="{FF2B5EF4-FFF2-40B4-BE49-F238E27FC236}">
                <a16:creationId xmlns:a16="http://schemas.microsoft.com/office/drawing/2014/main" id="{9658E614-4C15-4DF0-A345-CB82A8E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0062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 xmlns:a="http://schemas.openxmlformats.org/drawingml/2006/main">
              <a:ext uri="{FF2B5EF4-FFF2-40B4-BE49-F238E27FC236}">
                <a16:creationId xmlns:a16="http://schemas.microsoft.com/office/drawing/2014/main" id="{FE1FA6D7-3760-4751-B4A6-26CA5B8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67325"/>
            <a:ext cx="1714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 xmlns:a="http://schemas.openxmlformats.org/drawingml/2006/main">
              <a:ext uri="{FF2B5EF4-FFF2-40B4-BE49-F238E27FC236}">
                <a16:creationId xmlns:a16="http://schemas.microsoft.com/office/drawing/2014/main" id="{9FBFF97D-D729-4E65-B53E-1C4C969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17907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14288">
            <a:solidFill>
              <a:srgbClr val="79A8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grid-environment-accent">
            <a:extLst xmlns:a="http://schemas.openxmlformats.org/drawingml/2006/main">
              <a:ext uri="{FF2B5EF4-FFF2-40B4-BE49-F238E27FC236}">
                <a16:creationId xmlns:a16="http://schemas.microsoft.com/office/drawing/2014/main" id="{E8C36BC7-6CE6-4C63-9080-21DFD6B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250"/>
          </a:solidFill>
          <a:ln xmlns:a="http://schemas.openxmlformats.org/drawingml/2006/main" w="0">
            <a:solidFill>
              <a:srgbClr val="3E8250"/>
            </a:solidFill>
            <a:prstDash val="solid"/>
          </a:ln>
        </p:spPr>
      </p:sp>
      <p:sp>
        <p:nvSpPr>
          <p:cNvPr id="62" name="grid-environment-title">
            <a:extLst xmlns:a="http://schemas.openxmlformats.org/drawingml/2006/main">
              <a:ext uri="{FF2B5EF4-FFF2-40B4-BE49-F238E27FC236}">
                <a16:creationId xmlns:a16="http://schemas.microsoft.com/office/drawing/2014/main" id="{A2759DB6-5F4C-4772-AE9D-280FB3F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 xmlns:a="http://schemas.openxmlformats.org/drawingml/2006/main">
              <a:ext uri="{FF2B5EF4-FFF2-40B4-BE49-F238E27FC236}">
                <a16:creationId xmlns:a16="http://schemas.microsoft.com/office/drawing/2014/main" id="{49A4D82F-2088-442B-8658-72707E8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10175"/>
            <a:ext cx="1533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Joint action (a₀…a₃)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AC power flow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257425" y="5505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4657725" y="5500688"/>
            <a:ext cx="4667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638925" y="5500688"/>
            <a:ext cx="6000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56" idx="2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H="1" flipV="1">
            <a:off x="3690938" y="5981700"/>
            <a:ext cx="453390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95E9E"/>
            </a:solidFill>
            <a:prstDash val="dash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0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10753725" y="3238500"/>
            <a:ext cx="18097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60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210675" y="5500688"/>
            <a:ext cx="6477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8A6C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56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8224838" y="3038475"/>
            <a:ext cx="923925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0579E"/>
            </a:solidFill>
            <a:prstDash val="dash"/>
            <a:tailEnd type="triangle" w="sm" len="sm"/>
          </a:ln>
        </p:spPr>
      </p:cxnSp>
      <p:sp>
        <p:nvSpPr>
          <p:cNvPr id="71" name="actor-update-label">
            <a:extLst xmlns:a="http://schemas.openxmlformats.org/drawingml/2006/main">
              <a:ext uri="{FF2B5EF4-FFF2-40B4-BE49-F238E27FC236}">
                <a16:creationId xmlns:a16="http://schemas.microsoft.com/office/drawing/2014/main" id="{70FA2EC6-50AF-4E5D-B4C6-4E34A32F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policy gradients</a:t>
            </a:r>
          </a:p>
        </p:txBody>
      </p:sp>
      <p:sp>
        <p:nvSpPr>
          <p:cNvPr id="72" name="critic-update-label">
            <a:extLst xmlns:a="http://schemas.openxmlformats.org/drawingml/2006/main">
              <a:ext uri="{FF2B5EF4-FFF2-40B4-BE49-F238E27FC236}">
                <a16:creationId xmlns:a16="http://schemas.microsoft.com/office/drawing/2014/main" id="{1C65E579-3D17-4539-8AC4-0A1DF4B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436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value gradients</a:t>
            </a:r>
          </a:p>
        </p:txBody>
      </p:sp>
    </p:spTree>
    <p:extLst>
      <p:ext uri="{BB962C8B-B14F-4D97-AF65-F5344CB8AC3E}">
        <p14:creationId xmlns:p14="http://schemas.microsoft.com/office/powerpoint/2010/main" val="1151426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2026-07-18T11:44:59.1120000Z</dcterms:created>
  <dcterms:modified xsi:type="dcterms:W3CDTF">2026-07-18T11:44:59.1130000Z</dcterms:modified>
</coreProperties>
</file>