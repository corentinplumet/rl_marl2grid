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jpeg" ContentType="image/jpeg"/>
  <Default Extension="emf" ContentType="image/x-em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7538dcbc21a4623" /><Relationship Type="http://schemas.openxmlformats.org/officeDocument/2006/relationships/extended-properties" Target="/docProps/app.xml" Id="R7191e5c65cfc4b9f" /><Relationship Type="http://schemas.openxmlformats.org/officeDocument/2006/relationships/officeDocument" Target="/ppt/presentation.xml" Id="R1b9985850ede4722" /></Relationships>
</file>

<file path=ppt/presentation.xml><?xml version="1.0" encoding="utf-8"?>
<p:presentation xmlns:p="http://schemas.openxmlformats.org/presentationml/2006/main">
  <p:sldMasterIdLst>
    <p:sldMasterId xmlns:r="http://schemas.openxmlformats.org/officeDocument/2006/relationships" id="2147483648" r:id="Rbbb511fc9efd4399"/>
  </p:sldMasterIdLst>
  <p:notesMasterIdLst>
    <p:notesMasterId xmlns:r="http://schemas.openxmlformats.org/officeDocument/2006/relationships" r:id="Re0544141fc9d493b"/>
  </p:notesMasterIdLst>
  <p:sldIdLst>
    <p:sldId xmlns:r="http://schemas.openxmlformats.org/officeDocument/2006/relationships" id="256" r:id="R082f664da5ff4ab9"/>
    <p:sldId xmlns:r="http://schemas.openxmlformats.org/officeDocument/2006/relationships" id="257" r:id="R8bc72fd5be554fb4"/>
    <p:sldId xmlns:r="http://schemas.openxmlformats.org/officeDocument/2006/relationships" id="258" r:id="R4b63b2654d10469f"/>
    <p:sldId xmlns:r="http://schemas.openxmlformats.org/officeDocument/2006/relationships" id="259" r:id="R94784071daf647ca"/>
    <p:sldId xmlns:r="http://schemas.openxmlformats.org/officeDocument/2006/relationships" id="260" r:id="Ra025260b6c164f93"/>
    <p:sldId xmlns:r="http://schemas.openxmlformats.org/officeDocument/2006/relationships" id="261" r:id="R8438d55b4c224584"/>
    <p:sldId xmlns:r="http://schemas.openxmlformats.org/officeDocument/2006/relationships" id="262" r:id="Rf42a027c4a674f99"/>
    <p:sldId xmlns:r="http://schemas.openxmlformats.org/officeDocument/2006/relationships" id="263" r:id="Rfc3a62e3dab040d9"/>
    <p:sldId xmlns:r="http://schemas.openxmlformats.org/officeDocument/2006/relationships" id="264" r:id="Rfa8bdb8a35ee4701"/>
    <p:sldId xmlns:r="http://schemas.openxmlformats.org/officeDocument/2006/relationships" id="265" r:id="Raf8be776944e4699"/>
    <p:sldId xmlns:r="http://schemas.openxmlformats.org/officeDocument/2006/relationships" id="266" r:id="Re340678d28a74c12"/>
    <p:sldId xmlns:r="http://schemas.openxmlformats.org/officeDocument/2006/relationships" id="267" r:id="Rc8cac76aa26a4d15"/>
    <p:sldId xmlns:r="http://schemas.openxmlformats.org/officeDocument/2006/relationships" id="268" r:id="R4b4cc95ec1614bfc"/>
    <p:sldId xmlns:r="http://schemas.openxmlformats.org/officeDocument/2006/relationships" id="269" r:id="Rf03493210514496d"/>
    <p:sldId xmlns:r="http://schemas.openxmlformats.org/officeDocument/2006/relationships" id="270" r:id="R9df810c8519b4980"/>
    <p:sldId xmlns:r="http://schemas.openxmlformats.org/officeDocument/2006/relationships" id="271" r:id="Rf7829dbb961f42ee"/>
    <p:sldId xmlns:r="http://schemas.openxmlformats.org/officeDocument/2006/relationships" id="272" r:id="Re2e52e23e987451d"/>
    <p:sldId xmlns:r="http://schemas.openxmlformats.org/officeDocument/2006/relationships" id="273" r:id="Raa6e0979d53b4f0f"/>
    <p:sldId xmlns:r="http://schemas.openxmlformats.org/officeDocument/2006/relationships" id="274" r:id="Re3385eb164374296"/>
    <p:sldId xmlns:r="http://schemas.openxmlformats.org/officeDocument/2006/relationships" id="275" r:id="R2fc3e50ebb204220"/>
    <p:sldId xmlns:r="http://schemas.openxmlformats.org/officeDocument/2006/relationships" id="276" r:id="R47f2e4e4fadd4e5d"/>
    <p:sldId xmlns:r="http://schemas.openxmlformats.org/officeDocument/2006/relationships" id="277" r:id="R4e97b66092e1435a"/>
    <p:sldId xmlns:r="http://schemas.openxmlformats.org/officeDocument/2006/relationships" id="278" r:id="Rd7318281a70d4a00"/>
    <p:sldId xmlns:r="http://schemas.openxmlformats.org/officeDocument/2006/relationships" id="279" r:id="Rd4e6a9e447c04a9b"/>
    <p:sldId xmlns:r="http://schemas.openxmlformats.org/officeDocument/2006/relationships" id="280" r:id="R547293cdfe4d4f65"/>
    <p:sldId xmlns:r="http://schemas.openxmlformats.org/officeDocument/2006/relationships" id="281" r:id="R9813187cbb474c06"/>
    <p:sldId xmlns:r="http://schemas.openxmlformats.org/officeDocument/2006/relationships" id="282" r:id="Re84d130ea10d4516"/>
    <p:sldId xmlns:r="http://schemas.openxmlformats.org/officeDocument/2006/relationships" id="283" r:id="R57f5e0820af943fa"/>
    <p:sldId xmlns:r="http://schemas.openxmlformats.org/officeDocument/2006/relationships" id="284" r:id="Re2bb89a37fe64c10"/>
    <p:sldId xmlns:r="http://schemas.openxmlformats.org/officeDocument/2006/relationships" id="285" r:id="R59902494aa3349eb"/>
    <p:sldId xmlns:r="http://schemas.openxmlformats.org/officeDocument/2006/relationships" id="286" r:id="Raad44552457e42e2"/>
    <p:sldId xmlns:r="http://schemas.openxmlformats.org/officeDocument/2006/relationships" id="287" r:id="R9cab185c4b35499a"/>
    <p:sldId xmlns:r="http://schemas.openxmlformats.org/officeDocument/2006/relationships" id="288" r:id="R09bbfb6debf64b9b"/>
    <p:sldId xmlns:r="http://schemas.openxmlformats.org/officeDocument/2006/relationships" id="289" r:id="R101242d12e0646a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showGuides="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16e355724dac426c" /><Relationship Type="http://schemas.openxmlformats.org/officeDocument/2006/relationships/slideMaster" Target="/ppt/slideMasters/slideMaster1.xml" Id="Rbbb511fc9efd4399" /><Relationship Type="http://schemas.openxmlformats.org/officeDocument/2006/relationships/notesMaster" Target="/ppt/notesMasters/notesMaster1.xml" Id="Re0544141fc9d493b" /><Relationship Type="http://schemas.openxmlformats.org/officeDocument/2006/relationships/presProps" Target="/ppt/presProps.xml" Id="R4087c4c0d53f4ffd" /><Relationship Type="http://schemas.openxmlformats.org/officeDocument/2006/relationships/viewProps" Target="/ppt/viewProps.xml" Id="R9c301bc7736b44eb" /><Relationship Type="http://schemas.openxmlformats.org/officeDocument/2006/relationships/tableStyles" Target="/ppt/tableStyles.xml" Id="Redc7028d53684ec2" /><Relationship Type="http://schemas.openxmlformats.org/officeDocument/2006/relationships/slide" Target="/ppt/slides/slide1.xml" Id="R082f664da5ff4ab9" /><Relationship Type="http://schemas.openxmlformats.org/officeDocument/2006/relationships/slide" Target="/ppt/slides/slide2.xml" Id="R8bc72fd5be554fb4" /><Relationship Type="http://schemas.openxmlformats.org/officeDocument/2006/relationships/slide" Target="/ppt/slides/slide3.xml" Id="R4b63b2654d10469f" /><Relationship Type="http://schemas.openxmlformats.org/officeDocument/2006/relationships/slide" Target="/ppt/slides/slide4.xml" Id="R94784071daf647ca" /><Relationship Type="http://schemas.openxmlformats.org/officeDocument/2006/relationships/slide" Target="/ppt/slides/slide5.xml" Id="Ra025260b6c164f93" /><Relationship Type="http://schemas.openxmlformats.org/officeDocument/2006/relationships/slide" Target="/ppt/slides/slide6.xml" Id="R8438d55b4c224584" /><Relationship Type="http://schemas.openxmlformats.org/officeDocument/2006/relationships/slide" Target="/ppt/slides/slide7.xml" Id="Rf42a027c4a674f99" /><Relationship Type="http://schemas.openxmlformats.org/officeDocument/2006/relationships/slide" Target="/ppt/slides/slide8.xml" Id="Rfc3a62e3dab040d9" /><Relationship Type="http://schemas.openxmlformats.org/officeDocument/2006/relationships/slide" Target="/ppt/slides/slide9.xml" Id="Rfa8bdb8a35ee4701" /><Relationship Type="http://schemas.openxmlformats.org/officeDocument/2006/relationships/slide" Target="/ppt/slides/slide10.xml" Id="Raf8be776944e4699" /><Relationship Type="http://schemas.openxmlformats.org/officeDocument/2006/relationships/slide" Target="/ppt/slides/slide11.xml" Id="Re340678d28a74c12" /><Relationship Type="http://schemas.openxmlformats.org/officeDocument/2006/relationships/slide" Target="/ppt/slides/slide12.xml" Id="Rc8cac76aa26a4d15" /><Relationship Type="http://schemas.openxmlformats.org/officeDocument/2006/relationships/slide" Target="/ppt/slides/slide13.xml" Id="R4b4cc95ec1614bfc" /><Relationship Type="http://schemas.openxmlformats.org/officeDocument/2006/relationships/slide" Target="/ppt/slides/slide14.xml" Id="Rf03493210514496d" /><Relationship Type="http://schemas.openxmlformats.org/officeDocument/2006/relationships/slide" Target="/ppt/slides/slide15.xml" Id="R9df810c8519b4980" /><Relationship Type="http://schemas.openxmlformats.org/officeDocument/2006/relationships/slide" Target="/ppt/slides/slide16.xml" Id="Rf7829dbb961f42ee" /><Relationship Type="http://schemas.openxmlformats.org/officeDocument/2006/relationships/slide" Target="/ppt/slides/slide17.xml" Id="Re2e52e23e987451d" /><Relationship Type="http://schemas.openxmlformats.org/officeDocument/2006/relationships/slide" Target="/ppt/slides/slide18.xml" Id="Raa6e0979d53b4f0f" /><Relationship Type="http://schemas.openxmlformats.org/officeDocument/2006/relationships/slide" Target="/ppt/slides/slide19.xml" Id="Re3385eb164374296" /><Relationship Type="http://schemas.openxmlformats.org/officeDocument/2006/relationships/slide" Target="/ppt/slides/slide20.xml" Id="R2fc3e50ebb204220" /><Relationship Type="http://schemas.openxmlformats.org/officeDocument/2006/relationships/slide" Target="/ppt/slides/slide21.xml" Id="R47f2e4e4fadd4e5d" /><Relationship Type="http://schemas.openxmlformats.org/officeDocument/2006/relationships/slide" Target="/ppt/slides/slide22.xml" Id="R4e97b66092e1435a" /><Relationship Type="http://schemas.openxmlformats.org/officeDocument/2006/relationships/slide" Target="/ppt/slides/slide23.xml" Id="Rd7318281a70d4a00" /><Relationship Type="http://schemas.openxmlformats.org/officeDocument/2006/relationships/slide" Target="/ppt/slides/slide24.xml" Id="Rd4e6a9e447c04a9b" /><Relationship Type="http://schemas.openxmlformats.org/officeDocument/2006/relationships/slide" Target="/ppt/slides/slide25.xml" Id="R547293cdfe4d4f65" /><Relationship Type="http://schemas.openxmlformats.org/officeDocument/2006/relationships/slide" Target="/ppt/slides/slide26.xml" Id="R9813187cbb474c06" /><Relationship Type="http://schemas.openxmlformats.org/officeDocument/2006/relationships/slide" Target="/ppt/slides/slide27.xml" Id="Re84d130ea10d4516" /><Relationship Type="http://schemas.openxmlformats.org/officeDocument/2006/relationships/slide" Target="/ppt/slides/slide28.xml" Id="R57f5e0820af943fa" /><Relationship Type="http://schemas.openxmlformats.org/officeDocument/2006/relationships/slide" Target="/ppt/slides/slide29.xml" Id="Re2bb89a37fe64c10" /><Relationship Type="http://schemas.openxmlformats.org/officeDocument/2006/relationships/slide" Target="/ppt/slides/slide30.xml" Id="R59902494aa3349eb" /><Relationship Type="http://schemas.openxmlformats.org/officeDocument/2006/relationships/slide" Target="/ppt/slides/slide31.xml" Id="Raad44552457e42e2" /><Relationship Type="http://schemas.openxmlformats.org/officeDocument/2006/relationships/slide" Target="/ppt/slides/slide32.xml" Id="R9cab185c4b35499a" /><Relationship Type="http://schemas.openxmlformats.org/officeDocument/2006/relationships/slide" Target="/ppt/slides/slide33.xml" Id="R09bbfb6debf64b9b" /><Relationship Type="http://schemas.openxmlformats.org/officeDocument/2006/relationships/slide" Target="/ppt/slides/slide34.xml" Id="R101242d12e0646a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a246b5feb94a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hème Office">
  <a:themeElements>
    <a:clrScheme name="EPFL 2025">
      <a:dk1>
        <a:srgbClr val="413C3A"/>
      </a:dk1>
      <a:lt1>
        <a:srgbClr val="FFFFFF"/>
      </a:lt1>
      <a:dk2>
        <a:srgbClr val="FF0000"/>
      </a:dk2>
      <a:lt2>
        <a:srgbClr val="CAC7C7"/>
      </a:lt2>
      <a:accent1>
        <a:srgbClr val="00A79F"/>
      </a:accent1>
      <a:accent2>
        <a:srgbClr val="24737F"/>
      </a:accent2>
      <a:accent3>
        <a:srgbClr val="512880"/>
      </a:accent3>
      <a:accent4>
        <a:srgbClr val="4F8FCC"/>
      </a:accent4>
      <a:accent5>
        <a:srgbClr val="D0661C"/>
      </a:accent5>
      <a:accent6>
        <a:srgbClr val="B51F1F"/>
      </a:accent6>
      <a:hlink>
        <a:srgbClr val="ED6E9C"/>
      </a:hlink>
      <a:folHlink>
        <a:srgbClr val="4F8FC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PFL 2025">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e87e524f15e49fe" /><Relationship Type="http://schemas.openxmlformats.org/officeDocument/2006/relationships/notesMaster" Target="/ppt/notesMasters/notesMaster1.xml" Id="R205c1910980f4a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4fd9010b7bce4073" /><Relationship Type="http://schemas.openxmlformats.org/officeDocument/2006/relationships/notesMaster" Target="/ppt/notesMasters/notesMaster1.xml" Id="R85e0a6c6f657417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9e930801794f6c" /><Relationship Type="http://schemas.openxmlformats.org/officeDocument/2006/relationships/notesMaster" Target="/ppt/notesMasters/notesMaster1.xml" Id="Rd53fc125580c428f" /></Relationships>
</file>

<file path=ppt/notesSlides/_rels/notesSlide4.xml.rels>&#65279;<?xml version="1.0" encoding="utf-8"?><Relationships xmlns="http://schemas.openxmlformats.org/package/2006/relationships"><Relationship Type="http://schemas.openxmlformats.org/officeDocument/2006/relationships/slide" Target="/ppt/slides/slide4.xml" Id="R48e8e45165df448e" /><Relationship Type="http://schemas.openxmlformats.org/officeDocument/2006/relationships/notesMaster" Target="/ppt/notesMasters/notesMaster1.xml" Id="R9d6ce6f9ed35484f" /></Relationships>
</file>

<file path=ppt/notesSlides/_rels/notesSlide5.xml.rels>&#65279;<?xml version="1.0" encoding="utf-8"?><Relationships xmlns="http://schemas.openxmlformats.org/package/2006/relationships"><Relationship Type="http://schemas.openxmlformats.org/officeDocument/2006/relationships/slide" Target="/ppt/slides/slide5.xml" Id="R24b964f5966e448c" /><Relationship Type="http://schemas.openxmlformats.org/officeDocument/2006/relationships/notesMaster" Target="/ppt/notesMasters/notesMaster1.xml" Id="R886e32b237e748c7" /></Relationships>
</file>

<file path=ppt/notesSlides/_rels/notesSlide6.xml.rels>&#65279;<?xml version="1.0" encoding="utf-8"?><Relationships xmlns="http://schemas.openxmlformats.org/package/2006/relationships"><Relationship Type="http://schemas.openxmlformats.org/officeDocument/2006/relationships/slide" Target="/ppt/slides/slide6.xml" Id="Rbf393affc565461d" /><Relationship Type="http://schemas.openxmlformats.org/officeDocument/2006/relationships/notesMaster" Target="/ppt/notesMasters/notesMaster1.xml" Id="Rb129742629924574" /></Relationships>
</file>

<file path=ppt/notesSlides/_rels/notesSlide7.xml.rels>&#65279;<?xml version="1.0" encoding="utf-8"?><Relationships xmlns="http://schemas.openxmlformats.org/package/2006/relationships"><Relationship Type="http://schemas.openxmlformats.org/officeDocument/2006/relationships/slide" Target="/ppt/slides/slide7.xml" Id="R5c65c25a3a074fbe" /><Relationship Type="http://schemas.openxmlformats.org/officeDocument/2006/relationships/notesMaster" Target="/ppt/notesMasters/notesMaster1.xml" Id="R7806935cc8d74c53" /></Relationships>
</file>

<file path=ppt/notesSlides/_rels/notesSlide8.xml.rels>&#65279;<?xml version="1.0" encoding="utf-8"?><Relationships xmlns="http://schemas.openxmlformats.org/package/2006/relationships"><Relationship Type="http://schemas.openxmlformats.org/officeDocument/2006/relationships/slide" Target="/ppt/slides/slide8.xml" Id="R60ccf2858ac84ea1" /><Relationship Type="http://schemas.openxmlformats.org/officeDocument/2006/relationships/notesMaster" Target="/ppt/notesMasters/notesMaster1.xml" Id="Rbbe35a1f4d614434" /></Relationships>
</file>

<file path=ppt/notesSlides/_rels/notesSlide9.xml.rels>&#65279;<?xml version="1.0" encoding="utf-8"?><Relationships xmlns="http://schemas.openxmlformats.org/package/2006/relationships"><Relationship Type="http://schemas.openxmlformats.org/officeDocument/2006/relationships/slide" Target="/ppt/slides/slide9.xml" Id="R90e082e9ce124e74" /><Relationship Type="http://schemas.openxmlformats.org/officeDocument/2006/relationships/notesMaster" Target="/ppt/notesMasters/notesMaster1.xml" Id="Rcd6ccaf69f5441e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c87b182be8a4e74" /><Relationship Type="http://schemas.openxmlformats.org/officeDocument/2006/relationships/notesMaster" Target="/ppt/notesMasters/notesMaster1.xml" Id="Ra5cfdec12117461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9a4b9d1dfc04509" /><Relationship Type="http://schemas.openxmlformats.org/officeDocument/2006/relationships/notesMaster" Target="/ppt/notesMasters/notesMaster1.xml" Id="Rc02c348c586f4ea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1c82248680f413a" /><Relationship Type="http://schemas.openxmlformats.org/officeDocument/2006/relationships/notesMaster" Target="/ppt/notesMasters/notesMaster1.xml" Id="R7efa8e51519f424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51e073527cb473d" /><Relationship Type="http://schemas.openxmlformats.org/officeDocument/2006/relationships/notesMaster" Target="/ppt/notesMasters/notesMaster1.xml" Id="R7a77cfea40df46d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1f725a71763444a" /><Relationship Type="http://schemas.openxmlformats.org/officeDocument/2006/relationships/notesMaster" Target="/ppt/notesMasters/notesMaster1.xml" Id="R9c17108c0b7f407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be1e948bd8840b3" /><Relationship Type="http://schemas.openxmlformats.org/officeDocument/2006/relationships/notesMaster" Target="/ppt/notesMasters/notesMaster1.xml" Id="Rf7f60fcac6244f4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bfeecd93a7b4e52" /><Relationship Type="http://schemas.openxmlformats.org/officeDocument/2006/relationships/notesMaster" Target="/ppt/notesMasters/notesMaster1.xml" Id="R854cfa837edb473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5a50d413271435f" /><Relationship Type="http://schemas.openxmlformats.org/officeDocument/2006/relationships/notesMaster" Target="/ppt/notesMasters/notesMaster1.xml" Id="R49e0a450a3a7486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a062e25038849e8" /><Relationship Type="http://schemas.openxmlformats.org/officeDocument/2006/relationships/notesMaster" Target="/ppt/notesMasters/notesMaster1.xml" Id="R4a08032975ee40b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8410513d681493b" /><Relationship Type="http://schemas.openxmlformats.org/officeDocument/2006/relationships/notesMaster" Target="/ppt/notesMasters/notesMaster1.xml" Id="R102a9c0e629149e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69b62d7d00a408c" /><Relationship Type="http://schemas.openxmlformats.org/officeDocument/2006/relationships/notesMaster" Target="/ppt/notesMasters/notesMaster1.xml" Id="R33c26b510741468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1a002346bd84278" /><Relationship Type="http://schemas.openxmlformats.org/officeDocument/2006/relationships/notesMaster" Target="/ppt/notesMasters/notesMaster1.xml" Id="Rf52b87a42bd74dd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3298e640b204782" /><Relationship Type="http://schemas.openxmlformats.org/officeDocument/2006/relationships/notesMaster" Target="/ppt/notesMasters/notesMaster1.xml" Id="Rafb977834139443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9f94ec4413749c7" /><Relationship Type="http://schemas.openxmlformats.org/officeDocument/2006/relationships/notesMaster" Target="/ppt/notesMasters/notesMaster1.xml" Id="R3416475e15e6414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f9b0201354a41a0" /><Relationship Type="http://schemas.openxmlformats.org/officeDocument/2006/relationships/notesMaster" Target="/ppt/notesMasters/notesMaster1.xml" Id="R7f41c45d885242b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5402dfa7e5b484e" /><Relationship Type="http://schemas.openxmlformats.org/officeDocument/2006/relationships/notesMaster" Target="/ppt/notesMasters/notesMaster1.xml" Id="Rd4516dbbe634487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dbb515365704350" /><Relationship Type="http://schemas.openxmlformats.org/officeDocument/2006/relationships/notesMaster" Target="/ppt/notesMasters/notesMaster1.xml" Id="Rf0ffeaab7b6c431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8cd75ecbd464c32" /><Relationship Type="http://schemas.openxmlformats.org/officeDocument/2006/relationships/notesMaster" Target="/ppt/notesMasters/notesMaster1.xml" Id="R7b4f3a92ba16467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41c88cddee84366" /><Relationship Type="http://schemas.openxmlformats.org/officeDocument/2006/relationships/notesMaster" Target="/ppt/notesMasters/notesMaster1.xml" Id="Ra107612d1d45445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8bbea7d314a4b37" /><Relationship Type="http://schemas.openxmlformats.org/officeDocument/2006/relationships/notesMaster" Target="/ppt/notesMasters/notesMaster1.xml" Id="R9498371800974f9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19a5fa24fa942c6" /><Relationship Type="http://schemas.openxmlformats.org/officeDocument/2006/relationships/notesMaster" Target="/ppt/notesMasters/notesMaster1.xml" Id="R691b046bec9244d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b5311f3c3874225" /><Relationship Type="http://schemas.openxmlformats.org/officeDocument/2006/relationships/notesMaster" Target="/ppt/notesMasters/notesMaster1.xml" Id="R610cae96be094cf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3bb79d06907489c" /><Relationship Type="http://schemas.openxmlformats.org/officeDocument/2006/relationships/notesMaster" Target="/ppt/notesMasters/notesMaster1.xml" Id="R94c1f520642340b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8b70c76c0804021" /><Relationship Type="http://schemas.openxmlformats.org/officeDocument/2006/relationships/notesMaster" Target="/ppt/notesMasters/notesMaster1.xml" Id="R4450a2e487a54fa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1f5acc8f91c44e6" /><Relationship Type="http://schemas.openxmlformats.org/officeDocument/2006/relationships/notesMaster" Target="/ppt/notesMasters/notesMaster1.xml" Id="R45acc5d43af148e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big </a:t>
            </a:r>
            <a:r>
              <a:t>thank</a:t>
            </a:r>
            <a:r>
              <a:t> </a:t>
            </a:r>
            <a:r>
              <a:t>you</a:t>
            </a:r>
            <a:r>
              <a:t> to </a:t>
            </a:r>
            <a:r>
              <a:t>Azi</a:t>
            </a:r>
            <a:r>
              <a:t> and Salma for </a:t>
            </a:r>
            <a:r>
              <a:t>leading</a:t>
            </a:r>
            <a:r>
              <a:t> the </a:t>
            </a:r>
            <a:r>
              <a:t>Chapter</a:t>
            </a:r>
            <a:r>
              <a:t> </a:t>
            </a:r>
            <a:r>
              <a:t>since</a:t>
            </a:r>
            <a:r>
              <a:t> 2018!</a:t>
            </a:r>
          </a:p>
          <a:p xmlns:a="http://schemas.openxmlformats.org/drawingml/2006/main">
            <a:r>
              <a:t>Currently</a:t>
            </a:r>
            <a:r>
              <a:t> </a:t>
            </a:r>
            <a:r>
              <a:t>recruiting</a:t>
            </a:r>
            <a:r>
              <a:t> a new team to continue </a:t>
            </a:r>
            <a:r>
              <a:t>managing</a:t>
            </a:r>
            <a:r>
              <a:t> the </a:t>
            </a:r>
            <a:r>
              <a:t>community</a:t>
            </a:r>
            <a:r>
              <a:t> </a:t>
            </a:r>
            <a:r>
              <a:t>locally</a:t>
            </a:r>
            <a:r>
              <a:t>. </a:t>
            </a:r>
          </a:p>
          <a:p xmlns:a="http://schemas.openxmlformats.org/drawingml/2006/main">
            <a:r>
              <a:t>If </a:t>
            </a:r>
            <a:r>
              <a:t>you</a:t>
            </a:r>
            <a:r>
              <a:t> are </a:t>
            </a:r>
            <a:r>
              <a:t>interested</a:t>
            </a:r>
            <a:r>
              <a:t> </a:t>
            </a:r>
            <a:r>
              <a:t>please</a:t>
            </a:r>
            <a:r>
              <a:t> contact: </a:t>
            </a:r>
            <a:r>
              <a:t>alumni@epfl.ch</a:t>
            </a:r>
            <a:endParaRPr/>
          </a:p>
          <a:p xmlns:a="http://schemas.openxmlformats.org/drawingml/2006/main">
            <a:endParaRPr/>
          </a:p>
          <a:p xmlns:a="http://schemas.openxmlformats.org/drawingml/2006/main">
            <a:r>
              <a:t>Thank</a:t>
            </a:r>
            <a:r>
              <a:t> </a:t>
            </a:r>
            <a:r>
              <a:t>you</a:t>
            </a:r>
            <a:r>
              <a:t>!</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big </a:t>
            </a:r>
            <a:r>
              <a:t>thank</a:t>
            </a:r>
            <a:r>
              <a:t> </a:t>
            </a:r>
            <a:r>
              <a:t>you</a:t>
            </a:r>
            <a:r>
              <a:t> to </a:t>
            </a:r>
            <a:r>
              <a:t>Azi</a:t>
            </a:r>
            <a:r>
              <a:t> and Salma for </a:t>
            </a:r>
            <a:r>
              <a:t>leading</a:t>
            </a:r>
            <a:r>
              <a:t> the </a:t>
            </a:r>
            <a:r>
              <a:t>Chapter</a:t>
            </a:r>
            <a:r>
              <a:t> </a:t>
            </a:r>
            <a:r>
              <a:t>since</a:t>
            </a:r>
            <a:r>
              <a:t> 2018!</a:t>
            </a:r>
          </a:p>
          <a:p xmlns:a="http://schemas.openxmlformats.org/drawingml/2006/main">
            <a:r>
              <a:t>Currently</a:t>
            </a:r>
            <a:r>
              <a:t> </a:t>
            </a:r>
            <a:r>
              <a:t>recruiting</a:t>
            </a:r>
            <a:r>
              <a:t> a new team to continue </a:t>
            </a:r>
            <a:r>
              <a:t>managing</a:t>
            </a:r>
            <a:r>
              <a:t> the </a:t>
            </a:r>
            <a:r>
              <a:t>community</a:t>
            </a:r>
            <a:r>
              <a:t> </a:t>
            </a:r>
            <a:r>
              <a:t>locally</a:t>
            </a:r>
            <a:r>
              <a:t>. </a:t>
            </a:r>
          </a:p>
          <a:p xmlns:a="http://schemas.openxmlformats.org/drawingml/2006/main">
            <a:r>
              <a:t>If </a:t>
            </a:r>
            <a:r>
              <a:t>you</a:t>
            </a:r>
            <a:r>
              <a:t> are </a:t>
            </a:r>
            <a:r>
              <a:t>interested</a:t>
            </a:r>
            <a:r>
              <a:t> </a:t>
            </a:r>
            <a:r>
              <a:t>please</a:t>
            </a:r>
            <a:r>
              <a:t> contact: </a:t>
            </a:r>
            <a:r>
              <a:t>alumni@epfl.ch</a:t>
            </a:r>
            <a:endParaRPr/>
          </a:p>
          <a:p xmlns:a="http://schemas.openxmlformats.org/drawingml/2006/main">
            <a:endParaRPr/>
          </a:p>
          <a:p xmlns:a="http://schemas.openxmlformats.org/drawingml/2006/main">
            <a:r>
              <a:t>Thank</a:t>
            </a:r>
            <a:r>
              <a:t> </a:t>
            </a:r>
            <a:r>
              <a:t>you</a:t>
            </a:r>
            <a:r>
              <a:t>!</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13.04.2025: La robotique et la stimulation spinale pour vaincre la paralysie - https://</a:t>
            </a:r>
            <a:r>
              <a:rPr b="1"/>
              <a:t>actu.epfl.ch</a:t>
            </a:r>
            <a:r>
              <a:rPr b="1"/>
              <a:t>/news/la-robotique-et-la-stimulation-spinale-pour-</a:t>
            </a:r>
            <a:r>
              <a:rPr b="1"/>
              <a:t>vaincr</a:t>
            </a:r>
            <a:r>
              <a:rPr b="1"/>
              <a:t>/#</a:t>
            </a:r>
          </a:p>
          <a:p xmlns:a="http://schemas.openxmlformats.org/drawingml/2006/main">
            <a:r>
              <a:t>Des scientifiques du centre .</a:t>
            </a:r>
            <a:r>
              <a:t>Neurorestore</a:t>
            </a:r>
            <a:r>
              <a:t> (EPFL/CHUV/UNIL) ont développé une approche qui combine la robotique de rééducation et la stimulation spinale pour rétablir le mouvement chez les personnes souffrant de lésions de la moelle épinière. Cette technologie optimise la rééducation et permet la pratique d’activités telles que le vélo et la marche en plein air.</a:t>
            </a:r>
          </a:p>
          <a:p xmlns:a="http://schemas.openxmlformats.org/drawingml/2006/main">
            <a:endParaRPr/>
          </a:p>
          <a:p xmlns:a="http://schemas.openxmlformats.org/drawingml/2006/main">
            <a:r>
              <a:rPr b="1"/>
              <a:t>18.04.25: Un implant cérébral souple pour une audition à haute résolution - https://</a:t>
            </a:r>
            <a:r>
              <a:rPr b="1"/>
              <a:t>actu.epfl.ch</a:t>
            </a:r>
            <a:r>
              <a:rPr b="1"/>
              <a:t>/news/un-implant-cerebral-souple-pour-une-audition-a-h-7/</a:t>
            </a:r>
          </a:p>
          <a:p xmlns:a="http://schemas.openxmlformats.org/drawingml/2006/main">
            <a:r>
              <a:t>Une équipe de l’EPFL a développé un implant auditif cérébral flexible qui épouse parfaitement la surface incurvée du tronc cérébral. Elle a démontré avec succès, chez le macaque, le potentiel de l’implant à restaurer une “audition prosthétique” à haute résolution.</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13.04.2025: La robotique et la stimulation spinale pour vaincre la paralysie - https://</a:t>
            </a:r>
            <a:r>
              <a:rPr b="1"/>
              <a:t>actu.epfl.ch</a:t>
            </a:r>
            <a:r>
              <a:rPr b="1"/>
              <a:t>/news/la-robotique-et-la-stimulation-spinale-pour-</a:t>
            </a:r>
            <a:r>
              <a:rPr b="1"/>
              <a:t>vaincr</a:t>
            </a:r>
            <a:r>
              <a:rPr b="1"/>
              <a:t>/#</a:t>
            </a:r>
          </a:p>
          <a:p xmlns:a="http://schemas.openxmlformats.org/drawingml/2006/main">
            <a:r>
              <a:t>Des scientifiques du centre .</a:t>
            </a:r>
            <a:r>
              <a:t>Neurorestore</a:t>
            </a:r>
            <a:r>
              <a:t> (EPFL/CHUV/UNIL) ont développé une approche qui combine la robotique de rééducation et la stimulation spinale pour rétablir le mouvement chez les personnes souffrant de lésions de la moelle épinière. Cette technologie optimise la rééducation et permet la pratique d’activités telles que le vélo et la marche en plein air.</a:t>
            </a:r>
          </a:p>
          <a:p xmlns:a="http://schemas.openxmlformats.org/drawingml/2006/main">
            <a:endParaRPr/>
          </a:p>
          <a:p xmlns:a="http://schemas.openxmlformats.org/drawingml/2006/main">
            <a:r>
              <a:rPr b="1"/>
              <a:t>18.04.25: Un implant cérébral souple pour une audition à haute résolution - https://</a:t>
            </a:r>
            <a:r>
              <a:rPr b="1"/>
              <a:t>actu.epfl.ch</a:t>
            </a:r>
            <a:r>
              <a:rPr b="1"/>
              <a:t>/news/un-implant-cerebral-souple-pour-une-audition-a-h-7/</a:t>
            </a:r>
          </a:p>
          <a:p xmlns:a="http://schemas.openxmlformats.org/drawingml/2006/main">
            <a:r>
              <a:t>Une équipe de l’EPFL a développé un implant auditif cérébral flexible qui épouse parfaitement la surface incurvée du tronc cérébral. Elle a démontré avec succès, chez le macaque, le potentiel de l’implant à restaurer une “audition prosthétique” à haute résolution.</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13.04.2025: La robotique et la stimulation spinale pour vaincre la paralysie - https://</a:t>
            </a:r>
            <a:r>
              <a:rPr b="1"/>
              <a:t>actu.epfl.ch</a:t>
            </a:r>
            <a:r>
              <a:rPr b="1"/>
              <a:t>/news/la-robotique-et-la-stimulation-spinale-pour-</a:t>
            </a:r>
            <a:r>
              <a:rPr b="1"/>
              <a:t>vaincr</a:t>
            </a:r>
            <a:r>
              <a:rPr b="1"/>
              <a:t>/#</a:t>
            </a:r>
          </a:p>
          <a:p xmlns:a="http://schemas.openxmlformats.org/drawingml/2006/main">
            <a:r>
              <a:t>Des scientifiques du centre .</a:t>
            </a:r>
            <a:r>
              <a:t>Neurorestore</a:t>
            </a:r>
            <a:r>
              <a:t> (EPFL/CHUV/UNIL) ont développé une approche qui combine la robotique de rééducation et la stimulation spinale pour rétablir le mouvement chez les personnes souffrant de lésions de la moelle épinière. Cette technologie optimise la rééducation et permet la pratique d’activités telles que le vélo et la marche en plein air.</a:t>
            </a:r>
          </a:p>
          <a:p xmlns:a="http://schemas.openxmlformats.org/drawingml/2006/main">
            <a:endParaRPr/>
          </a:p>
          <a:p xmlns:a="http://schemas.openxmlformats.org/drawingml/2006/main">
            <a:r>
              <a:rPr b="1"/>
              <a:t>18.04.25: Un implant cérébral souple pour une audition à haute résolution - https://</a:t>
            </a:r>
            <a:r>
              <a:rPr b="1"/>
              <a:t>actu.epfl.ch</a:t>
            </a:r>
            <a:r>
              <a:rPr b="1"/>
              <a:t>/news/un-implant-cerebral-souple-pour-une-audition-a-h-7/</a:t>
            </a:r>
          </a:p>
          <a:p xmlns:a="http://schemas.openxmlformats.org/drawingml/2006/main">
            <a:r>
              <a:t>Une équipe de l’EPFL a développé un implant auditif cérébral flexible qui épouse parfaitement la surface incurvée du tronc cérébral. Elle a démontré avec succès, chez le macaque, le potentiel de l’implant à restaurer une “audition prosthétique” à haute résolution.</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13.04.2025: La robotique et la stimulation spinale pour vaincre la paralysie - https://</a:t>
            </a:r>
            <a:r>
              <a:rPr b="1"/>
              <a:t>actu.epfl.ch</a:t>
            </a:r>
            <a:r>
              <a:rPr b="1"/>
              <a:t>/news/la-robotique-et-la-stimulation-spinale-pour-</a:t>
            </a:r>
            <a:r>
              <a:rPr b="1"/>
              <a:t>vaincr</a:t>
            </a:r>
            <a:r>
              <a:rPr b="1"/>
              <a:t>/#</a:t>
            </a:r>
          </a:p>
          <a:p xmlns:a="http://schemas.openxmlformats.org/drawingml/2006/main">
            <a:r>
              <a:t>Des scientifiques du centre .</a:t>
            </a:r>
            <a:r>
              <a:t>Neurorestore</a:t>
            </a:r>
            <a:r>
              <a:t> (EPFL/CHUV/UNIL) ont développé une approche qui combine la robotique de rééducation et la stimulation spinale pour rétablir le mouvement chez les personnes souffrant de lésions de la moelle épinière. Cette technologie optimise la rééducation et permet la pratique d’activités telles que le vélo et la marche en plein air.</a:t>
            </a:r>
          </a:p>
          <a:p xmlns:a="http://schemas.openxmlformats.org/drawingml/2006/main">
            <a:endParaRPr/>
          </a:p>
          <a:p xmlns:a="http://schemas.openxmlformats.org/drawingml/2006/main">
            <a:r>
              <a:rPr b="1"/>
              <a:t>18.04.25: Un implant cérébral souple pour une audition à haute résolution - https://</a:t>
            </a:r>
            <a:r>
              <a:rPr b="1"/>
              <a:t>actu.epfl.ch</a:t>
            </a:r>
            <a:r>
              <a:rPr b="1"/>
              <a:t>/news/un-implant-cerebral-souple-pour-une-audition-a-h-7/</a:t>
            </a:r>
          </a:p>
          <a:p xmlns:a="http://schemas.openxmlformats.org/drawingml/2006/main">
            <a:r>
              <a:t>Une équipe de l’EPFL a développé un implant auditif cérébral flexible qui épouse parfaitement la surface incurvée du tronc cérébral. Elle a démontré avec succès, chez le macaque, le potentiel de l’implant à restaurer une “audition prosthétique” à haute résolution.</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big </a:t>
            </a:r>
            <a:r>
              <a:t>thank</a:t>
            </a:r>
            <a:r>
              <a:t> </a:t>
            </a:r>
            <a:r>
              <a:t>you</a:t>
            </a:r>
            <a:r>
              <a:t> to </a:t>
            </a:r>
            <a:r>
              <a:t>Azi</a:t>
            </a:r>
            <a:r>
              <a:t> and Salma for </a:t>
            </a:r>
            <a:r>
              <a:t>leading</a:t>
            </a:r>
            <a:r>
              <a:t> the </a:t>
            </a:r>
            <a:r>
              <a:t>Chapter</a:t>
            </a:r>
            <a:r>
              <a:t> </a:t>
            </a:r>
            <a:r>
              <a:t>since</a:t>
            </a:r>
            <a:r>
              <a:t> 2018!</a:t>
            </a:r>
          </a:p>
          <a:p xmlns:a="http://schemas.openxmlformats.org/drawingml/2006/main">
            <a:r>
              <a:t>Currently</a:t>
            </a:r>
            <a:r>
              <a:t> </a:t>
            </a:r>
            <a:r>
              <a:t>recruiting</a:t>
            </a:r>
            <a:r>
              <a:t> a new team to continue </a:t>
            </a:r>
            <a:r>
              <a:t>managing</a:t>
            </a:r>
            <a:r>
              <a:t> the </a:t>
            </a:r>
            <a:r>
              <a:t>community</a:t>
            </a:r>
            <a:r>
              <a:t> </a:t>
            </a:r>
            <a:r>
              <a:t>locally</a:t>
            </a:r>
            <a:r>
              <a:t>. </a:t>
            </a:r>
          </a:p>
          <a:p xmlns:a="http://schemas.openxmlformats.org/drawingml/2006/main">
            <a:r>
              <a:t>If </a:t>
            </a:r>
            <a:r>
              <a:t>you</a:t>
            </a:r>
            <a:r>
              <a:t> are </a:t>
            </a:r>
            <a:r>
              <a:t>interested</a:t>
            </a:r>
            <a:r>
              <a:t> </a:t>
            </a:r>
            <a:r>
              <a:t>please</a:t>
            </a:r>
            <a:r>
              <a:t> contact: </a:t>
            </a:r>
            <a:r>
              <a:t>alumni@epfl.ch</a:t>
            </a:r>
            <a:endParaRPr/>
          </a:p>
          <a:p xmlns:a="http://schemas.openxmlformats.org/drawingml/2006/main">
            <a:endParaRPr/>
          </a:p>
          <a:p xmlns:a="http://schemas.openxmlformats.org/drawingml/2006/main">
            <a:r>
              <a:t>Thank</a:t>
            </a:r>
            <a:r>
              <a:t> </a:t>
            </a:r>
            <a:r>
              <a:t>you</a:t>
            </a:r>
            <a:r>
              <a:t>!</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big </a:t>
            </a:r>
            <a:r>
              <a:t>thank</a:t>
            </a:r>
            <a:r>
              <a:t> </a:t>
            </a:r>
            <a:r>
              <a:t>you</a:t>
            </a:r>
            <a:r>
              <a:t> to </a:t>
            </a:r>
            <a:r>
              <a:t>Azi</a:t>
            </a:r>
            <a:r>
              <a:t> and Salma for </a:t>
            </a:r>
            <a:r>
              <a:t>leading</a:t>
            </a:r>
            <a:r>
              <a:t> the </a:t>
            </a:r>
            <a:r>
              <a:t>Chapter</a:t>
            </a:r>
            <a:r>
              <a:t> </a:t>
            </a:r>
            <a:r>
              <a:t>since</a:t>
            </a:r>
            <a:r>
              <a:t> 2018!</a:t>
            </a:r>
          </a:p>
          <a:p xmlns:a="http://schemas.openxmlformats.org/drawingml/2006/main">
            <a:r>
              <a:t>Currently</a:t>
            </a:r>
            <a:r>
              <a:t> </a:t>
            </a:r>
            <a:r>
              <a:t>recruiting</a:t>
            </a:r>
            <a:r>
              <a:t> a new team to continue </a:t>
            </a:r>
            <a:r>
              <a:t>managing</a:t>
            </a:r>
            <a:r>
              <a:t> the </a:t>
            </a:r>
            <a:r>
              <a:t>community</a:t>
            </a:r>
            <a:r>
              <a:t> </a:t>
            </a:r>
            <a:r>
              <a:t>locally</a:t>
            </a:r>
            <a:r>
              <a:t>. </a:t>
            </a:r>
          </a:p>
          <a:p xmlns:a="http://schemas.openxmlformats.org/drawingml/2006/main">
            <a:r>
              <a:t>If </a:t>
            </a:r>
            <a:r>
              <a:t>you</a:t>
            </a:r>
            <a:r>
              <a:t> are </a:t>
            </a:r>
            <a:r>
              <a:t>interested</a:t>
            </a:r>
            <a:r>
              <a:t> </a:t>
            </a:r>
            <a:r>
              <a:t>please</a:t>
            </a:r>
            <a:r>
              <a:t> contact: </a:t>
            </a:r>
            <a:r>
              <a:t>alumni@epfl.ch</a:t>
            </a:r>
            <a:endParaRPr/>
          </a:p>
          <a:p xmlns:a="http://schemas.openxmlformats.org/drawingml/2006/main">
            <a:endParaRPr/>
          </a:p>
          <a:p xmlns:a="http://schemas.openxmlformats.org/drawingml/2006/main">
            <a:r>
              <a:t>Thank</a:t>
            </a:r>
            <a:r>
              <a:t> </a:t>
            </a:r>
            <a:r>
              <a:t>you</a:t>
            </a:r>
            <a:r>
              <a:t>!</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big </a:t>
            </a:r>
            <a:r>
              <a:t>thank</a:t>
            </a:r>
            <a:r>
              <a:t> </a:t>
            </a:r>
            <a:r>
              <a:t>you</a:t>
            </a:r>
            <a:r>
              <a:t> to </a:t>
            </a:r>
            <a:r>
              <a:t>Azi</a:t>
            </a:r>
            <a:r>
              <a:t> and Salma for </a:t>
            </a:r>
            <a:r>
              <a:t>leading</a:t>
            </a:r>
            <a:r>
              <a:t> the </a:t>
            </a:r>
            <a:r>
              <a:t>Chapter</a:t>
            </a:r>
            <a:r>
              <a:t> </a:t>
            </a:r>
            <a:r>
              <a:t>since</a:t>
            </a:r>
            <a:r>
              <a:t> 2018!</a:t>
            </a:r>
          </a:p>
          <a:p xmlns:a="http://schemas.openxmlformats.org/drawingml/2006/main">
            <a:r>
              <a:t>Currently</a:t>
            </a:r>
            <a:r>
              <a:t> </a:t>
            </a:r>
            <a:r>
              <a:t>recruiting</a:t>
            </a:r>
            <a:r>
              <a:t> a new team to continue </a:t>
            </a:r>
            <a:r>
              <a:t>managing</a:t>
            </a:r>
            <a:r>
              <a:t> the </a:t>
            </a:r>
            <a:r>
              <a:t>community</a:t>
            </a:r>
            <a:r>
              <a:t> </a:t>
            </a:r>
            <a:r>
              <a:t>locally</a:t>
            </a:r>
            <a:r>
              <a:t>. </a:t>
            </a:r>
          </a:p>
          <a:p xmlns:a="http://schemas.openxmlformats.org/drawingml/2006/main">
            <a:r>
              <a:t>If </a:t>
            </a:r>
            <a:r>
              <a:t>you</a:t>
            </a:r>
            <a:r>
              <a:t> are </a:t>
            </a:r>
            <a:r>
              <a:t>interested</a:t>
            </a:r>
            <a:r>
              <a:t> </a:t>
            </a:r>
            <a:r>
              <a:t>please</a:t>
            </a:r>
            <a:r>
              <a:t> contact: </a:t>
            </a:r>
            <a:r>
              <a:t>alumni@epfl.ch</a:t>
            </a:r>
            <a:endParaRPr/>
          </a:p>
          <a:p xmlns:a="http://schemas.openxmlformats.org/drawingml/2006/main">
            <a:endParaRPr/>
          </a:p>
          <a:p xmlns:a="http://schemas.openxmlformats.org/drawingml/2006/main">
            <a:r>
              <a:t>Thank</a:t>
            </a:r>
            <a:r>
              <a:t> </a:t>
            </a:r>
            <a:r>
              <a:t>you</a:t>
            </a:r>
            <a:r>
              <a:t>!</a:t>
            </a:r>
          </a:p>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e77b95e16d410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52bde5419734ad2" /><Relationship Type="http://schemas.openxmlformats.org/officeDocument/2006/relationships/image" Target="/ppt/media/image2.png" Id="R1cb08b5bc4f2496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ca8361b59eb4f07" /><Relationship Type="http://schemas.openxmlformats.org/officeDocument/2006/relationships/image" Target="/ppt/media/image2.png" Id="R6a341e95f8e34b3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0bf4f15be1b4847" /><Relationship Type="http://schemas.openxmlformats.org/officeDocument/2006/relationships/image" Target="/ppt/media/image2.png" Id="R8ca58b6c83ec406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796ad2f17d54835" /><Relationship Type="http://schemas.openxmlformats.org/officeDocument/2006/relationships/image" Target="/ppt/media/image2.png" Id="R0eb2bdda2721445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c0e5224fda04d51" /><Relationship Type="http://schemas.openxmlformats.org/officeDocument/2006/relationships/image" Target="/ppt/media/image2.png" Id="R2356bdf1e81d498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67a904ff0634ae9" /><Relationship Type="http://schemas.openxmlformats.org/officeDocument/2006/relationships/image" Target="/ppt/media/image2.png" Id="Rabfed81397f141c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9e0d340a0a946b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8b3cf0d942c40a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abbbbdec965f4dd9"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396d8f14f414809"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16d059b330f9497b"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93590a9cf9b647ff"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65ad21ca755d44a8"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0653705305be4ff1"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b5e47f029c834f2b"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a4b830017c1e405d"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376cfa6dff534234"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7f7af528c8da4089"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3af8288d74a047e2"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b11d140a83a24661"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da9efdd017264164"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fd2f0ea6313e4d05"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1.xml" Id="R574195041c8548f2"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1.xml" Id="R23798edcafd24481"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1.xml" Id="R6105cb1b84ad4c9a"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1.xml" Id="R37fe055263cf4c0e"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1.xml" Id="R7e98a3a78f9e43eb" /></Relationships>
</file>

<file path=ppt/slideLayouts/_rels/slideLayout29.xml.rels>&#65279;<?xml version="1.0" encoding="utf-8"?><Relationships xmlns="http://schemas.openxmlformats.org/package/2006/relationships"><Relationship Type="http://schemas.openxmlformats.org/officeDocument/2006/relationships/slideMaster" Target="/ppt/slideMasters/slideMaster1.xml" Id="R82b3191da2b64e0b" /></Relationships>
</file>

<file path=ppt/slideLayouts/_rels/slideLayout30.xml.rels>&#65279;<?xml version="1.0" encoding="utf-8"?><Relationships xmlns="http://schemas.openxmlformats.org/package/2006/relationships"><Relationship Type="http://schemas.openxmlformats.org/officeDocument/2006/relationships/slideMaster" Target="/ppt/slideMasters/slideMaster1.xml" Id="R4170f0c4c19248e9" /></Relationships>
</file>

<file path=ppt/slideLayouts/_rels/slideLayout31.xml.rels>&#65279;<?xml version="1.0" encoding="utf-8"?><Relationships xmlns="http://schemas.openxmlformats.org/package/2006/relationships"><Relationship Type="http://schemas.openxmlformats.org/officeDocument/2006/relationships/slideMaster" Target="/ppt/slideMasters/slideMaster1.xml" Id="R361ca356869b4725" /></Relationships>
</file>

<file path=ppt/slideLayouts/_rels/slideLayout32.xml.rels>&#65279;<?xml version="1.0" encoding="utf-8"?><Relationships xmlns="http://schemas.openxmlformats.org/package/2006/relationships"><Relationship Type="http://schemas.openxmlformats.org/officeDocument/2006/relationships/slideMaster" Target="/ppt/slideMasters/slideMaster1.xml" Id="Ra063fdad50364f11" /></Relationships>
</file>

<file path=ppt/slideLayouts/_rels/slideLayout33.xml.rels>&#65279;<?xml version="1.0" encoding="utf-8"?><Relationships xmlns="http://schemas.openxmlformats.org/package/2006/relationships"><Relationship Type="http://schemas.openxmlformats.org/officeDocument/2006/relationships/slideMaster" Target="/ppt/slideMasters/slideMaster1.xml" Id="R6b78edbcc34a4fac" /></Relationships>
</file>

<file path=ppt/slideLayouts/_rels/slideLayout34.xml.rels>&#65279;<?xml version="1.0" encoding="utf-8"?><Relationships xmlns="http://schemas.openxmlformats.org/package/2006/relationships"><Relationship Type="http://schemas.openxmlformats.org/officeDocument/2006/relationships/slideMaster" Target="/ppt/slideMasters/slideMaster1.xml" Id="Re606987e700c455d" /></Relationships>
</file>

<file path=ppt/slideLayouts/_rels/slideLayout35.xml.rels>&#65279;<?xml version="1.0" encoding="utf-8"?><Relationships xmlns="http://schemas.openxmlformats.org/package/2006/relationships"><Relationship Type="http://schemas.openxmlformats.org/officeDocument/2006/relationships/slideMaster" Target="/ppt/slideMasters/slideMaster1.xml" Id="R24d00258d1104436" /></Relationships>
</file>

<file path=ppt/slideLayouts/_rels/slideLayout36.xml.rels>&#65279;<?xml version="1.0" encoding="utf-8"?><Relationships xmlns="http://schemas.openxmlformats.org/package/2006/relationships"><Relationship Type="http://schemas.openxmlformats.org/officeDocument/2006/relationships/slideMaster" Target="/ppt/slideMasters/slideMaster1.xml" Id="R38aa645238164a9e" /></Relationships>
</file>

<file path=ppt/slideLayouts/_rels/slideLayout37.xml.rels>&#65279;<?xml version="1.0" encoding="utf-8"?><Relationships xmlns="http://schemas.openxmlformats.org/package/2006/relationships"><Relationship Type="http://schemas.openxmlformats.org/officeDocument/2006/relationships/slideMaster" Target="/ppt/slideMasters/slideMaster1.xml" Id="Reeb9cd99eea049ff" /></Relationships>
</file>

<file path=ppt/slideLayouts/_rels/slideLayout38.xml.rels>&#65279;<?xml version="1.0" encoding="utf-8"?><Relationships xmlns="http://schemas.openxmlformats.org/package/2006/relationships"><Relationship Type="http://schemas.openxmlformats.org/officeDocument/2006/relationships/slideMaster" Target="/ppt/slideMasters/slideMaster1.xml" Id="R3cc27a29ea99497a" /></Relationships>
</file>

<file path=ppt/slideLayouts/_rels/slideLayout39.xml.rels>&#65279;<?xml version="1.0" encoding="utf-8"?><Relationships xmlns="http://schemas.openxmlformats.org/package/2006/relationships"><Relationship Type="http://schemas.openxmlformats.org/officeDocument/2006/relationships/slideMaster" Target="/ppt/slideMasters/slideMaster1.xml" Id="Ra387c743aa654fbc" /></Relationships>
</file>

<file path=ppt/slideLayouts/_rels/slideLayout40.xml.rels>&#65279;<?xml version="1.0" encoding="utf-8"?><Relationships xmlns="http://schemas.openxmlformats.org/package/2006/relationships"><Relationship Type="http://schemas.openxmlformats.org/officeDocument/2006/relationships/slideMaster" Target="/ppt/slideMasters/slideMaster1.xml" Id="Rd4a687688ea4454d" /></Relationships>
</file>

<file path=ppt/slideLayouts/_rels/slideLayout41.xml.rels>&#65279;<?xml version="1.0" encoding="utf-8"?><Relationships xmlns="http://schemas.openxmlformats.org/package/2006/relationships"><Relationship Type="http://schemas.openxmlformats.org/officeDocument/2006/relationships/slideMaster" Target="/ppt/slideMasters/slideMaster1.xml" Id="R53d892b8d28a4682" /><Relationship Type="http://schemas.openxmlformats.org/officeDocument/2006/relationships/image" Target="/ppt/media/image3.png" Id="Rfadd006bdffe4487" /><Relationship Type="http://schemas.openxmlformats.org/officeDocument/2006/relationships/image" Target="/ppt/media/image4.png" Id="R8092f83d3fd14ea9" /><Relationship Type="http://schemas.openxmlformats.org/officeDocument/2006/relationships/image" Target="/ppt/media/image5.png" Id="Rf128326135fc44b4" /><Relationship Type="http://schemas.openxmlformats.org/officeDocument/2006/relationships/image" Target="/ppt/media/image6.png" Id="Rdf4dccd103264f53" /></Relationships>
</file>

<file path=ppt/slideLayouts/slideLayout1.xml><?xml version="1.0" encoding="utf-8"?>
<p:sldLayout xmlns:p="http://schemas.openxmlformats.org/presentationml/2006/main" showMasterSp="0" preserve="1" userDrawn="1">
  <p:cSld name="Diapositive de titre">
    <p:bg>
      <p:bgPr>
        <a:solidFill xmlns:a="http://schemas.openxmlformats.org/drawingml/2006/main">
          <a:schemeClr val="tx2"/>
        </a:solidFill>
      </p:bgPr>
    </p:bg>
    <p:spTree>
      <p:nvGrpSpPr>
        <p:cNvPr id="1" name=""/>
        <p:cNvGrpSpPr/>
        <p:nvPr/>
      </p:nvGrpSpPr>
      <p:grpSpPr>
        <a:xfrm xmlns:a="http://schemas.openxmlformats.org/drawingml/2006/main"/>
      </p:grpSpPr>
      <p:sp>
        <p:nvSpPr>
          <p:cNvPr id="41" name="Espace réservé pour une image  40">
            <a:extLst xmlns:a="http://schemas.openxmlformats.org/drawingml/2006/main">
              <a:ext uri="{FF2B5EF4-FFF2-40B4-BE49-F238E27FC236}">
                <a16:creationId xmlns:a16="http://schemas.microsoft.com/office/drawing/2014/main" id="{92070D8D-CA3B-F9F3-4459-889D0035ACAF}"/>
              </a:ext>
            </a:extLst>
          </p:cNvPr>
          <p:cNvSpPr>
            <a:spLocks xmlns:a="http://schemas.openxmlformats.org/drawingml/2006/main" noGrp="1"/>
          </p:cNvSpPr>
          <p:nvPr>
            <p:ph type="pic" idx="10"/>
          </p:nvPr>
        </p:nvSpPr>
        <p:spPr>
          <a:xfrm xmlns:a="http://schemas.openxmlformats.org/drawingml/2006/main">
            <a:off x="2" y="0"/>
            <a:ext cx="12191998" cy="6858000"/>
          </a:xfrm>
          <a:custGeom xmlns:a="http://schemas.openxmlformats.org/drawingml/2006/main">
            <a:gdLst>
              <a:gd name="connsiteX0" fmla="*/ 1047876 w 12191998"/>
              <a:gd name="connsiteY0" fmla="*/ 414079 h 6858000"/>
              <a:gd name="connsiteX1" fmla="*/ 1124412 w 12191998"/>
              <a:gd name="connsiteY1" fmla="*/ 414079 h 6858000"/>
              <a:gd name="connsiteX2" fmla="*/ 1157024 w 12191998"/>
              <a:gd name="connsiteY2" fmla="*/ 415945 h 6858000"/>
              <a:gd name="connsiteX3" fmla="*/ 1184611 w 12191998"/>
              <a:gd name="connsiteY3" fmla="*/ 423190 h 6858000"/>
              <a:gd name="connsiteX4" fmla="*/ 1203730 w 12191998"/>
              <a:gd name="connsiteY4" fmla="*/ 438343 h 6858000"/>
              <a:gd name="connsiteX5" fmla="*/ 1210935 w 12191998"/>
              <a:gd name="connsiteY5" fmla="*/ 463999 h 6858000"/>
              <a:gd name="connsiteX6" fmla="*/ 1203730 w 12191998"/>
              <a:gd name="connsiteY6" fmla="*/ 489655 h 6858000"/>
              <a:gd name="connsiteX7" fmla="*/ 1184611 w 12191998"/>
              <a:gd name="connsiteY7" fmla="*/ 504809 h 6858000"/>
              <a:gd name="connsiteX8" fmla="*/ 1157024 w 12191998"/>
              <a:gd name="connsiteY8" fmla="*/ 512053 h 6858000"/>
              <a:gd name="connsiteX9" fmla="*/ 1124412 w 12191998"/>
              <a:gd name="connsiteY9" fmla="*/ 513919 h 6858000"/>
              <a:gd name="connsiteX10" fmla="*/ 1047876 w 12191998"/>
              <a:gd name="connsiteY10" fmla="*/ 513919 h 6858000"/>
              <a:gd name="connsiteX11" fmla="*/ 1761701 w 12191998"/>
              <a:gd name="connsiteY11" fmla="*/ 331195 h 6858000"/>
              <a:gd name="connsiteX12" fmla="*/ 1761701 w 12191998"/>
              <a:gd name="connsiteY12" fmla="*/ 779561 h 6858000"/>
              <a:gd name="connsiteX13" fmla="*/ 2085670 w 12191998"/>
              <a:gd name="connsiteY13" fmla="*/ 779561 h 6858000"/>
              <a:gd name="connsiteX14" fmla="*/ 2085670 w 12191998"/>
              <a:gd name="connsiteY14" fmla="*/ 696645 h 6858000"/>
              <a:gd name="connsiteX15" fmla="*/ 1858272 w 12191998"/>
              <a:gd name="connsiteY15" fmla="*/ 696645 h 6858000"/>
              <a:gd name="connsiteX16" fmla="*/ 1858272 w 12191998"/>
              <a:gd name="connsiteY16" fmla="*/ 331195 h 6858000"/>
              <a:gd name="connsiteX17" fmla="*/ 1367737 w 12191998"/>
              <a:gd name="connsiteY17" fmla="*/ 331195 h 6858000"/>
              <a:gd name="connsiteX18" fmla="*/ 1367737 w 12191998"/>
              <a:gd name="connsiteY18" fmla="*/ 513920 h 6858000"/>
              <a:gd name="connsiteX19" fmla="*/ 1464340 w 12191998"/>
              <a:gd name="connsiteY19" fmla="*/ 513920 h 6858000"/>
              <a:gd name="connsiteX20" fmla="*/ 1464340 w 12191998"/>
              <a:gd name="connsiteY20" fmla="*/ 596804 h 6858000"/>
              <a:gd name="connsiteX21" fmla="*/ 1367737 w 12191998"/>
              <a:gd name="connsiteY21" fmla="*/ 596804 h 6858000"/>
              <a:gd name="connsiteX22" fmla="*/ 1367737 w 12191998"/>
              <a:gd name="connsiteY22" fmla="*/ 779529 h 6858000"/>
              <a:gd name="connsiteX23" fmla="*/ 1464340 w 12191998"/>
              <a:gd name="connsiteY23" fmla="*/ 779529 h 6858000"/>
              <a:gd name="connsiteX24" fmla="*/ 1464340 w 12191998"/>
              <a:gd name="connsiteY24" fmla="*/ 596804 h 6858000"/>
              <a:gd name="connsiteX25" fmla="*/ 1672304 w 12191998"/>
              <a:gd name="connsiteY25" fmla="*/ 596804 h 6858000"/>
              <a:gd name="connsiteX26" fmla="*/ 1672304 w 12191998"/>
              <a:gd name="connsiteY26" fmla="*/ 513920 h 6858000"/>
              <a:gd name="connsiteX27" fmla="*/ 1464340 w 12191998"/>
              <a:gd name="connsiteY27" fmla="*/ 513920 h 6858000"/>
              <a:gd name="connsiteX28" fmla="*/ 1464340 w 12191998"/>
              <a:gd name="connsiteY28" fmla="*/ 414079 h 6858000"/>
              <a:gd name="connsiteX29" fmla="*/ 1691738 w 12191998"/>
              <a:gd name="connsiteY29" fmla="*/ 414079 h 6858000"/>
              <a:gd name="connsiteX30" fmla="*/ 1691738 w 12191998"/>
              <a:gd name="connsiteY30" fmla="*/ 331195 h 6858000"/>
              <a:gd name="connsiteX31" fmla="*/ 544446 w 12191998"/>
              <a:gd name="connsiteY31" fmla="*/ 331195 h 6858000"/>
              <a:gd name="connsiteX32" fmla="*/ 544446 w 12191998"/>
              <a:gd name="connsiteY32" fmla="*/ 513920 h 6858000"/>
              <a:gd name="connsiteX33" fmla="*/ 641049 w 12191998"/>
              <a:gd name="connsiteY33" fmla="*/ 513920 h 6858000"/>
              <a:gd name="connsiteX34" fmla="*/ 641049 w 12191998"/>
              <a:gd name="connsiteY34" fmla="*/ 596804 h 6858000"/>
              <a:gd name="connsiteX35" fmla="*/ 544446 w 12191998"/>
              <a:gd name="connsiteY35" fmla="*/ 596804 h 6858000"/>
              <a:gd name="connsiteX36" fmla="*/ 544446 w 12191998"/>
              <a:gd name="connsiteY36" fmla="*/ 779560 h 6858000"/>
              <a:gd name="connsiteX37" fmla="*/ 868447 w 12191998"/>
              <a:gd name="connsiteY37" fmla="*/ 779560 h 6858000"/>
              <a:gd name="connsiteX38" fmla="*/ 868447 w 12191998"/>
              <a:gd name="connsiteY38" fmla="*/ 696645 h 6858000"/>
              <a:gd name="connsiteX39" fmla="*/ 641049 w 12191998"/>
              <a:gd name="connsiteY39" fmla="*/ 696645 h 6858000"/>
              <a:gd name="connsiteX40" fmla="*/ 641049 w 12191998"/>
              <a:gd name="connsiteY40" fmla="*/ 596804 h 6858000"/>
              <a:gd name="connsiteX41" fmla="*/ 849013 w 12191998"/>
              <a:gd name="connsiteY41" fmla="*/ 596804 h 6858000"/>
              <a:gd name="connsiteX42" fmla="*/ 849013 w 12191998"/>
              <a:gd name="connsiteY42" fmla="*/ 513920 h 6858000"/>
              <a:gd name="connsiteX43" fmla="*/ 641049 w 12191998"/>
              <a:gd name="connsiteY43" fmla="*/ 513920 h 6858000"/>
              <a:gd name="connsiteX44" fmla="*/ 641049 w 12191998"/>
              <a:gd name="connsiteY44" fmla="*/ 414079 h 6858000"/>
              <a:gd name="connsiteX45" fmla="*/ 868447 w 12191998"/>
              <a:gd name="connsiteY45" fmla="*/ 414079 h 6858000"/>
              <a:gd name="connsiteX46" fmla="*/ 868447 w 12191998"/>
              <a:gd name="connsiteY46" fmla="*/ 331195 h 6858000"/>
              <a:gd name="connsiteX47" fmla="*/ 951241 w 12191998"/>
              <a:gd name="connsiteY47" fmla="*/ 331163 h 6858000"/>
              <a:gd name="connsiteX48" fmla="*/ 951241 w 12191998"/>
              <a:gd name="connsiteY48" fmla="*/ 779529 h 6858000"/>
              <a:gd name="connsiteX49" fmla="*/ 1047844 w 12191998"/>
              <a:gd name="connsiteY49" fmla="*/ 779529 h 6858000"/>
              <a:gd name="connsiteX50" fmla="*/ 1047844 w 12191998"/>
              <a:gd name="connsiteY50" fmla="*/ 596772 h 6858000"/>
              <a:gd name="connsiteX51" fmla="*/ 1151336 w 12191998"/>
              <a:gd name="connsiteY51" fmla="*/ 596772 h 6858000"/>
              <a:gd name="connsiteX52" fmla="*/ 1222848 w 12191998"/>
              <a:gd name="connsiteY52" fmla="*/ 585478 h 6858000"/>
              <a:gd name="connsiteX53" fmla="*/ 1270850 w 12191998"/>
              <a:gd name="connsiteY53" fmla="*/ 555615 h 6858000"/>
              <a:gd name="connsiteX54" fmla="*/ 1297836 w 12191998"/>
              <a:gd name="connsiteY54" fmla="*/ 513002 h 6858000"/>
              <a:gd name="connsiteX55" fmla="*/ 1306305 w 12191998"/>
              <a:gd name="connsiteY55" fmla="*/ 463999 h 6858000"/>
              <a:gd name="connsiteX56" fmla="*/ 1297836 w 12191998"/>
              <a:gd name="connsiteY56" fmla="*/ 414712 h 6858000"/>
              <a:gd name="connsiteX57" fmla="*/ 1270850 w 12191998"/>
              <a:gd name="connsiteY57" fmla="*/ 372384 h 6858000"/>
              <a:gd name="connsiteX58" fmla="*/ 1270850 w 12191998"/>
              <a:gd name="connsiteY58" fmla="*/ 372352 h 6858000"/>
              <a:gd name="connsiteX59" fmla="*/ 1222848 w 12191998"/>
              <a:gd name="connsiteY59" fmla="*/ 342488 h 6858000"/>
              <a:gd name="connsiteX60" fmla="*/ 1151336 w 12191998"/>
              <a:gd name="connsiteY60" fmla="*/ 331163 h 6858000"/>
              <a:gd name="connsiteX61" fmla="*/ 0 w 12191998"/>
              <a:gd name="connsiteY61" fmla="*/ 0 h 6858000"/>
              <a:gd name="connsiteX62" fmla="*/ 12191998 w 12191998"/>
              <a:gd name="connsiteY62" fmla="*/ 0 h 6858000"/>
              <a:gd name="connsiteX63" fmla="*/ 12191998 w 12191998"/>
              <a:gd name="connsiteY63" fmla="*/ 6858000 h 6858000"/>
              <a:gd name="connsiteX64" fmla="*/ 0 w 12191998"/>
              <a:gd name="connsiteY64" fmla="*/ 6858000 h 6858000"/>
            </a:gdLst>
            <a:rect l="l" t="t" r="r" b="b"/>
            <a:pathLst>
              <a:path w="12191998" h="6858000">
                <a:moveTo>
                  <a:pt x="1047876" y="414079"/>
                </a:moveTo>
                <a:lnTo>
                  <a:pt x="1124412" y="414079"/>
                </a:lnTo>
                <a:cubicBezTo>
                  <a:pt x="1135694" y="414079"/>
                  <a:pt x="1146564" y="414712"/>
                  <a:pt x="1157024" y="415945"/>
                </a:cubicBezTo>
                <a:cubicBezTo>
                  <a:pt x="1167484" y="417179"/>
                  <a:pt x="1176680" y="419615"/>
                  <a:pt x="1184611" y="423190"/>
                </a:cubicBezTo>
                <a:cubicBezTo>
                  <a:pt x="1192543" y="426765"/>
                  <a:pt x="1198927" y="431826"/>
                  <a:pt x="1203730" y="438343"/>
                </a:cubicBezTo>
                <a:cubicBezTo>
                  <a:pt x="1208533" y="444860"/>
                  <a:pt x="1210935" y="453433"/>
                  <a:pt x="1210935" y="463999"/>
                </a:cubicBezTo>
                <a:cubicBezTo>
                  <a:pt x="1210935" y="474565"/>
                  <a:pt x="1208533" y="483138"/>
                  <a:pt x="1203730" y="489655"/>
                </a:cubicBezTo>
                <a:cubicBezTo>
                  <a:pt x="1198927" y="496172"/>
                  <a:pt x="1192543" y="501234"/>
                  <a:pt x="1184611" y="504809"/>
                </a:cubicBezTo>
                <a:cubicBezTo>
                  <a:pt x="1176648" y="508383"/>
                  <a:pt x="1167452" y="510788"/>
                  <a:pt x="1157024" y="512053"/>
                </a:cubicBezTo>
                <a:cubicBezTo>
                  <a:pt x="1146564" y="513287"/>
                  <a:pt x="1135694" y="513919"/>
                  <a:pt x="1124412" y="513919"/>
                </a:cubicBezTo>
                <a:lnTo>
                  <a:pt x="1047876" y="513919"/>
                </a:lnTo>
                <a:close/>
                <a:moveTo>
                  <a:pt x="1761701" y="331195"/>
                </a:moveTo>
                <a:lnTo>
                  <a:pt x="1761701" y="779561"/>
                </a:lnTo>
                <a:lnTo>
                  <a:pt x="2085670" y="779561"/>
                </a:lnTo>
                <a:lnTo>
                  <a:pt x="2085670" y="696645"/>
                </a:lnTo>
                <a:lnTo>
                  <a:pt x="1858272" y="696645"/>
                </a:lnTo>
                <a:lnTo>
                  <a:pt x="1858272" y="331195"/>
                </a:lnTo>
                <a:close/>
                <a:moveTo>
                  <a:pt x="1367737" y="331195"/>
                </a:moveTo>
                <a:lnTo>
                  <a:pt x="1367737" y="513920"/>
                </a:lnTo>
                <a:lnTo>
                  <a:pt x="1464340" y="513920"/>
                </a:lnTo>
                <a:lnTo>
                  <a:pt x="1464340" y="596804"/>
                </a:lnTo>
                <a:lnTo>
                  <a:pt x="1367737" y="596804"/>
                </a:lnTo>
                <a:lnTo>
                  <a:pt x="1367737" y="779529"/>
                </a:lnTo>
                <a:lnTo>
                  <a:pt x="1464340" y="779529"/>
                </a:lnTo>
                <a:lnTo>
                  <a:pt x="1464340" y="596804"/>
                </a:lnTo>
                <a:lnTo>
                  <a:pt x="1672304" y="596804"/>
                </a:lnTo>
                <a:lnTo>
                  <a:pt x="1672304" y="513920"/>
                </a:lnTo>
                <a:lnTo>
                  <a:pt x="1464340" y="513920"/>
                </a:lnTo>
                <a:lnTo>
                  <a:pt x="1464340" y="414079"/>
                </a:lnTo>
                <a:lnTo>
                  <a:pt x="1691738" y="414079"/>
                </a:lnTo>
                <a:lnTo>
                  <a:pt x="1691738" y="331195"/>
                </a:lnTo>
                <a:close/>
                <a:moveTo>
                  <a:pt x="544446" y="331195"/>
                </a:moveTo>
                <a:lnTo>
                  <a:pt x="544446" y="513920"/>
                </a:lnTo>
                <a:lnTo>
                  <a:pt x="641049" y="513920"/>
                </a:lnTo>
                <a:lnTo>
                  <a:pt x="641049" y="596804"/>
                </a:lnTo>
                <a:lnTo>
                  <a:pt x="544446" y="596804"/>
                </a:lnTo>
                <a:lnTo>
                  <a:pt x="544446" y="779560"/>
                </a:lnTo>
                <a:lnTo>
                  <a:pt x="868447" y="779560"/>
                </a:lnTo>
                <a:lnTo>
                  <a:pt x="868447" y="696645"/>
                </a:lnTo>
                <a:lnTo>
                  <a:pt x="641049" y="696645"/>
                </a:lnTo>
                <a:lnTo>
                  <a:pt x="641049" y="596804"/>
                </a:lnTo>
                <a:lnTo>
                  <a:pt x="849013" y="596804"/>
                </a:lnTo>
                <a:lnTo>
                  <a:pt x="849013" y="513920"/>
                </a:lnTo>
                <a:lnTo>
                  <a:pt x="641049" y="513920"/>
                </a:lnTo>
                <a:lnTo>
                  <a:pt x="641049" y="414079"/>
                </a:lnTo>
                <a:lnTo>
                  <a:pt x="868447" y="414079"/>
                </a:lnTo>
                <a:lnTo>
                  <a:pt x="868447" y="331195"/>
                </a:lnTo>
                <a:close/>
                <a:moveTo>
                  <a:pt x="951241" y="331163"/>
                </a:moveTo>
                <a:lnTo>
                  <a:pt x="951241" y="779529"/>
                </a:lnTo>
                <a:lnTo>
                  <a:pt x="1047844" y="779529"/>
                </a:lnTo>
                <a:lnTo>
                  <a:pt x="1047844" y="596772"/>
                </a:lnTo>
                <a:lnTo>
                  <a:pt x="1151336" y="596772"/>
                </a:lnTo>
                <a:cubicBezTo>
                  <a:pt x="1179334" y="596772"/>
                  <a:pt x="1203193" y="593007"/>
                  <a:pt x="1222848" y="585478"/>
                </a:cubicBezTo>
                <a:cubicBezTo>
                  <a:pt x="1242504" y="577949"/>
                  <a:pt x="1258494" y="567984"/>
                  <a:pt x="1270850" y="555615"/>
                </a:cubicBezTo>
                <a:cubicBezTo>
                  <a:pt x="1283174" y="543245"/>
                  <a:pt x="1292180" y="529041"/>
                  <a:pt x="1297836" y="513002"/>
                </a:cubicBezTo>
                <a:cubicBezTo>
                  <a:pt x="1303493" y="496963"/>
                  <a:pt x="1306305" y="480639"/>
                  <a:pt x="1306305" y="463999"/>
                </a:cubicBezTo>
                <a:cubicBezTo>
                  <a:pt x="1306305" y="447359"/>
                  <a:pt x="1303493" y="430561"/>
                  <a:pt x="1297836" y="414712"/>
                </a:cubicBezTo>
                <a:cubicBezTo>
                  <a:pt x="1292180" y="398862"/>
                  <a:pt x="1283205" y="384753"/>
                  <a:pt x="1270850" y="372384"/>
                </a:cubicBezTo>
                <a:lnTo>
                  <a:pt x="1270850" y="372352"/>
                </a:lnTo>
                <a:cubicBezTo>
                  <a:pt x="1258494" y="359983"/>
                  <a:pt x="1242504" y="350018"/>
                  <a:pt x="1222848" y="342488"/>
                </a:cubicBezTo>
                <a:cubicBezTo>
                  <a:pt x="1203193" y="334959"/>
                  <a:pt x="1179334" y="331163"/>
                  <a:pt x="1151336" y="331163"/>
                </a:cubicBezTo>
                <a:close/>
                <a:moveTo>
                  <a:pt x="0" y="0"/>
                </a:moveTo>
                <a:lnTo>
                  <a:pt x="12191998" y="0"/>
                </a:lnTo>
                <a:lnTo>
                  <a:pt x="12191998" y="6858000"/>
                </a:lnTo>
                <a:lnTo>
                  <a:pt x="0" y="6858000"/>
                </a:lnTo>
                <a:close/>
              </a:path>
            </a:pathLst>
          </a:custGeom>
        </p:spPr>
        <p:txBody>
          <a:bodyPr xmlns:a="http://schemas.openxmlformats.org/drawingml/2006/main" wrap="square">
            <a:noAutofit/>
          </a:bodyPr>
          <a:lstStyle xmlns:a="http://schemas.openxmlformats.org/drawingml/2006/main">
            <a:lvl1pPr marL="0" indent="0">
              <a:buNone/>
              <a:defRPr/>
            </a:lvl1pPr>
          </a:lstStyle>
          <a:p xmlns:a="http://schemas.openxmlformats.org/drawingml/2006/main">
            <a:r>
              <a:t>Cliquez sur l'icône pour ajouter une image</a:t>
            </a:r>
            <a:endParaRPr/>
          </a:p>
        </p:txBody>
      </p:sp>
      <p:sp>
        <p:nvSpPr>
          <p:cNvPr id="2" name="Title 1">
            <a:extLst xmlns:a="http://schemas.openxmlformats.org/drawingml/2006/main">
              <a:ext uri="{FF2B5EF4-FFF2-40B4-BE49-F238E27FC236}">
                <a16:creationId xmlns:a16="http://schemas.microsoft.com/office/drawing/2014/main" id="{1E096828-3C39-4B7F-8AB5-2FFC91A8BAA9}"/>
              </a:ext>
            </a:extLst>
          </p:cNvPr>
          <p:cNvSpPr>
            <a:spLocks xmlns:a="http://schemas.openxmlformats.org/drawingml/2006/main" noGrp="1"/>
          </p:cNvSpPr>
          <p:nvPr>
            <p:ph type="ctrTitle" idx="0"/>
          </p:nvPr>
        </p:nvSpPr>
        <p:spPr>
          <a:xfrm xmlns:a="http://schemas.openxmlformats.org/drawingml/2006/main">
            <a:off x="258563" y="2084388"/>
            <a:ext cx="9274175" cy="3476493"/>
          </a:xfrm>
          <a:prstGeom xmlns:a="http://schemas.openxmlformats.org/drawingml/2006/main" prst="rect">
            <a:avLst/>
          </a:prstGeom>
          <a:noFill xmlns:a="http://schemas.openxmlformats.org/drawingml/2006/main"/>
        </p:spPr>
        <p:txBody>
          <a:bodyPr xmlns:a="http://schemas.openxmlformats.org/drawingml/2006/main" lIns="216000" anchor="t">
            <a:normAutofit/>
          </a:bodyPr>
          <a:lstStyle xmlns:a="http://schemas.openxmlformats.org/drawingml/2006/main">
            <a:lvl1pPr algn="l">
              <a:buNone/>
              <a:defRPr sz="8800" b="1" spc="-300">
                <a:solidFill>
                  <a:schemeClr val="bg1"/>
                </a:solidFill>
                <a:effectLst>
                  <a:outerShdw blurRad="50800" dist="38100" dir="2700000" algn="tl" rotWithShape="0">
                    <a:prstClr val="black">
                      <a:alpha val="40000"/>
                    </a:prstClr>
                  </a:outerShdw>
                </a:effectLst>
              </a:defRPr>
            </a:lvl1pPr>
          </a:lstStyle>
          <a:p xmlns:a="http://schemas.openxmlformats.org/drawingml/2006/main">
            <a:r>
              <a:t>Modifiez le style du titre</a:t>
            </a:r>
            <a:endParaRPr/>
          </a:p>
        </p:txBody>
      </p:sp>
      <p:sp>
        <p:nvSpPr>
          <p:cNvPr id="16" name="Espace réservé du texte 4">
            <a:extLst xmlns:a="http://schemas.openxmlformats.org/drawingml/2006/main">
              <a:ext uri="{FF2B5EF4-FFF2-40B4-BE49-F238E27FC236}">
                <a16:creationId xmlns:a16="http://schemas.microsoft.com/office/drawing/2014/main" id="{01960462-6F28-0740-916D-499D3BEDB2BE}"/>
              </a:ext>
            </a:extLst>
          </p:cNvPr>
          <p:cNvSpPr>
            <a:spLocks xmlns:a="http://schemas.openxmlformats.org/drawingml/2006/main" noGrp="1"/>
          </p:cNvSpPr>
          <p:nvPr>
            <p:ph type="body" idx="11" hasCustomPrompt="1"/>
          </p:nvPr>
        </p:nvSpPr>
        <p:spPr>
          <a:xfrm xmlns:a="http://schemas.openxmlformats.org/drawingml/2006/main">
            <a:off x="258562" y="1471092"/>
            <a:ext cx="7002451" cy="613833"/>
          </a:xfrm>
          <a:prstGeom xmlns:a="http://schemas.openxmlformats.org/drawingml/2006/main" prst="rect">
            <a:avLst/>
          </a:prstGeom>
          <a:noFill xmlns:a="http://schemas.openxmlformats.org/drawingml/2006/main"/>
        </p:spPr>
        <p:txBody>
          <a:bodyPr xmlns:a="http://schemas.openxmlformats.org/drawingml/2006/main" lIns="288000" anchor="ctr">
            <a:noAutofit/>
          </a:bodyPr>
          <a:lstStyle xmlns:a="http://schemas.openxmlformats.org/drawingml/2006/main">
            <a:lvl1pPr marL="0" indent="0" algn="l" defTabSz="914377">
              <a:lnSpc>
                <a:spcPct val="90000"/>
              </a:lnSpc>
              <a:spcBef>
                <a:spcPts val="1000"/>
              </a:spcBef>
              <a:buClr>
                <a:schemeClr val="tx2"/>
              </a:buClr>
              <a:buSzPct val="90000"/>
              <a:buFont typeface="Wingdings"/>
              <a:buNone/>
              <a:defRPr sz="1200" b="0" i="0" kern="1200" spc="300">
                <a:solidFill>
                  <a:schemeClr val="bg1"/>
                </a:solidFill>
                <a:latin typeface="Arial"/>
                <a:ea typeface="Arial"/>
                <a:cs typeface="Arial"/>
              </a:defRPr>
            </a:lvl1pPr>
          </a:lstStyle>
          <a:p xmlns:a="http://schemas.openxmlformats.org/drawingml/2006/main">
            <a:pPr lvl="0">
              <a:buNone/>
            </a:pPr>
            <a:r>
              <a:t>CLIQUEZ POUR MODIFIER LES STYLES DU TEXTE DU MASQUE</a:t>
            </a:r>
          </a:p>
        </p:txBody>
      </p:sp>
      <p:sp>
        <p:nvSpPr>
          <p:cNvPr id="43" name="Espace réservé du texte 42">
            <a:extLst xmlns:a="http://schemas.openxmlformats.org/drawingml/2006/main">
              <a:ext uri="{FF2B5EF4-FFF2-40B4-BE49-F238E27FC236}">
                <a16:creationId xmlns:a16="http://schemas.microsoft.com/office/drawing/2014/main" id="{E530C81D-4372-96E0-73AD-09E3F978C21F}"/>
              </a:ext>
            </a:extLst>
          </p:cNvPr>
          <p:cNvSpPr>
            <a:spLocks xmlns:a="http://schemas.openxmlformats.org/drawingml/2006/main" noGrp="1"/>
          </p:cNvSpPr>
          <p:nvPr>
            <p:ph type="body" idx="12"/>
          </p:nvPr>
        </p:nvSpPr>
        <p:spPr>
          <a:xfrm xmlns:a="http://schemas.openxmlformats.org/drawingml/2006/main">
            <a:off x="6167438" y="5479627"/>
            <a:ext cx="2652584" cy="1048173"/>
          </a:xfrm>
          <a:prstGeom xmlns:a="http://schemas.openxmlformats.org/drawingml/2006/main" prst="rect">
            <a:avLst/>
          </a:prstGeom>
          <a:solidFill xmlns:a="http://schemas.openxmlformats.org/drawingml/2006/main">
            <a:schemeClr val="tx2"/>
          </a:solidFill>
          <a:effectLst xmlns:a="http://schemas.openxmlformats.org/drawingml/2006/main">
            <a:outerShdw blurRad="50800" dist="38100" dir="2700000" algn="tl" rotWithShape="0">
              <a:prstClr val="black">
                <a:alpha val="40000"/>
              </a:prstClr>
            </a:outerShdw>
          </a:effectLst>
        </p:spPr>
        <p:txBody>
          <a:bodyPr xmlns:a="http://schemas.openxmlformats.org/drawingml/2006/main" vert="horz" lIns="108000" tIns="108000" rIns="108000" bIns="45720" anchor="t">
            <a:normAutofit/>
          </a:bodyPr>
          <a:lstStyle xmlns:a="http://schemas.openxmlformats.org/drawingml/2006/main">
            <a:lvl1pPr>
              <a:buNone/>
              <a:defRPr sz="1400" b="1" i="0" kern="1200">
                <a:solidFill>
                  <a:schemeClr val="bg1"/>
                </a:solidFill>
                <a:latin typeface="Arial"/>
                <a:ea typeface="Arial"/>
                <a:cs typeface="Arial"/>
              </a:defRPr>
            </a:lvl1pPr>
          </a:lstStyle>
          <a:p xmlns:a="http://schemas.openxmlformats.org/drawingml/2006/main">
            <a:pPr marL="0" lvl="0" indent="0" algn="r">
              <a:buClr>
                <a:schemeClr val="accent1"/>
              </a:buClr>
              <a:buNone/>
            </a:pPr>
            <a:r>
              <a:t>Cliquez pour modifier les styles du texte du masque</a:t>
            </a:r>
          </a:p>
        </p:txBody>
      </p:sp>
      <p:sp>
        <p:nvSpPr>
          <p:cNvPr id="44" name="Espace réservé du texte 42">
            <a:extLst xmlns:a="http://schemas.openxmlformats.org/drawingml/2006/main">
              <a:ext uri="{FF2B5EF4-FFF2-40B4-BE49-F238E27FC236}">
                <a16:creationId xmlns:a16="http://schemas.microsoft.com/office/drawing/2014/main" id="{F2962BF5-AECB-05D4-B7BD-D343940A8FB9}"/>
              </a:ext>
            </a:extLst>
          </p:cNvPr>
          <p:cNvSpPr>
            <a:spLocks xmlns:a="http://schemas.openxmlformats.org/drawingml/2006/main" noGrp="1"/>
          </p:cNvSpPr>
          <p:nvPr>
            <p:ph type="body" idx="13"/>
          </p:nvPr>
        </p:nvSpPr>
        <p:spPr>
          <a:xfrm xmlns:a="http://schemas.openxmlformats.org/drawingml/2006/main">
            <a:off x="8975725" y="5479627"/>
            <a:ext cx="2652584" cy="1048173"/>
          </a:xfrm>
          <a:prstGeom xmlns:a="http://schemas.openxmlformats.org/drawingml/2006/main" prst="rect">
            <a:avLst/>
          </a:prstGeom>
          <a:solidFill xmlns:a="http://schemas.openxmlformats.org/drawingml/2006/main">
            <a:schemeClr val="tx2"/>
          </a:solidFill>
          <a:effectLst xmlns:a="http://schemas.openxmlformats.org/drawingml/2006/main">
            <a:outerShdw blurRad="50800" dist="38100" dir="2700000" algn="tl" rotWithShape="0">
              <a:prstClr val="black">
                <a:alpha val="40000"/>
              </a:prstClr>
            </a:outerShdw>
          </a:effectLst>
        </p:spPr>
        <p:txBody>
          <a:bodyPr xmlns:a="http://schemas.openxmlformats.org/drawingml/2006/main" vert="horz" lIns="108000" tIns="108000" rIns="108000" bIns="45720" anchor="t">
            <a:normAutofit/>
          </a:bodyPr>
          <a:lstStyle xmlns:a="http://schemas.openxmlformats.org/drawingml/2006/main">
            <a:lvl1pPr>
              <a:buNone/>
              <a:defRPr sz="1400" b="1" i="0" kern="1200">
                <a:solidFill>
                  <a:schemeClr val="bg1"/>
                </a:solidFill>
                <a:latin typeface="Arial"/>
                <a:ea typeface="Arial"/>
                <a:cs typeface="Arial"/>
              </a:defRPr>
            </a:lvl1pPr>
          </a:lstStyle>
          <a:p xmlns:a="http://schemas.openxmlformats.org/drawingml/2006/main">
            <a:pPr marL="0" lvl="0" indent="0" algn="r">
              <a:buClr>
                <a:schemeClr val="accent1"/>
              </a:buClr>
              <a:buNone/>
            </a:pPr>
            <a:r>
              <a:t>Cliquez pour modifier les styles du texte du masque</a:t>
            </a:r>
          </a:p>
        </p:txBody>
      </p:sp>
    </p:spTree>
  </p:cSld>
</p:sldLayout>
</file>

<file path=ppt/slideLayouts/slideLayout2.xml><?xml version="1.0" encoding="utf-8"?>
<p:sldLayout xmlns:p="http://schemas.openxmlformats.org/presentationml/2006/main" preserve="1" userDrawn="1">
  <p:cSld name="Summary">
    <p:bg>
      <p:bgPr>
        <a:gradFill xmlns:a="http://schemas.openxmlformats.org/drawingml/2006/main">
          <a:gsLst>
            <a:gs pos="0">
              <a:schemeClr val="tx2">
                <a:lumMod val="50000"/>
              </a:schemeClr>
            </a:gs>
            <a:gs pos="32000">
              <a:schemeClr val="tx2"/>
            </a:gs>
            <a:gs pos="100000">
              <a:schemeClr val="tx2"/>
            </a:gs>
          </a:gsLst>
          <a:lin ang="5400000" scaled="1"/>
        </a:gradFill>
      </p:bgPr>
    </p:bg>
    <p:spTree>
      <p:nvGrpSpPr>
        <p:cNvPr id="1" name=""/>
        <p:cNvGrpSpPr/>
        <p:nvPr/>
      </p:nvGrpSpPr>
      <p:grpSpPr>
        <a:xfrm xmlns:a="http://schemas.openxmlformats.org/drawingml/2006/main"/>
      </p:grpSpPr>
      <p:sp>
        <p:nvSpPr>
          <p:cNvPr id="3" name="Espace réservé pour une image  2">
            <a:extLst xmlns:a="http://schemas.openxmlformats.org/drawingml/2006/main">
              <a:ext uri="{FF2B5EF4-FFF2-40B4-BE49-F238E27FC236}">
                <a16:creationId xmlns:a16="http://schemas.microsoft.com/office/drawing/2014/main" id="{4D387EDE-1B8D-E16E-86A5-AAF51018B2F4}"/>
              </a:ext>
            </a:extLst>
          </p:cNvPr>
          <p:cNvSpPr>
            <a:spLocks xmlns:a="http://schemas.openxmlformats.org/drawingml/2006/main" noGrp="1"/>
          </p:cNvSpPr>
          <p:nvPr>
            <p:ph type="pic" idx="17"/>
          </p:nvPr>
        </p:nvSpPr>
        <p:spPr>
          <a:xfrm xmlns:a="http://schemas.openxmlformats.org/drawingml/2006/main">
            <a:off x="6167438" y="-12700"/>
            <a:ext cx="6024562" cy="6870700"/>
          </a:xfrm>
        </p:spPr>
        <p:txBody>
          <a:bodyPr xmlns:a="http://schemas.openxmlformats.org/drawingml/2006/main"/>
          <a:lstStyle xmlns:a="http://schemas.openxmlformats.org/drawingml/2006/main"/>
          <a:p xmlns:a="http://schemas.openxmlformats.org/drawingml/2006/main">
            <a:endParaRPr/>
          </a:p>
        </p:txBody>
      </p:sp>
      <p:sp>
        <p:nvSpPr>
          <p:cNvPr id="4" name="Titre 3">
            <a:extLst xmlns:a="http://schemas.openxmlformats.org/drawingml/2006/main">
              <a:ext uri="{FF2B5EF4-FFF2-40B4-BE49-F238E27FC236}">
                <a16:creationId xmlns:a16="http://schemas.microsoft.com/office/drawing/2014/main" id="{16499075-47BF-B665-C8F4-F255DF7B62B9}"/>
              </a:ext>
            </a:extLst>
          </p:cNvPr>
          <p:cNvSpPr>
            <a:spLocks xmlns:a="http://schemas.openxmlformats.org/drawingml/2006/main" noGrp="1"/>
          </p:cNvSpPr>
          <p:nvPr>
            <p:ph type="title" idx="0" hasCustomPrompt="1"/>
          </p:nvPr>
        </p:nvSpPr>
        <p:spPr>
          <a:xfrm xmlns:a="http://schemas.openxmlformats.org/drawingml/2006/main">
            <a:off x="550863" y="873125"/>
            <a:ext cx="5148898" cy="559435"/>
          </a:xfrm>
        </p:spPr>
        <p:txBody>
          <a:bodyPr xmlns:a="http://schemas.openxmlformats.org/drawingml/2006/main">
            <a:normAutofit/>
          </a:bodyPr>
          <a:lstStyle xmlns:a="http://schemas.openxmlformats.org/drawingml/2006/main">
            <a:lvl1pPr>
              <a:buNone/>
              <a:defRPr sz="1467" b="0" i="0" kern="1200" spc="600">
                <a:solidFill>
                  <a:schemeClr val="bg1"/>
                </a:solidFill>
                <a:latin typeface="Arial"/>
                <a:ea typeface="Arial"/>
                <a:cs typeface="Arial"/>
              </a:defRPr>
            </a:lvl1pPr>
          </a:lstStyle>
          <a:p xmlns:a="http://schemas.openxmlformats.org/drawingml/2006/main">
            <a:pPr marL="0" lvl="0" indent="0" algn="l" defTabSz="914377">
              <a:lnSpc>
                <a:spcPct val="90000"/>
              </a:lnSpc>
              <a:spcBef>
                <a:spcPts val="1000"/>
              </a:spcBef>
              <a:buClr>
                <a:schemeClr val="tx2"/>
              </a:buClr>
              <a:buSzPct val="90000"/>
              <a:buFont typeface="Wingdings"/>
              <a:buNone/>
            </a:pPr>
            <a:r>
              <a:t>MODIFIEZ LE STYLE DU TITRE</a:t>
            </a:r>
            <a:endParaRPr/>
          </a:p>
        </p:txBody>
      </p:sp>
      <p:pic>
        <p:nvPicPr>
          <p:cNvPr id="18" name="Image 9"/>
          <p:cNvPicPr>
            <a:picLocks xmlns:a="http://schemas.openxmlformats.org/drawingml/2006/main" noChangeAspect="1"/>
          </p:cNvPicPr>
          <p:nvPr/>
        </p:nvPicPr>
        <p:blipFill>
          <a:blip xmlns:r="http://schemas.openxmlformats.org/officeDocument/2006/relationships" xmlns:a="http://schemas.openxmlformats.org/drawingml/2006/main" r:embed="R1cb08b5bc4f24965"/>
          <a:srcRect xmlns:a="http://schemas.openxmlformats.org/drawingml/2006/main" l="0" t="0" r="0" b="0"/>
          <a:stretch xmlns:a="http://schemas.openxmlformats.org/drawingml/2006/main"/>
        </p:blipFill>
        <p:spPr>
          <a:xfrm xmlns:a="http://schemas.openxmlformats.org/drawingml/2006/main">
            <a:off x="472673" y="256633"/>
            <a:ext cx="823217" cy="356277"/>
          </a:xfrm>
          <a:prstGeom xmlns:a="http://schemas.openxmlformats.org/drawingml/2006/main" prst="rect">
            <a:avLst/>
          </a:prstGeom>
        </p:spPr>
      </p:pic>
      <p:sp>
        <p:nvSpPr>
          <p:cNvPr id="11" name="Espace réservé du texte 4">
            <a:extLst xmlns:a="http://schemas.openxmlformats.org/drawingml/2006/main">
              <a:ext uri="{FF2B5EF4-FFF2-40B4-BE49-F238E27FC236}">
                <a16:creationId xmlns:a16="http://schemas.microsoft.com/office/drawing/2014/main" id="{52952F76-2586-3463-ED9F-938B2A5FF176}"/>
              </a:ext>
            </a:extLst>
          </p:cNvPr>
          <p:cNvSpPr>
            <a:spLocks xmlns:a="http://schemas.openxmlformats.org/drawingml/2006/main" noGrp="1"/>
          </p:cNvSpPr>
          <p:nvPr>
            <p:ph type="body" idx="11" hasCustomPrompt="1"/>
          </p:nvPr>
        </p:nvSpPr>
        <p:spPr>
          <a:xfrm xmlns:a="http://schemas.openxmlformats.org/drawingml/2006/main">
            <a:off x="550864" y="2084388"/>
            <a:ext cx="5473699" cy="4456112"/>
          </a:xfrm>
          <a:prstGeom xmlns:a="http://schemas.openxmlformats.org/drawingml/2006/main" prst="rect">
            <a:avLst/>
          </a:prstGeom>
          <a:noFill xmlns:a="http://schemas.openxmlformats.org/drawingml/2006/main"/>
        </p:spPr>
        <p:txBody>
          <a:bodyPr xmlns:a="http://schemas.openxmlformats.org/drawingml/2006/main" lIns="0" anchor="ctr">
            <a:noAutofit/>
          </a:bodyPr>
          <a:lstStyle xmlns:a="http://schemas.openxmlformats.org/drawingml/2006/main">
            <a:lvl1pPr marL="0" indent="0" algn="l">
              <a:buNone/>
              <a:defRPr sz="4000" b="1" i="0" kern="1000" spc="-300" baseline="0">
                <a:solidFill>
                  <a:schemeClr val="bg1"/>
                </a:solidFill>
                <a:effectLst>
                  <a:outerShdw blurRad="50800" dist="38100" dir="2700000" algn="tl" rotWithShape="0">
                    <a:prstClr val="black">
                      <a:alpha val="40000"/>
                    </a:prstClr>
                  </a:outerShdw>
                </a:effectLst>
                <a:latin typeface="+mj-lt"/>
                <a:ea typeface="+mj-lt"/>
                <a:cs typeface="+mj-lt"/>
              </a:defRPr>
            </a:lvl1pPr>
          </a:lstStyle>
          <a:p xmlns:a="http://schemas.openxmlformats.org/drawingml/2006/main">
            <a:pPr lvl="0">
              <a:buNone/>
            </a:pPr>
            <a:r>
              <a:t>CLIQUEZ POUR MODIFIER LES STYLES DU TEXTE DU MASQUE</a:t>
            </a:r>
          </a:p>
        </p:txBody>
      </p:sp>
      <p:sp>
        <p:nvSpPr>
          <p:cNvPr id="12" name="Espace réservé de la date 11">
            <a:extLst xmlns:a="http://schemas.openxmlformats.org/drawingml/2006/main">
              <a:ext uri="{FF2B5EF4-FFF2-40B4-BE49-F238E27FC236}">
                <a16:creationId xmlns:a16="http://schemas.microsoft.com/office/drawing/2014/main" id="{EE007531-9D25-1147-CFAD-91E33B09A7CD}"/>
              </a:ext>
            </a:extLst>
          </p:cNvPr>
          <p:cNvSpPr>
            <a:spLocks xmlns:a="http://schemas.openxmlformats.org/drawingml/2006/main" noGrp="1"/>
          </p:cNvSpPr>
          <p:nvPr>
            <p:ph type="dt" idx="18"/>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EPFL AT A GLANCE</a:t>
            </a:r>
            <a:endParaRPr/>
          </a:p>
        </p:txBody>
      </p:sp>
      <p:sp>
        <p:nvSpPr>
          <p:cNvPr id="13" name="Espace réservé du pied de page 12">
            <a:extLst xmlns:a="http://schemas.openxmlformats.org/drawingml/2006/main">
              <a:ext uri="{FF2B5EF4-FFF2-40B4-BE49-F238E27FC236}">
                <a16:creationId xmlns:a16="http://schemas.microsoft.com/office/drawing/2014/main" id="{40DDB56F-E6F6-A6A8-BABC-742D2F12116E}"/>
              </a:ext>
            </a:extLst>
          </p:cNvPr>
          <p:cNvSpPr>
            <a:spLocks xmlns:a="http://schemas.openxmlformats.org/drawingml/2006/main" noGrp="1"/>
          </p:cNvSpPr>
          <p:nvPr>
            <p:ph type="ftr" idx="19"/>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endParaRPr/>
          </a:p>
        </p:txBody>
      </p:sp>
      <p:sp>
        <p:nvSpPr>
          <p:cNvPr id="14" name="Espace réservé du numéro de diapositive 13">
            <a:extLst xmlns:a="http://schemas.openxmlformats.org/drawingml/2006/main">
              <a:ext uri="{FF2B5EF4-FFF2-40B4-BE49-F238E27FC236}">
                <a16:creationId xmlns:a16="http://schemas.microsoft.com/office/drawing/2014/main" id="{CF0089D8-9722-4F2C-3669-55AB1AF2CB68}"/>
              </a:ext>
            </a:extLst>
          </p:cNvPr>
          <p:cNvSpPr>
            <a:spLocks xmlns:a="http://schemas.openxmlformats.org/drawingml/2006/main" noGrp="1"/>
          </p:cNvSpPr>
          <p:nvPr>
            <p:ph type="sldNum" idx="20"/>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E1E1CD7C-2161-7D43-862E-CE4C333CD873}" type="slidenum">
              <a:t>‹#›</a:t>
            </a:fld>
            <a:endParaRPr/>
          </a:p>
        </p:txBody>
      </p:sp>
    </p:spTree>
  </p:cSld>
</p:sldLayout>
</file>

<file path=ppt/slideLayouts/slideLayout3.xml><?xml version="1.0" encoding="utf-8"?>
<p:sldLayout xmlns:p="http://schemas.openxmlformats.org/presentationml/2006/main" preserve="1" userDrawn="1">
  <p:cSld name="1_Summary">
    <p:bg>
      <p:bgPr>
        <a:gradFill xmlns:a="http://schemas.openxmlformats.org/drawingml/2006/main">
          <a:gsLst>
            <a:gs pos="0">
              <a:schemeClr val="accent1">
                <a:lumMod val="50000"/>
              </a:schemeClr>
            </a:gs>
            <a:gs pos="32000">
              <a:schemeClr val="accent1"/>
            </a:gs>
            <a:gs pos="100000">
              <a:schemeClr val="accent1"/>
            </a:gs>
          </a:gsLst>
          <a:lin ang="5400000" scaled="1"/>
        </a:gradFill>
      </p:bgPr>
    </p:bg>
    <p:spTree>
      <p:nvGrpSpPr>
        <p:cNvPr id="1" name=""/>
        <p:cNvGrpSpPr/>
        <p:nvPr/>
      </p:nvGrpSpPr>
      <p:grpSpPr>
        <a:xfrm xmlns:a="http://schemas.openxmlformats.org/drawingml/2006/main"/>
      </p:grpSpPr>
      <p:sp>
        <p:nvSpPr>
          <p:cNvPr id="3" name="Espace réservé pour une image  2">
            <a:extLst xmlns:a="http://schemas.openxmlformats.org/drawingml/2006/main">
              <a:ext uri="{FF2B5EF4-FFF2-40B4-BE49-F238E27FC236}">
                <a16:creationId xmlns:a16="http://schemas.microsoft.com/office/drawing/2014/main" id="{4D387EDE-1B8D-E16E-86A5-AAF51018B2F4}"/>
              </a:ext>
            </a:extLst>
          </p:cNvPr>
          <p:cNvSpPr>
            <a:spLocks xmlns:a="http://schemas.openxmlformats.org/drawingml/2006/main" noGrp="1"/>
          </p:cNvSpPr>
          <p:nvPr>
            <p:ph type="pic" idx="17"/>
          </p:nvPr>
        </p:nvSpPr>
        <p:spPr>
          <a:xfrm xmlns:a="http://schemas.openxmlformats.org/drawingml/2006/main">
            <a:off x="6167438" y="-12700"/>
            <a:ext cx="6024562" cy="6870700"/>
          </a:xfrm>
        </p:spPr>
        <p:txBody>
          <a:bodyPr xmlns:a="http://schemas.openxmlformats.org/drawingml/2006/main"/>
          <a:lstStyle xmlns:a="http://schemas.openxmlformats.org/drawingml/2006/main"/>
          <a:p xmlns:a="http://schemas.openxmlformats.org/drawingml/2006/main">
            <a:endParaRPr/>
          </a:p>
        </p:txBody>
      </p:sp>
      <p:sp>
        <p:nvSpPr>
          <p:cNvPr id="4" name="Titre 3">
            <a:extLst xmlns:a="http://schemas.openxmlformats.org/drawingml/2006/main">
              <a:ext uri="{FF2B5EF4-FFF2-40B4-BE49-F238E27FC236}">
                <a16:creationId xmlns:a16="http://schemas.microsoft.com/office/drawing/2014/main" id="{16499075-47BF-B665-C8F4-F255DF7B62B9}"/>
              </a:ext>
            </a:extLst>
          </p:cNvPr>
          <p:cNvSpPr>
            <a:spLocks xmlns:a="http://schemas.openxmlformats.org/drawingml/2006/main" noGrp="1"/>
          </p:cNvSpPr>
          <p:nvPr>
            <p:ph type="title" idx="0" hasCustomPrompt="1"/>
          </p:nvPr>
        </p:nvSpPr>
        <p:spPr>
          <a:xfrm xmlns:a="http://schemas.openxmlformats.org/drawingml/2006/main">
            <a:off x="550863" y="873125"/>
            <a:ext cx="5148898" cy="559435"/>
          </a:xfrm>
        </p:spPr>
        <p:txBody>
          <a:bodyPr xmlns:a="http://schemas.openxmlformats.org/drawingml/2006/main">
            <a:normAutofit/>
          </a:bodyPr>
          <a:lstStyle xmlns:a="http://schemas.openxmlformats.org/drawingml/2006/main">
            <a:lvl1pPr>
              <a:buNone/>
              <a:defRPr sz="1467" b="0" i="0" kern="1200" spc="300">
                <a:solidFill>
                  <a:schemeClr val="bg1"/>
                </a:solidFill>
                <a:latin typeface="Arial"/>
                <a:ea typeface="Arial"/>
                <a:cs typeface="Arial"/>
              </a:defRPr>
            </a:lvl1pPr>
          </a:lstStyle>
          <a:p xmlns:a="http://schemas.openxmlformats.org/drawingml/2006/main">
            <a:pPr marL="0" lvl="0" indent="0" algn="l" defTabSz="914377">
              <a:lnSpc>
                <a:spcPct val="90000"/>
              </a:lnSpc>
              <a:spcBef>
                <a:spcPts val="1000"/>
              </a:spcBef>
              <a:buClr>
                <a:schemeClr val="tx2"/>
              </a:buClr>
              <a:buSzPct val="90000"/>
              <a:buFont typeface="Wingdings"/>
              <a:buNone/>
            </a:pPr>
            <a:r>
              <a:t>MODIFIEZ LE STYLE DU TITRE</a:t>
            </a:r>
            <a:endParaRPr/>
          </a:p>
        </p:txBody>
      </p:sp>
      <p:pic>
        <p:nvPicPr>
          <p:cNvPr id="15" name="Image 9"/>
          <p:cNvPicPr>
            <a:picLocks xmlns:a="http://schemas.openxmlformats.org/drawingml/2006/main" noChangeAspect="1"/>
          </p:cNvPicPr>
          <p:nvPr/>
        </p:nvPicPr>
        <p:blipFill>
          <a:blip xmlns:r="http://schemas.openxmlformats.org/officeDocument/2006/relationships" xmlns:a="http://schemas.openxmlformats.org/drawingml/2006/main" r:embed="R6a341e95f8e34b31"/>
          <a:srcRect xmlns:a="http://schemas.openxmlformats.org/drawingml/2006/main" l="0" t="0" r="0" b="0"/>
          <a:stretch xmlns:a="http://schemas.openxmlformats.org/drawingml/2006/main"/>
        </p:blipFill>
        <p:spPr>
          <a:xfrm xmlns:a="http://schemas.openxmlformats.org/drawingml/2006/main">
            <a:off x="472673" y="256633"/>
            <a:ext cx="823217" cy="356277"/>
          </a:xfrm>
          <a:prstGeom xmlns:a="http://schemas.openxmlformats.org/drawingml/2006/main" prst="rect">
            <a:avLst/>
          </a:prstGeom>
        </p:spPr>
      </p:pic>
      <p:sp>
        <p:nvSpPr>
          <p:cNvPr id="11" name="Espace réservé du texte 4">
            <a:extLst xmlns:a="http://schemas.openxmlformats.org/drawingml/2006/main">
              <a:ext uri="{FF2B5EF4-FFF2-40B4-BE49-F238E27FC236}">
                <a16:creationId xmlns:a16="http://schemas.microsoft.com/office/drawing/2014/main" id="{52952F76-2586-3463-ED9F-938B2A5FF176}"/>
              </a:ext>
            </a:extLst>
          </p:cNvPr>
          <p:cNvSpPr>
            <a:spLocks xmlns:a="http://schemas.openxmlformats.org/drawingml/2006/main" noGrp="1"/>
          </p:cNvSpPr>
          <p:nvPr>
            <p:ph type="body" idx="11" hasCustomPrompt="1"/>
          </p:nvPr>
        </p:nvSpPr>
        <p:spPr>
          <a:xfrm xmlns:a="http://schemas.openxmlformats.org/drawingml/2006/main">
            <a:off x="550864" y="2084388"/>
            <a:ext cx="5473699" cy="4456112"/>
          </a:xfrm>
          <a:prstGeom xmlns:a="http://schemas.openxmlformats.org/drawingml/2006/main" prst="rect">
            <a:avLst/>
          </a:prstGeom>
          <a:noFill xmlns:a="http://schemas.openxmlformats.org/drawingml/2006/main"/>
        </p:spPr>
        <p:txBody>
          <a:bodyPr xmlns:a="http://schemas.openxmlformats.org/drawingml/2006/main" lIns="0" anchor="ctr">
            <a:noAutofit/>
          </a:bodyPr>
          <a:lstStyle xmlns:a="http://schemas.openxmlformats.org/drawingml/2006/main">
            <a:lvl1pPr marL="0" indent="0" algn="l">
              <a:buNone/>
              <a:defRPr sz="4000" b="1" i="0" kern="1000" spc="-300" baseline="0">
                <a:solidFill>
                  <a:schemeClr val="bg1"/>
                </a:solidFill>
                <a:effectLst>
                  <a:outerShdw blurRad="50800" dist="38100" dir="2700000" algn="tl" rotWithShape="0">
                    <a:prstClr val="black">
                      <a:alpha val="40000"/>
                    </a:prstClr>
                  </a:outerShdw>
                </a:effectLst>
                <a:latin typeface="+mj-lt"/>
                <a:ea typeface="+mj-lt"/>
                <a:cs typeface="+mj-lt"/>
              </a:defRPr>
            </a:lvl1pPr>
          </a:lstStyle>
          <a:p xmlns:a="http://schemas.openxmlformats.org/drawingml/2006/main">
            <a:pPr marL="0" lvl="0" indent="0" algn="l" defTabSz="914377">
              <a:lnSpc>
                <a:spcPct val="90000"/>
              </a:lnSpc>
              <a:spcBef>
                <a:spcPts val="1000"/>
              </a:spcBef>
              <a:buClr>
                <a:schemeClr val="tx2"/>
              </a:buClr>
              <a:buSzPct val="90000"/>
              <a:buFont typeface="Wingdings"/>
              <a:buNone/>
            </a:pPr>
            <a:r>
              <a:t>CLIQUEZ POUR MODIFIER LES STYLES DU TEXTE DU MASQUE</a:t>
            </a:r>
          </a:p>
        </p:txBody>
      </p:sp>
      <p:sp>
        <p:nvSpPr>
          <p:cNvPr id="2" name="Espace réservé de la date 1">
            <a:extLst xmlns:a="http://schemas.openxmlformats.org/drawingml/2006/main">
              <a:ext uri="{FF2B5EF4-FFF2-40B4-BE49-F238E27FC236}">
                <a16:creationId xmlns:a16="http://schemas.microsoft.com/office/drawing/2014/main" id="{1CBCD246-3E2B-1F52-0B58-E00000A14888}"/>
              </a:ext>
            </a:extLst>
          </p:cNvPr>
          <p:cNvSpPr>
            <a:spLocks xmlns:a="http://schemas.openxmlformats.org/drawingml/2006/main" noGrp="1"/>
          </p:cNvSpPr>
          <p:nvPr>
            <p:ph type="dt" idx="18"/>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EPFL AT A GLANCE</a:t>
            </a:r>
            <a:endParaRPr/>
          </a:p>
        </p:txBody>
      </p:sp>
      <p:sp>
        <p:nvSpPr>
          <p:cNvPr id="7" name="Espace réservé du pied de page 6">
            <a:extLst xmlns:a="http://schemas.openxmlformats.org/drawingml/2006/main">
              <a:ext uri="{FF2B5EF4-FFF2-40B4-BE49-F238E27FC236}">
                <a16:creationId xmlns:a16="http://schemas.microsoft.com/office/drawing/2014/main" id="{68002C16-8BBA-7D99-CE90-8702E1DD0DB2}"/>
              </a:ext>
            </a:extLst>
          </p:cNvPr>
          <p:cNvSpPr>
            <a:spLocks xmlns:a="http://schemas.openxmlformats.org/drawingml/2006/main" noGrp="1"/>
          </p:cNvSpPr>
          <p:nvPr>
            <p:ph type="ftr" idx="19"/>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endParaRPr/>
          </a:p>
        </p:txBody>
      </p:sp>
      <p:sp>
        <p:nvSpPr>
          <p:cNvPr id="9" name="Espace réservé du numéro de diapositive 8">
            <a:extLst xmlns:a="http://schemas.openxmlformats.org/drawingml/2006/main">
              <a:ext uri="{FF2B5EF4-FFF2-40B4-BE49-F238E27FC236}">
                <a16:creationId xmlns:a16="http://schemas.microsoft.com/office/drawing/2014/main" id="{990780DA-0922-8F1C-8B7C-135716348182}"/>
              </a:ext>
            </a:extLst>
          </p:cNvPr>
          <p:cNvSpPr>
            <a:spLocks xmlns:a="http://schemas.openxmlformats.org/drawingml/2006/main" noGrp="1"/>
          </p:cNvSpPr>
          <p:nvPr>
            <p:ph type="sldNum" idx="20"/>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E1E1CD7C-2161-7D43-862E-CE4C333CD873}" type="slidenum">
              <a:t>‹#›</a:t>
            </a:fld>
            <a:endParaRPr/>
          </a:p>
        </p:txBody>
      </p:sp>
    </p:spTree>
  </p:cSld>
</p:sldLayout>
</file>

<file path=ppt/slideLayouts/slideLayout4.xml><?xml version="1.0" encoding="utf-8"?>
<p:sldLayout xmlns:p="http://schemas.openxmlformats.org/presentationml/2006/main" preserve="1" userDrawn="1">
  <p:cSld name="2_Summary">
    <p:bg>
      <p:bgPr>
        <a:gradFill xmlns:a="http://schemas.openxmlformats.org/drawingml/2006/main">
          <a:gsLst>
            <a:gs pos="0">
              <a:schemeClr val="accent2">
                <a:lumMod val="50000"/>
              </a:schemeClr>
            </a:gs>
            <a:gs pos="32000">
              <a:schemeClr val="accent2"/>
            </a:gs>
            <a:gs pos="99000">
              <a:schemeClr val="accent2"/>
            </a:gs>
          </a:gsLst>
          <a:lin ang="5400000" scaled="1"/>
        </a:gradFill>
      </p:bgPr>
    </p:bg>
    <p:spTree>
      <p:nvGrpSpPr>
        <p:cNvPr id="1" name=""/>
        <p:cNvGrpSpPr/>
        <p:nvPr/>
      </p:nvGrpSpPr>
      <p:grpSpPr>
        <a:xfrm xmlns:a="http://schemas.openxmlformats.org/drawingml/2006/main"/>
      </p:grpSpPr>
      <p:sp>
        <p:nvSpPr>
          <p:cNvPr id="3" name="Espace réservé pour une image  2">
            <a:extLst xmlns:a="http://schemas.openxmlformats.org/drawingml/2006/main">
              <a:ext uri="{FF2B5EF4-FFF2-40B4-BE49-F238E27FC236}">
                <a16:creationId xmlns:a16="http://schemas.microsoft.com/office/drawing/2014/main" id="{4D387EDE-1B8D-E16E-86A5-AAF51018B2F4}"/>
              </a:ext>
            </a:extLst>
          </p:cNvPr>
          <p:cNvSpPr>
            <a:spLocks xmlns:a="http://schemas.openxmlformats.org/drawingml/2006/main" noGrp="1"/>
          </p:cNvSpPr>
          <p:nvPr>
            <p:ph type="pic" idx="17"/>
          </p:nvPr>
        </p:nvSpPr>
        <p:spPr>
          <a:xfrm xmlns:a="http://schemas.openxmlformats.org/drawingml/2006/main">
            <a:off x="6167438" y="-12700"/>
            <a:ext cx="6024562" cy="6870700"/>
          </a:xfrm>
        </p:spPr>
        <p:txBody>
          <a:bodyPr xmlns:a="http://schemas.openxmlformats.org/drawingml/2006/main"/>
          <a:lstStyle xmlns:a="http://schemas.openxmlformats.org/drawingml/2006/main"/>
          <a:p xmlns:a="http://schemas.openxmlformats.org/drawingml/2006/main">
            <a:endParaRPr/>
          </a:p>
        </p:txBody>
      </p:sp>
      <p:sp>
        <p:nvSpPr>
          <p:cNvPr id="4" name="Titre 3">
            <a:extLst xmlns:a="http://schemas.openxmlformats.org/drawingml/2006/main">
              <a:ext uri="{FF2B5EF4-FFF2-40B4-BE49-F238E27FC236}">
                <a16:creationId xmlns:a16="http://schemas.microsoft.com/office/drawing/2014/main" id="{16499075-47BF-B665-C8F4-F255DF7B62B9}"/>
              </a:ext>
            </a:extLst>
          </p:cNvPr>
          <p:cNvSpPr>
            <a:spLocks xmlns:a="http://schemas.openxmlformats.org/drawingml/2006/main" noGrp="1"/>
          </p:cNvSpPr>
          <p:nvPr>
            <p:ph type="title" idx="0" hasCustomPrompt="1"/>
          </p:nvPr>
        </p:nvSpPr>
        <p:spPr>
          <a:xfrm xmlns:a="http://schemas.openxmlformats.org/drawingml/2006/main">
            <a:off x="550863" y="873125"/>
            <a:ext cx="5148898" cy="559435"/>
          </a:xfrm>
        </p:spPr>
        <p:txBody>
          <a:bodyPr xmlns:a="http://schemas.openxmlformats.org/drawingml/2006/main">
            <a:normAutofit/>
          </a:bodyPr>
          <a:lstStyle xmlns:a="http://schemas.openxmlformats.org/drawingml/2006/main">
            <a:lvl1pPr>
              <a:buNone/>
              <a:defRPr sz="1467" b="0" i="0" kern="1200" spc="300">
                <a:solidFill>
                  <a:schemeClr val="bg1"/>
                </a:solidFill>
                <a:latin typeface="Arial"/>
                <a:ea typeface="Arial"/>
                <a:cs typeface="Arial"/>
              </a:defRPr>
            </a:lvl1pPr>
          </a:lstStyle>
          <a:p xmlns:a="http://schemas.openxmlformats.org/drawingml/2006/main">
            <a:pPr marL="0" lvl="0" indent="0" algn="l" defTabSz="914377">
              <a:lnSpc>
                <a:spcPct val="90000"/>
              </a:lnSpc>
              <a:spcBef>
                <a:spcPts val="1000"/>
              </a:spcBef>
              <a:buClr>
                <a:schemeClr val="tx2"/>
              </a:buClr>
              <a:buSzPct val="90000"/>
              <a:buFont typeface="Wingdings"/>
              <a:buNone/>
            </a:pPr>
            <a:r>
              <a:t>MODIFIEZ LE STYLE DU TITRE</a:t>
            </a:r>
            <a:endParaRPr/>
          </a:p>
        </p:txBody>
      </p:sp>
      <p:pic>
        <p:nvPicPr>
          <p:cNvPr id="15" name="Image 9"/>
          <p:cNvPicPr>
            <a:picLocks xmlns:a="http://schemas.openxmlformats.org/drawingml/2006/main" noChangeAspect="1"/>
          </p:cNvPicPr>
          <p:nvPr/>
        </p:nvPicPr>
        <p:blipFill>
          <a:blip xmlns:r="http://schemas.openxmlformats.org/officeDocument/2006/relationships" xmlns:a="http://schemas.openxmlformats.org/drawingml/2006/main" r:embed="R8ca58b6c83ec406f"/>
          <a:srcRect xmlns:a="http://schemas.openxmlformats.org/drawingml/2006/main" l="0" t="0" r="0" b="0"/>
          <a:stretch xmlns:a="http://schemas.openxmlformats.org/drawingml/2006/main"/>
        </p:blipFill>
        <p:spPr>
          <a:xfrm xmlns:a="http://schemas.openxmlformats.org/drawingml/2006/main">
            <a:off x="472673" y="256633"/>
            <a:ext cx="823217" cy="356277"/>
          </a:xfrm>
          <a:prstGeom xmlns:a="http://schemas.openxmlformats.org/drawingml/2006/main" prst="rect">
            <a:avLst/>
          </a:prstGeom>
        </p:spPr>
      </p:pic>
      <p:sp>
        <p:nvSpPr>
          <p:cNvPr id="11" name="Espace réservé du texte 4">
            <a:extLst xmlns:a="http://schemas.openxmlformats.org/drawingml/2006/main">
              <a:ext uri="{FF2B5EF4-FFF2-40B4-BE49-F238E27FC236}">
                <a16:creationId xmlns:a16="http://schemas.microsoft.com/office/drawing/2014/main" id="{52952F76-2586-3463-ED9F-938B2A5FF176}"/>
              </a:ext>
            </a:extLst>
          </p:cNvPr>
          <p:cNvSpPr>
            <a:spLocks xmlns:a="http://schemas.openxmlformats.org/drawingml/2006/main" noGrp="1"/>
          </p:cNvSpPr>
          <p:nvPr>
            <p:ph type="body" idx="11" hasCustomPrompt="1"/>
          </p:nvPr>
        </p:nvSpPr>
        <p:spPr>
          <a:xfrm xmlns:a="http://schemas.openxmlformats.org/drawingml/2006/main">
            <a:off x="550864" y="2084388"/>
            <a:ext cx="5473699" cy="4456112"/>
          </a:xfrm>
          <a:prstGeom xmlns:a="http://schemas.openxmlformats.org/drawingml/2006/main" prst="rect">
            <a:avLst/>
          </a:prstGeom>
          <a:noFill xmlns:a="http://schemas.openxmlformats.org/drawingml/2006/main"/>
        </p:spPr>
        <p:txBody>
          <a:bodyPr xmlns:a="http://schemas.openxmlformats.org/drawingml/2006/main" lIns="0" anchor="ctr">
            <a:noAutofit/>
          </a:bodyPr>
          <a:lstStyle xmlns:a="http://schemas.openxmlformats.org/drawingml/2006/main">
            <a:lvl1pPr marL="0" indent="0" algn="l">
              <a:buNone/>
              <a:defRPr sz="4000" b="1" i="0" kern="1000" spc="-300" baseline="0">
                <a:solidFill>
                  <a:schemeClr val="bg1"/>
                </a:solidFill>
                <a:effectLst>
                  <a:outerShdw blurRad="50800" dist="38100" dir="2700000" algn="tl" rotWithShape="0">
                    <a:prstClr val="black">
                      <a:alpha val="40000"/>
                    </a:prstClr>
                  </a:outerShdw>
                </a:effectLst>
                <a:latin typeface="+mj-lt"/>
                <a:ea typeface="+mj-lt"/>
                <a:cs typeface="+mj-lt"/>
              </a:defRPr>
            </a:lvl1pPr>
          </a:lstStyle>
          <a:p xmlns:a="http://schemas.openxmlformats.org/drawingml/2006/main">
            <a:pPr marL="0" lvl="0" indent="0" algn="l" defTabSz="914377">
              <a:lnSpc>
                <a:spcPct val="90000"/>
              </a:lnSpc>
              <a:spcBef>
                <a:spcPts val="1000"/>
              </a:spcBef>
              <a:buClr>
                <a:schemeClr val="tx2"/>
              </a:buClr>
              <a:buSzPct val="90000"/>
              <a:buFont typeface="Wingdings"/>
              <a:buNone/>
            </a:pPr>
            <a:r>
              <a:t>CLIQUEZ POUR MODIFIER LES STYLES DU TEXTE DU MASQUE</a:t>
            </a:r>
          </a:p>
        </p:txBody>
      </p:sp>
      <p:sp>
        <p:nvSpPr>
          <p:cNvPr id="2" name="Espace réservé de la date 1">
            <a:extLst xmlns:a="http://schemas.openxmlformats.org/drawingml/2006/main">
              <a:ext uri="{FF2B5EF4-FFF2-40B4-BE49-F238E27FC236}">
                <a16:creationId xmlns:a16="http://schemas.microsoft.com/office/drawing/2014/main" id="{1CBCD246-3E2B-1F52-0B58-E00000A14888}"/>
              </a:ext>
            </a:extLst>
          </p:cNvPr>
          <p:cNvSpPr>
            <a:spLocks xmlns:a="http://schemas.openxmlformats.org/drawingml/2006/main" noGrp="1"/>
          </p:cNvSpPr>
          <p:nvPr>
            <p:ph type="dt" idx="18"/>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EPFL AT A GLANCE</a:t>
            </a:r>
            <a:endParaRPr/>
          </a:p>
        </p:txBody>
      </p:sp>
      <p:sp>
        <p:nvSpPr>
          <p:cNvPr id="7" name="Espace réservé du pied de page 6">
            <a:extLst xmlns:a="http://schemas.openxmlformats.org/drawingml/2006/main">
              <a:ext uri="{FF2B5EF4-FFF2-40B4-BE49-F238E27FC236}">
                <a16:creationId xmlns:a16="http://schemas.microsoft.com/office/drawing/2014/main" id="{68002C16-8BBA-7D99-CE90-8702E1DD0DB2}"/>
              </a:ext>
            </a:extLst>
          </p:cNvPr>
          <p:cNvSpPr>
            <a:spLocks xmlns:a="http://schemas.openxmlformats.org/drawingml/2006/main" noGrp="1"/>
          </p:cNvSpPr>
          <p:nvPr>
            <p:ph type="ftr" idx="19"/>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endParaRPr/>
          </a:p>
        </p:txBody>
      </p:sp>
      <p:sp>
        <p:nvSpPr>
          <p:cNvPr id="9" name="Espace réservé du numéro de diapositive 8">
            <a:extLst xmlns:a="http://schemas.openxmlformats.org/drawingml/2006/main">
              <a:ext uri="{FF2B5EF4-FFF2-40B4-BE49-F238E27FC236}">
                <a16:creationId xmlns:a16="http://schemas.microsoft.com/office/drawing/2014/main" id="{990780DA-0922-8F1C-8B7C-135716348182}"/>
              </a:ext>
            </a:extLst>
          </p:cNvPr>
          <p:cNvSpPr>
            <a:spLocks xmlns:a="http://schemas.openxmlformats.org/drawingml/2006/main" noGrp="1"/>
          </p:cNvSpPr>
          <p:nvPr>
            <p:ph type="sldNum" idx="20"/>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E1E1CD7C-2161-7D43-862E-CE4C333CD873}" type="slidenum">
              <a:t>‹#›</a:t>
            </a:fld>
            <a:endParaRPr/>
          </a:p>
        </p:txBody>
      </p:sp>
    </p:spTree>
  </p:cSld>
</p:sldLayout>
</file>

<file path=ppt/slideLayouts/slideLayout5.xml><?xml version="1.0" encoding="utf-8"?>
<p:sldLayout xmlns:p="http://schemas.openxmlformats.org/presentationml/2006/main" preserve="1" userDrawn="1">
  <p:cSld name="3_Summary">
    <p:bg>
      <p:bgPr>
        <a:gradFill xmlns:a="http://schemas.openxmlformats.org/drawingml/2006/main">
          <a:gsLst>
            <a:gs pos="0">
              <a:schemeClr val="tx1">
                <a:lumMod val="50000"/>
              </a:schemeClr>
            </a:gs>
            <a:gs pos="32000">
              <a:schemeClr val="tx1"/>
            </a:gs>
            <a:gs pos="99000">
              <a:schemeClr val="tx1"/>
            </a:gs>
          </a:gsLst>
          <a:lin ang="5400000" scaled="1"/>
        </a:gradFill>
      </p:bgPr>
    </p:bg>
    <p:spTree>
      <p:nvGrpSpPr>
        <p:cNvPr id="1" name=""/>
        <p:cNvGrpSpPr/>
        <p:nvPr/>
      </p:nvGrpSpPr>
      <p:grpSpPr>
        <a:xfrm xmlns:a="http://schemas.openxmlformats.org/drawingml/2006/main"/>
      </p:grpSpPr>
      <p:sp>
        <p:nvSpPr>
          <p:cNvPr id="3" name="Espace réservé pour une image  2">
            <a:extLst xmlns:a="http://schemas.openxmlformats.org/drawingml/2006/main">
              <a:ext uri="{FF2B5EF4-FFF2-40B4-BE49-F238E27FC236}">
                <a16:creationId xmlns:a16="http://schemas.microsoft.com/office/drawing/2014/main" id="{4D387EDE-1B8D-E16E-86A5-AAF51018B2F4}"/>
              </a:ext>
            </a:extLst>
          </p:cNvPr>
          <p:cNvSpPr>
            <a:spLocks xmlns:a="http://schemas.openxmlformats.org/drawingml/2006/main" noGrp="1"/>
          </p:cNvSpPr>
          <p:nvPr>
            <p:ph type="pic" idx="17"/>
          </p:nvPr>
        </p:nvSpPr>
        <p:spPr>
          <a:xfrm xmlns:a="http://schemas.openxmlformats.org/drawingml/2006/main">
            <a:off x="6167438" y="-12700"/>
            <a:ext cx="6024562" cy="6870700"/>
          </a:xfrm>
        </p:spPr>
        <p:txBody>
          <a:bodyPr xmlns:a="http://schemas.openxmlformats.org/drawingml/2006/main"/>
          <a:lstStyle xmlns:a="http://schemas.openxmlformats.org/drawingml/2006/main"/>
          <a:p xmlns:a="http://schemas.openxmlformats.org/drawingml/2006/main">
            <a:endParaRPr/>
          </a:p>
        </p:txBody>
      </p:sp>
      <p:sp>
        <p:nvSpPr>
          <p:cNvPr id="4" name="Titre 3">
            <a:extLst xmlns:a="http://schemas.openxmlformats.org/drawingml/2006/main">
              <a:ext uri="{FF2B5EF4-FFF2-40B4-BE49-F238E27FC236}">
                <a16:creationId xmlns:a16="http://schemas.microsoft.com/office/drawing/2014/main" id="{16499075-47BF-B665-C8F4-F255DF7B62B9}"/>
              </a:ext>
            </a:extLst>
          </p:cNvPr>
          <p:cNvSpPr>
            <a:spLocks xmlns:a="http://schemas.openxmlformats.org/drawingml/2006/main" noGrp="1"/>
          </p:cNvSpPr>
          <p:nvPr>
            <p:ph type="title" idx="0" hasCustomPrompt="1"/>
          </p:nvPr>
        </p:nvSpPr>
        <p:spPr>
          <a:xfrm xmlns:a="http://schemas.openxmlformats.org/drawingml/2006/main">
            <a:off x="550863" y="873125"/>
            <a:ext cx="5148898" cy="559435"/>
          </a:xfrm>
        </p:spPr>
        <p:txBody>
          <a:bodyPr xmlns:a="http://schemas.openxmlformats.org/drawingml/2006/main">
            <a:normAutofit/>
          </a:bodyPr>
          <a:lstStyle xmlns:a="http://schemas.openxmlformats.org/drawingml/2006/main">
            <a:lvl1pPr>
              <a:buNone/>
              <a:defRPr sz="1467" b="0" i="0" kern="1200" spc="300">
                <a:solidFill>
                  <a:schemeClr val="bg1"/>
                </a:solidFill>
                <a:latin typeface="Arial"/>
                <a:ea typeface="Arial"/>
                <a:cs typeface="Arial"/>
              </a:defRPr>
            </a:lvl1pPr>
          </a:lstStyle>
          <a:p xmlns:a="http://schemas.openxmlformats.org/drawingml/2006/main">
            <a:pPr marL="0" lvl="0" indent="0" algn="l" defTabSz="914377">
              <a:lnSpc>
                <a:spcPct val="90000"/>
              </a:lnSpc>
              <a:spcBef>
                <a:spcPts val="1000"/>
              </a:spcBef>
              <a:buClr>
                <a:schemeClr val="tx2"/>
              </a:buClr>
              <a:buSzPct val="90000"/>
              <a:buFont typeface="Wingdings"/>
              <a:buNone/>
            </a:pPr>
            <a:r>
              <a:t>MODIFIEZ LE STYLE DU TITRE</a:t>
            </a:r>
            <a:endParaRPr/>
          </a:p>
        </p:txBody>
      </p:sp>
      <p:pic>
        <p:nvPicPr>
          <p:cNvPr id="15" name="Image 9"/>
          <p:cNvPicPr>
            <a:picLocks xmlns:a="http://schemas.openxmlformats.org/drawingml/2006/main" noChangeAspect="1"/>
          </p:cNvPicPr>
          <p:nvPr/>
        </p:nvPicPr>
        <p:blipFill>
          <a:blip xmlns:r="http://schemas.openxmlformats.org/officeDocument/2006/relationships" xmlns:a="http://schemas.openxmlformats.org/drawingml/2006/main" r:embed="R0eb2bdda2721445f"/>
          <a:srcRect xmlns:a="http://schemas.openxmlformats.org/drawingml/2006/main" l="0" t="0" r="0" b="0"/>
          <a:stretch xmlns:a="http://schemas.openxmlformats.org/drawingml/2006/main"/>
        </p:blipFill>
        <p:spPr>
          <a:xfrm xmlns:a="http://schemas.openxmlformats.org/drawingml/2006/main">
            <a:off x="472673" y="256633"/>
            <a:ext cx="823217" cy="356277"/>
          </a:xfrm>
          <a:prstGeom xmlns:a="http://schemas.openxmlformats.org/drawingml/2006/main" prst="rect">
            <a:avLst/>
          </a:prstGeom>
        </p:spPr>
      </p:pic>
      <p:sp>
        <p:nvSpPr>
          <p:cNvPr id="11" name="Espace réservé du texte 4">
            <a:extLst xmlns:a="http://schemas.openxmlformats.org/drawingml/2006/main">
              <a:ext uri="{FF2B5EF4-FFF2-40B4-BE49-F238E27FC236}">
                <a16:creationId xmlns:a16="http://schemas.microsoft.com/office/drawing/2014/main" id="{52952F76-2586-3463-ED9F-938B2A5FF176}"/>
              </a:ext>
            </a:extLst>
          </p:cNvPr>
          <p:cNvSpPr>
            <a:spLocks xmlns:a="http://schemas.openxmlformats.org/drawingml/2006/main" noGrp="1"/>
          </p:cNvSpPr>
          <p:nvPr>
            <p:ph type="body" idx="11" hasCustomPrompt="1"/>
          </p:nvPr>
        </p:nvSpPr>
        <p:spPr>
          <a:xfrm xmlns:a="http://schemas.openxmlformats.org/drawingml/2006/main">
            <a:off x="550864" y="2084388"/>
            <a:ext cx="5473699" cy="4456112"/>
          </a:xfrm>
          <a:prstGeom xmlns:a="http://schemas.openxmlformats.org/drawingml/2006/main" prst="rect">
            <a:avLst/>
          </a:prstGeom>
          <a:noFill xmlns:a="http://schemas.openxmlformats.org/drawingml/2006/main"/>
        </p:spPr>
        <p:txBody>
          <a:bodyPr xmlns:a="http://schemas.openxmlformats.org/drawingml/2006/main" lIns="0" anchor="ctr">
            <a:noAutofit/>
          </a:bodyPr>
          <a:lstStyle xmlns:a="http://schemas.openxmlformats.org/drawingml/2006/main">
            <a:lvl1pPr marL="0" indent="0" algn="l">
              <a:buNone/>
              <a:defRPr sz="4000" b="1" i="0" kern="1000" spc="-300" baseline="0">
                <a:solidFill>
                  <a:schemeClr val="bg1"/>
                </a:solidFill>
                <a:effectLst>
                  <a:outerShdw blurRad="50800" dist="38100" dir="2700000" algn="tl" rotWithShape="0">
                    <a:prstClr val="black">
                      <a:alpha val="40000"/>
                    </a:prstClr>
                  </a:outerShdw>
                </a:effectLst>
                <a:latin typeface="+mj-lt"/>
                <a:ea typeface="+mj-lt"/>
                <a:cs typeface="+mj-lt"/>
              </a:defRPr>
            </a:lvl1pPr>
          </a:lstStyle>
          <a:p xmlns:a="http://schemas.openxmlformats.org/drawingml/2006/main">
            <a:pPr marL="0" lvl="0" indent="0" algn="l" defTabSz="914377">
              <a:lnSpc>
                <a:spcPct val="90000"/>
              </a:lnSpc>
              <a:spcBef>
                <a:spcPts val="1000"/>
              </a:spcBef>
              <a:buClr>
                <a:schemeClr val="tx2"/>
              </a:buClr>
              <a:buSzPct val="90000"/>
              <a:buFont typeface="Wingdings"/>
              <a:buNone/>
            </a:pPr>
            <a:r>
              <a:t>CLIQUEZ POUR MODIFIER LES STYLES DU TEXTE DU MASQUE</a:t>
            </a:r>
          </a:p>
        </p:txBody>
      </p:sp>
      <p:sp>
        <p:nvSpPr>
          <p:cNvPr id="2" name="Espace réservé de la date 1">
            <a:extLst xmlns:a="http://schemas.openxmlformats.org/drawingml/2006/main">
              <a:ext uri="{FF2B5EF4-FFF2-40B4-BE49-F238E27FC236}">
                <a16:creationId xmlns:a16="http://schemas.microsoft.com/office/drawing/2014/main" id="{1CBCD246-3E2B-1F52-0B58-E00000A14888}"/>
              </a:ext>
            </a:extLst>
          </p:cNvPr>
          <p:cNvSpPr>
            <a:spLocks xmlns:a="http://schemas.openxmlformats.org/drawingml/2006/main" noGrp="1"/>
          </p:cNvSpPr>
          <p:nvPr>
            <p:ph type="dt" idx="18"/>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EPFL AT A GLANCE</a:t>
            </a:r>
            <a:endParaRPr/>
          </a:p>
        </p:txBody>
      </p:sp>
      <p:sp>
        <p:nvSpPr>
          <p:cNvPr id="7" name="Espace réservé du pied de page 6">
            <a:extLst xmlns:a="http://schemas.openxmlformats.org/drawingml/2006/main">
              <a:ext uri="{FF2B5EF4-FFF2-40B4-BE49-F238E27FC236}">
                <a16:creationId xmlns:a16="http://schemas.microsoft.com/office/drawing/2014/main" id="{68002C16-8BBA-7D99-CE90-8702E1DD0DB2}"/>
              </a:ext>
            </a:extLst>
          </p:cNvPr>
          <p:cNvSpPr>
            <a:spLocks xmlns:a="http://schemas.openxmlformats.org/drawingml/2006/main" noGrp="1"/>
          </p:cNvSpPr>
          <p:nvPr>
            <p:ph type="ftr" idx="19"/>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endParaRPr/>
          </a:p>
        </p:txBody>
      </p:sp>
      <p:sp>
        <p:nvSpPr>
          <p:cNvPr id="9" name="Espace réservé du numéro de diapositive 8">
            <a:extLst xmlns:a="http://schemas.openxmlformats.org/drawingml/2006/main">
              <a:ext uri="{FF2B5EF4-FFF2-40B4-BE49-F238E27FC236}">
                <a16:creationId xmlns:a16="http://schemas.microsoft.com/office/drawing/2014/main" id="{990780DA-0922-8F1C-8B7C-135716348182}"/>
              </a:ext>
            </a:extLst>
          </p:cNvPr>
          <p:cNvSpPr>
            <a:spLocks xmlns:a="http://schemas.openxmlformats.org/drawingml/2006/main" noGrp="1"/>
          </p:cNvSpPr>
          <p:nvPr>
            <p:ph type="sldNum" idx="20"/>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E1E1CD7C-2161-7D43-862E-CE4C333CD873}" type="slidenum">
              <a:t>‹#›</a:t>
            </a:fld>
            <a:endParaRPr/>
          </a:p>
        </p:txBody>
      </p:sp>
    </p:spTree>
  </p:cSld>
</p:sldLayout>
</file>

<file path=ppt/slideLayouts/slideLayout6.xml><?xml version="1.0" encoding="utf-8"?>
<p:sldLayout xmlns:p="http://schemas.openxmlformats.org/presentationml/2006/main" preserve="1" userDrawn="1">
  <p:cSld name="4_Summary">
    <p:bg>
      <p:bgPr>
        <a:gradFill xmlns:a="http://schemas.openxmlformats.org/drawingml/2006/main">
          <a:gsLst>
            <a:gs pos="0">
              <a:schemeClr val="accent4">
                <a:lumMod val="50000"/>
              </a:schemeClr>
            </a:gs>
            <a:gs pos="32000">
              <a:schemeClr val="accent4"/>
            </a:gs>
            <a:gs pos="99000">
              <a:schemeClr val="accent4"/>
            </a:gs>
          </a:gsLst>
          <a:lin ang="5400000" scaled="1"/>
        </a:gradFill>
      </p:bgPr>
    </p:bg>
    <p:spTree>
      <p:nvGrpSpPr>
        <p:cNvPr id="1" name=""/>
        <p:cNvGrpSpPr/>
        <p:nvPr/>
      </p:nvGrpSpPr>
      <p:grpSpPr>
        <a:xfrm xmlns:a="http://schemas.openxmlformats.org/drawingml/2006/main"/>
      </p:grpSpPr>
      <p:sp>
        <p:nvSpPr>
          <p:cNvPr id="3" name="Espace réservé pour une image  2">
            <a:extLst xmlns:a="http://schemas.openxmlformats.org/drawingml/2006/main">
              <a:ext uri="{FF2B5EF4-FFF2-40B4-BE49-F238E27FC236}">
                <a16:creationId xmlns:a16="http://schemas.microsoft.com/office/drawing/2014/main" id="{4D387EDE-1B8D-E16E-86A5-AAF51018B2F4}"/>
              </a:ext>
            </a:extLst>
          </p:cNvPr>
          <p:cNvSpPr>
            <a:spLocks xmlns:a="http://schemas.openxmlformats.org/drawingml/2006/main" noGrp="1"/>
          </p:cNvSpPr>
          <p:nvPr>
            <p:ph type="pic" idx="17"/>
          </p:nvPr>
        </p:nvSpPr>
        <p:spPr>
          <a:xfrm xmlns:a="http://schemas.openxmlformats.org/drawingml/2006/main">
            <a:off x="6167439" y="-12700"/>
            <a:ext cx="6024561" cy="6870700"/>
          </a:xfrm>
        </p:spPr>
        <p:txBody>
          <a:bodyPr xmlns:a="http://schemas.openxmlformats.org/drawingml/2006/main"/>
          <a:lstStyle xmlns:a="http://schemas.openxmlformats.org/drawingml/2006/main"/>
          <a:p xmlns:a="http://schemas.openxmlformats.org/drawingml/2006/main">
            <a:endParaRPr/>
          </a:p>
        </p:txBody>
      </p:sp>
      <p:sp>
        <p:nvSpPr>
          <p:cNvPr id="4" name="Titre 3">
            <a:extLst xmlns:a="http://schemas.openxmlformats.org/drawingml/2006/main">
              <a:ext uri="{FF2B5EF4-FFF2-40B4-BE49-F238E27FC236}">
                <a16:creationId xmlns:a16="http://schemas.microsoft.com/office/drawing/2014/main" id="{16499075-47BF-B665-C8F4-F255DF7B62B9}"/>
              </a:ext>
            </a:extLst>
          </p:cNvPr>
          <p:cNvSpPr>
            <a:spLocks xmlns:a="http://schemas.openxmlformats.org/drawingml/2006/main" noGrp="1"/>
          </p:cNvSpPr>
          <p:nvPr>
            <p:ph type="title" idx="0" hasCustomPrompt="1"/>
          </p:nvPr>
        </p:nvSpPr>
        <p:spPr>
          <a:xfrm xmlns:a="http://schemas.openxmlformats.org/drawingml/2006/main">
            <a:off x="550863" y="873125"/>
            <a:ext cx="5148898" cy="559435"/>
          </a:xfrm>
        </p:spPr>
        <p:txBody>
          <a:bodyPr xmlns:a="http://schemas.openxmlformats.org/drawingml/2006/main">
            <a:normAutofit/>
          </a:bodyPr>
          <a:lstStyle xmlns:a="http://schemas.openxmlformats.org/drawingml/2006/main">
            <a:lvl1pPr>
              <a:buNone/>
              <a:defRPr sz="1467" b="0" i="0" kern="1200" spc="300">
                <a:solidFill>
                  <a:schemeClr val="bg1"/>
                </a:solidFill>
                <a:latin typeface="Arial"/>
                <a:ea typeface="Arial"/>
                <a:cs typeface="Arial"/>
              </a:defRPr>
            </a:lvl1pPr>
          </a:lstStyle>
          <a:p xmlns:a="http://schemas.openxmlformats.org/drawingml/2006/main">
            <a:pPr marL="0" lvl="0" indent="0" algn="l" defTabSz="914377">
              <a:lnSpc>
                <a:spcPct val="90000"/>
              </a:lnSpc>
              <a:spcBef>
                <a:spcPts val="1000"/>
              </a:spcBef>
              <a:buClr>
                <a:schemeClr val="tx2"/>
              </a:buClr>
              <a:buSzPct val="90000"/>
              <a:buFont typeface="Wingdings"/>
              <a:buNone/>
            </a:pPr>
            <a:r>
              <a:t>MODIFIEZ LE STYLE DU TITRE</a:t>
            </a:r>
            <a:endParaRPr/>
          </a:p>
        </p:txBody>
      </p:sp>
      <p:pic>
        <p:nvPicPr>
          <p:cNvPr id="15" name="Image 9"/>
          <p:cNvPicPr>
            <a:picLocks xmlns:a="http://schemas.openxmlformats.org/drawingml/2006/main" noChangeAspect="1"/>
          </p:cNvPicPr>
          <p:nvPr/>
        </p:nvPicPr>
        <p:blipFill>
          <a:blip xmlns:r="http://schemas.openxmlformats.org/officeDocument/2006/relationships" xmlns:a="http://schemas.openxmlformats.org/drawingml/2006/main" r:embed="R2356bdf1e81d4981"/>
          <a:srcRect xmlns:a="http://schemas.openxmlformats.org/drawingml/2006/main" l="0" t="0" r="0" b="0"/>
          <a:stretch xmlns:a="http://schemas.openxmlformats.org/drawingml/2006/main"/>
        </p:blipFill>
        <p:spPr>
          <a:xfrm xmlns:a="http://schemas.openxmlformats.org/drawingml/2006/main">
            <a:off x="472673" y="256633"/>
            <a:ext cx="823217" cy="356277"/>
          </a:xfrm>
          <a:prstGeom xmlns:a="http://schemas.openxmlformats.org/drawingml/2006/main" prst="rect">
            <a:avLst/>
          </a:prstGeom>
        </p:spPr>
      </p:pic>
      <p:sp>
        <p:nvSpPr>
          <p:cNvPr id="11" name="Espace réservé du texte 4">
            <a:extLst xmlns:a="http://schemas.openxmlformats.org/drawingml/2006/main">
              <a:ext uri="{FF2B5EF4-FFF2-40B4-BE49-F238E27FC236}">
                <a16:creationId xmlns:a16="http://schemas.microsoft.com/office/drawing/2014/main" id="{52952F76-2586-3463-ED9F-938B2A5FF176}"/>
              </a:ext>
            </a:extLst>
          </p:cNvPr>
          <p:cNvSpPr>
            <a:spLocks xmlns:a="http://schemas.openxmlformats.org/drawingml/2006/main" noGrp="1"/>
          </p:cNvSpPr>
          <p:nvPr>
            <p:ph type="body" idx="11" hasCustomPrompt="1"/>
          </p:nvPr>
        </p:nvSpPr>
        <p:spPr>
          <a:xfrm xmlns:a="http://schemas.openxmlformats.org/drawingml/2006/main">
            <a:off x="550864" y="2084388"/>
            <a:ext cx="5473699" cy="4456112"/>
          </a:xfrm>
          <a:prstGeom xmlns:a="http://schemas.openxmlformats.org/drawingml/2006/main" prst="rect">
            <a:avLst/>
          </a:prstGeom>
          <a:noFill xmlns:a="http://schemas.openxmlformats.org/drawingml/2006/main"/>
        </p:spPr>
        <p:txBody>
          <a:bodyPr xmlns:a="http://schemas.openxmlformats.org/drawingml/2006/main" lIns="0" anchor="ctr">
            <a:noAutofit/>
          </a:bodyPr>
          <a:lstStyle xmlns:a="http://schemas.openxmlformats.org/drawingml/2006/main">
            <a:lvl1pPr marL="0" indent="0" algn="l">
              <a:buNone/>
              <a:defRPr sz="4000" b="1" i="0" kern="1000" spc="-300" baseline="0">
                <a:solidFill>
                  <a:schemeClr val="bg1"/>
                </a:solidFill>
                <a:effectLst>
                  <a:outerShdw blurRad="50800" dist="38100" dir="2700000" algn="tl" rotWithShape="0">
                    <a:prstClr val="black">
                      <a:alpha val="40000"/>
                    </a:prstClr>
                  </a:outerShdw>
                </a:effectLst>
                <a:latin typeface="+mj-lt"/>
                <a:ea typeface="+mj-lt"/>
                <a:cs typeface="+mj-lt"/>
              </a:defRPr>
            </a:lvl1pPr>
          </a:lstStyle>
          <a:p xmlns:a="http://schemas.openxmlformats.org/drawingml/2006/main">
            <a:pPr marL="0" lvl="0" indent="0" algn="l" defTabSz="914377">
              <a:lnSpc>
                <a:spcPct val="90000"/>
              </a:lnSpc>
              <a:spcBef>
                <a:spcPts val="1000"/>
              </a:spcBef>
              <a:buClr>
                <a:schemeClr val="tx2"/>
              </a:buClr>
              <a:buSzPct val="90000"/>
              <a:buFont typeface="Wingdings"/>
              <a:buNone/>
            </a:pPr>
            <a:r>
              <a:t>CLIQUEZ POUR MODIFIER LES STYLES DU TEXTE DU MASQUE</a:t>
            </a:r>
          </a:p>
        </p:txBody>
      </p:sp>
      <p:sp>
        <p:nvSpPr>
          <p:cNvPr id="5" name="Espace réservé de la date 4">
            <a:extLst xmlns:a="http://schemas.openxmlformats.org/drawingml/2006/main">
              <a:ext uri="{FF2B5EF4-FFF2-40B4-BE49-F238E27FC236}">
                <a16:creationId xmlns:a16="http://schemas.microsoft.com/office/drawing/2014/main" id="{0B6554DF-70B4-182A-5B09-B5E21366F901}"/>
              </a:ext>
            </a:extLst>
          </p:cNvPr>
          <p:cNvSpPr>
            <a:spLocks xmlns:a="http://schemas.openxmlformats.org/drawingml/2006/main" noGrp="1"/>
          </p:cNvSpPr>
          <p:nvPr>
            <p:ph type="dt" idx="18"/>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EPFL AT A GLANCE</a:t>
            </a:r>
            <a:endParaRPr/>
          </a:p>
        </p:txBody>
      </p:sp>
      <p:sp>
        <p:nvSpPr>
          <p:cNvPr id="6" name="Espace réservé du pied de page 5">
            <a:extLst xmlns:a="http://schemas.openxmlformats.org/drawingml/2006/main">
              <a:ext uri="{FF2B5EF4-FFF2-40B4-BE49-F238E27FC236}">
                <a16:creationId xmlns:a16="http://schemas.microsoft.com/office/drawing/2014/main" id="{FFD13DF1-CA37-4F2E-8695-F279B0F21756}"/>
              </a:ext>
            </a:extLst>
          </p:cNvPr>
          <p:cNvSpPr>
            <a:spLocks xmlns:a="http://schemas.openxmlformats.org/drawingml/2006/main" noGrp="1"/>
          </p:cNvSpPr>
          <p:nvPr>
            <p:ph type="ftr" idx="19"/>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endParaRPr/>
          </a:p>
        </p:txBody>
      </p:sp>
      <p:sp>
        <p:nvSpPr>
          <p:cNvPr id="8" name="Espace réservé du numéro de diapositive 7">
            <a:extLst xmlns:a="http://schemas.openxmlformats.org/drawingml/2006/main">
              <a:ext uri="{FF2B5EF4-FFF2-40B4-BE49-F238E27FC236}">
                <a16:creationId xmlns:a16="http://schemas.microsoft.com/office/drawing/2014/main" id="{DA4FCC3A-6CDB-8F60-958D-327E8DAF0092}"/>
              </a:ext>
            </a:extLst>
          </p:cNvPr>
          <p:cNvSpPr>
            <a:spLocks xmlns:a="http://schemas.openxmlformats.org/drawingml/2006/main" noGrp="1"/>
          </p:cNvSpPr>
          <p:nvPr>
            <p:ph type="sldNum" idx="20"/>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E1E1CD7C-2161-7D43-862E-CE4C333CD873}" type="slidenum">
              <a:t>‹#›</a:t>
            </a:fld>
            <a:endParaRPr/>
          </a:p>
        </p:txBody>
      </p:sp>
    </p:spTree>
  </p:cSld>
</p:sldLayout>
</file>

<file path=ppt/slideLayouts/slideLayout7.xml><?xml version="1.0" encoding="utf-8"?>
<p:sldLayout xmlns:p="http://schemas.openxmlformats.org/presentationml/2006/main" preserve="1" userDrawn="1">
  <p:cSld name="5_Summary">
    <p:bg>
      <p:bgPr>
        <a:gradFill xmlns:a="http://schemas.openxmlformats.org/drawingml/2006/main">
          <a:gsLst>
            <a:gs pos="0">
              <a:schemeClr val="accent3">
                <a:lumMod val="50000"/>
              </a:schemeClr>
            </a:gs>
            <a:gs pos="32000">
              <a:schemeClr val="accent3"/>
            </a:gs>
            <a:gs pos="99000">
              <a:schemeClr val="accent3"/>
            </a:gs>
          </a:gsLst>
          <a:lin ang="5400000" scaled="1"/>
        </a:gradFill>
      </p:bgPr>
    </p:bg>
    <p:spTree>
      <p:nvGrpSpPr>
        <p:cNvPr id="1" name=""/>
        <p:cNvGrpSpPr/>
        <p:nvPr/>
      </p:nvGrpSpPr>
      <p:grpSpPr>
        <a:xfrm xmlns:a="http://schemas.openxmlformats.org/drawingml/2006/main"/>
      </p:grpSpPr>
      <p:sp>
        <p:nvSpPr>
          <p:cNvPr id="3" name="Espace réservé pour une image  2">
            <a:extLst xmlns:a="http://schemas.openxmlformats.org/drawingml/2006/main">
              <a:ext uri="{FF2B5EF4-FFF2-40B4-BE49-F238E27FC236}">
                <a16:creationId xmlns:a16="http://schemas.microsoft.com/office/drawing/2014/main" id="{4D387EDE-1B8D-E16E-86A5-AAF51018B2F4}"/>
              </a:ext>
            </a:extLst>
          </p:cNvPr>
          <p:cNvSpPr>
            <a:spLocks xmlns:a="http://schemas.openxmlformats.org/drawingml/2006/main" noGrp="1"/>
          </p:cNvSpPr>
          <p:nvPr>
            <p:ph type="pic" idx="17"/>
          </p:nvPr>
        </p:nvSpPr>
        <p:spPr>
          <a:xfrm xmlns:a="http://schemas.openxmlformats.org/drawingml/2006/main">
            <a:off x="6167438" y="-12700"/>
            <a:ext cx="6024562" cy="6870700"/>
          </a:xfrm>
        </p:spPr>
        <p:txBody>
          <a:bodyPr xmlns:a="http://schemas.openxmlformats.org/drawingml/2006/main"/>
          <a:lstStyle xmlns:a="http://schemas.openxmlformats.org/drawingml/2006/main"/>
          <a:p xmlns:a="http://schemas.openxmlformats.org/drawingml/2006/main">
            <a:endParaRPr/>
          </a:p>
        </p:txBody>
      </p:sp>
      <p:sp>
        <p:nvSpPr>
          <p:cNvPr id="4" name="Titre 3">
            <a:extLst xmlns:a="http://schemas.openxmlformats.org/drawingml/2006/main">
              <a:ext uri="{FF2B5EF4-FFF2-40B4-BE49-F238E27FC236}">
                <a16:creationId xmlns:a16="http://schemas.microsoft.com/office/drawing/2014/main" id="{16499075-47BF-B665-C8F4-F255DF7B62B9}"/>
              </a:ext>
            </a:extLst>
          </p:cNvPr>
          <p:cNvSpPr>
            <a:spLocks xmlns:a="http://schemas.openxmlformats.org/drawingml/2006/main" noGrp="1"/>
          </p:cNvSpPr>
          <p:nvPr>
            <p:ph type="title" idx="0" hasCustomPrompt="1"/>
          </p:nvPr>
        </p:nvSpPr>
        <p:spPr>
          <a:xfrm xmlns:a="http://schemas.openxmlformats.org/drawingml/2006/main">
            <a:off x="550863" y="873125"/>
            <a:ext cx="5148898" cy="559435"/>
          </a:xfrm>
        </p:spPr>
        <p:txBody>
          <a:bodyPr xmlns:a="http://schemas.openxmlformats.org/drawingml/2006/main">
            <a:normAutofit/>
          </a:bodyPr>
          <a:lstStyle xmlns:a="http://schemas.openxmlformats.org/drawingml/2006/main">
            <a:lvl1pPr>
              <a:buNone/>
              <a:defRPr sz="1467" b="0" i="0" kern="1200" spc="300">
                <a:solidFill>
                  <a:schemeClr val="bg1"/>
                </a:solidFill>
                <a:latin typeface="Arial"/>
                <a:ea typeface="Arial"/>
                <a:cs typeface="Arial"/>
              </a:defRPr>
            </a:lvl1pPr>
          </a:lstStyle>
          <a:p xmlns:a="http://schemas.openxmlformats.org/drawingml/2006/main">
            <a:pPr marL="0" lvl="0" indent="0" algn="l" defTabSz="914377">
              <a:lnSpc>
                <a:spcPct val="90000"/>
              </a:lnSpc>
              <a:spcBef>
                <a:spcPts val="1000"/>
              </a:spcBef>
              <a:buClr>
                <a:schemeClr val="tx2"/>
              </a:buClr>
              <a:buSzPct val="90000"/>
              <a:buFont typeface="Wingdings"/>
              <a:buNone/>
            </a:pPr>
            <a:r>
              <a:t>MODIFIEZ LE STYLE DU TITRE</a:t>
            </a:r>
            <a:endParaRPr/>
          </a:p>
        </p:txBody>
      </p:sp>
      <p:pic>
        <p:nvPicPr>
          <p:cNvPr id="15" name="Image 9"/>
          <p:cNvPicPr>
            <a:picLocks xmlns:a="http://schemas.openxmlformats.org/drawingml/2006/main" noChangeAspect="1"/>
          </p:cNvPicPr>
          <p:nvPr/>
        </p:nvPicPr>
        <p:blipFill>
          <a:blip xmlns:r="http://schemas.openxmlformats.org/officeDocument/2006/relationships" xmlns:a="http://schemas.openxmlformats.org/drawingml/2006/main" r:embed="Rabfed81397f141c4"/>
          <a:srcRect xmlns:a="http://schemas.openxmlformats.org/drawingml/2006/main" l="0" t="0" r="0" b="0"/>
          <a:stretch xmlns:a="http://schemas.openxmlformats.org/drawingml/2006/main"/>
        </p:blipFill>
        <p:spPr>
          <a:xfrm xmlns:a="http://schemas.openxmlformats.org/drawingml/2006/main">
            <a:off x="472673" y="256633"/>
            <a:ext cx="823217" cy="356277"/>
          </a:xfrm>
          <a:prstGeom xmlns:a="http://schemas.openxmlformats.org/drawingml/2006/main" prst="rect">
            <a:avLst/>
          </a:prstGeom>
        </p:spPr>
      </p:pic>
      <p:sp>
        <p:nvSpPr>
          <p:cNvPr id="11" name="Espace réservé du texte 4">
            <a:extLst xmlns:a="http://schemas.openxmlformats.org/drawingml/2006/main">
              <a:ext uri="{FF2B5EF4-FFF2-40B4-BE49-F238E27FC236}">
                <a16:creationId xmlns:a16="http://schemas.microsoft.com/office/drawing/2014/main" id="{52952F76-2586-3463-ED9F-938B2A5FF176}"/>
              </a:ext>
            </a:extLst>
          </p:cNvPr>
          <p:cNvSpPr>
            <a:spLocks xmlns:a="http://schemas.openxmlformats.org/drawingml/2006/main" noGrp="1"/>
          </p:cNvSpPr>
          <p:nvPr>
            <p:ph type="body" idx="11" hasCustomPrompt="1"/>
          </p:nvPr>
        </p:nvSpPr>
        <p:spPr>
          <a:xfrm xmlns:a="http://schemas.openxmlformats.org/drawingml/2006/main">
            <a:off x="550864" y="2084388"/>
            <a:ext cx="5473699" cy="4456112"/>
          </a:xfrm>
          <a:prstGeom xmlns:a="http://schemas.openxmlformats.org/drawingml/2006/main" prst="rect">
            <a:avLst/>
          </a:prstGeom>
          <a:noFill xmlns:a="http://schemas.openxmlformats.org/drawingml/2006/main"/>
        </p:spPr>
        <p:txBody>
          <a:bodyPr xmlns:a="http://schemas.openxmlformats.org/drawingml/2006/main" lIns="0" anchor="ctr">
            <a:noAutofit/>
          </a:bodyPr>
          <a:lstStyle xmlns:a="http://schemas.openxmlformats.org/drawingml/2006/main">
            <a:lvl1pPr marL="0" indent="0" algn="l">
              <a:buNone/>
              <a:defRPr sz="4000" b="1" i="0" kern="1000" spc="-300" baseline="0">
                <a:solidFill>
                  <a:schemeClr val="bg1"/>
                </a:solidFill>
                <a:effectLst>
                  <a:outerShdw blurRad="50800" dist="38100" dir="2700000" algn="tl" rotWithShape="0">
                    <a:prstClr val="black">
                      <a:alpha val="40000"/>
                    </a:prstClr>
                  </a:outerShdw>
                </a:effectLst>
                <a:latin typeface="+mj-lt"/>
                <a:ea typeface="+mj-lt"/>
                <a:cs typeface="+mj-lt"/>
              </a:defRPr>
            </a:lvl1pPr>
          </a:lstStyle>
          <a:p xmlns:a="http://schemas.openxmlformats.org/drawingml/2006/main">
            <a:pPr marL="0" lvl="0" indent="0" algn="l" defTabSz="914377">
              <a:lnSpc>
                <a:spcPct val="90000"/>
              </a:lnSpc>
              <a:spcBef>
                <a:spcPts val="1000"/>
              </a:spcBef>
              <a:buClr>
                <a:schemeClr val="tx2"/>
              </a:buClr>
              <a:buSzPct val="90000"/>
              <a:buFont typeface="Wingdings"/>
              <a:buNone/>
            </a:pPr>
            <a:r>
              <a:t>CLIQUEZ POUR MODIFIER LES STYLES DU TEXTE DU MASQUE</a:t>
            </a:r>
          </a:p>
        </p:txBody>
      </p:sp>
      <p:sp>
        <p:nvSpPr>
          <p:cNvPr id="5" name="Espace réservé de la date 4">
            <a:extLst xmlns:a="http://schemas.openxmlformats.org/drawingml/2006/main">
              <a:ext uri="{FF2B5EF4-FFF2-40B4-BE49-F238E27FC236}">
                <a16:creationId xmlns:a16="http://schemas.microsoft.com/office/drawing/2014/main" id="{0B6554DF-70B4-182A-5B09-B5E21366F901}"/>
              </a:ext>
            </a:extLst>
          </p:cNvPr>
          <p:cNvSpPr>
            <a:spLocks xmlns:a="http://schemas.openxmlformats.org/drawingml/2006/main" noGrp="1"/>
          </p:cNvSpPr>
          <p:nvPr>
            <p:ph type="dt" idx="18"/>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EPFL AT A GLANCE</a:t>
            </a:r>
            <a:endParaRPr/>
          </a:p>
        </p:txBody>
      </p:sp>
      <p:sp>
        <p:nvSpPr>
          <p:cNvPr id="6" name="Espace réservé du pied de page 5">
            <a:extLst xmlns:a="http://schemas.openxmlformats.org/drawingml/2006/main">
              <a:ext uri="{FF2B5EF4-FFF2-40B4-BE49-F238E27FC236}">
                <a16:creationId xmlns:a16="http://schemas.microsoft.com/office/drawing/2014/main" id="{FFD13DF1-CA37-4F2E-8695-F279B0F21756}"/>
              </a:ext>
            </a:extLst>
          </p:cNvPr>
          <p:cNvSpPr>
            <a:spLocks xmlns:a="http://schemas.openxmlformats.org/drawingml/2006/main" noGrp="1"/>
          </p:cNvSpPr>
          <p:nvPr>
            <p:ph type="ftr" idx="19"/>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endParaRPr/>
          </a:p>
        </p:txBody>
      </p:sp>
      <p:sp>
        <p:nvSpPr>
          <p:cNvPr id="8" name="Espace réservé du numéro de diapositive 7">
            <a:extLst xmlns:a="http://schemas.openxmlformats.org/drawingml/2006/main">
              <a:ext uri="{FF2B5EF4-FFF2-40B4-BE49-F238E27FC236}">
                <a16:creationId xmlns:a16="http://schemas.microsoft.com/office/drawing/2014/main" id="{DA4FCC3A-6CDB-8F60-958D-327E8DAF0092}"/>
              </a:ext>
            </a:extLst>
          </p:cNvPr>
          <p:cNvSpPr>
            <a:spLocks xmlns:a="http://schemas.openxmlformats.org/drawingml/2006/main" noGrp="1"/>
          </p:cNvSpPr>
          <p:nvPr>
            <p:ph type="sldNum" idx="20"/>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E1E1CD7C-2161-7D43-862E-CE4C333CD873}" type="slidenum">
              <a:t>‹#›</a:t>
            </a:fld>
            <a:endParaRPr/>
          </a:p>
        </p:txBody>
      </p:sp>
    </p:spTree>
  </p:cSld>
</p:sldLayout>
</file>

<file path=ppt/slideLayouts/slideLayout8.xml><?xml version="1.0" encoding="utf-8"?>
<p:sldLayout xmlns:p="http://schemas.openxmlformats.org/presentationml/2006/main" preserve="1" userDrawn="1">
  <p:cSld name="5_Titre et contenu">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49D5A569-1B85-4C3F-909D-8867451AAF1F}"/>
              </a:ext>
            </a:extLst>
          </p:cNvPr>
          <p:cNvSpPr>
            <a:spLocks xmlns:a="http://schemas.openxmlformats.org/drawingml/2006/main" noGrp="1"/>
          </p:cNvSpPr>
          <p:nvPr>
            <p:ph idx="1"/>
          </p:nvPr>
        </p:nvSpPr>
        <p:spPr>
          <a:xfrm xmlns:a="http://schemas.openxmlformats.org/drawingml/2006/main">
            <a:off x="550863" y="3122613"/>
            <a:ext cx="11090274" cy="3402012"/>
          </a:xfrm>
        </p:spPr>
        <p:txBody>
          <a:bodyPr xmlns:a="http://schemas.openxmlformats.org/drawingml/2006/main"/>
          <a:lstStyle xmlns:a="http://schemas.openxmlformats.org/drawingml/2006/main"/>
          <a:p xmlns:a="http://schemas.openxmlformats.org/drawingml/2006/main">
            <a:pPr lvl="0">
              <a:buNone/>
            </a:pPr>
            <a:r>
              <a:t>Cliquez pour modifier les styles du texte du masque</a:t>
            </a:r>
          </a:p>
        </p:txBody>
      </p:sp>
      <p:sp>
        <p:nvSpPr>
          <p:cNvPr id="2" name="Titre 1">
            <a:extLst xmlns:a="http://schemas.openxmlformats.org/drawingml/2006/main">
              <a:ext uri="{FF2B5EF4-FFF2-40B4-BE49-F238E27FC236}">
                <a16:creationId xmlns:a16="http://schemas.microsoft.com/office/drawing/2014/main" id="{96942D0D-07B5-D98B-14DE-AA7EF42087E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Modifiez le style du titre</a:t>
            </a:r>
            <a:endParaRPr/>
          </a:p>
        </p:txBody>
      </p:sp>
      <p:sp>
        <p:nvSpPr>
          <p:cNvPr id="7" name="Espace réservé de la date 6">
            <a:extLst xmlns:a="http://schemas.openxmlformats.org/drawingml/2006/main">
              <a:ext uri="{FF2B5EF4-FFF2-40B4-BE49-F238E27FC236}">
                <a16:creationId xmlns:a16="http://schemas.microsoft.com/office/drawing/2014/main" id="{6FF3597A-A13D-7013-BAE2-C9613316CD9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8" name="Espace réservé du pied de page 7">
            <a:extLst xmlns:a="http://schemas.openxmlformats.org/drawingml/2006/main">
              <a:ext uri="{FF2B5EF4-FFF2-40B4-BE49-F238E27FC236}">
                <a16:creationId xmlns:a16="http://schemas.microsoft.com/office/drawing/2014/main" id="{D632C1CA-DB30-E56F-9D0A-D169EB21BDE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Espace réservé du numéro de diapositive 8">
            <a:extLst xmlns:a="http://schemas.openxmlformats.org/drawingml/2006/main">
              <a:ext uri="{FF2B5EF4-FFF2-40B4-BE49-F238E27FC236}">
                <a16:creationId xmlns:a16="http://schemas.microsoft.com/office/drawing/2014/main" id="{32ECD5E1-317B-1135-8109-60D2B0C8EE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1E1CD7C-2161-7D43-862E-CE4C333CD873}" type="slidenum">
              <a:t>‹#›</a:t>
            </a:fld>
            <a:endParaRPr/>
          </a:p>
        </p:txBody>
      </p:sp>
    </p:spTree>
  </p:cSld>
</p:sldLayout>
</file>

<file path=ppt/slideLayouts/slideLayout9.xml><?xml version="1.0" encoding="utf-8"?>
<p:sldLayout xmlns:p="http://schemas.openxmlformats.org/presentationml/2006/main" preserve="1" userDrawn="1">
  <p:cSld name="8_Titre et contenu">
    <p:bg>
      <p:bgPr>
        <a:gradFill xmlns:a="http://schemas.openxmlformats.org/drawingml/2006/main">
          <a:gsLst>
            <a:gs pos="0">
              <a:schemeClr val="bg2">
                <a:lumMod val="40000"/>
                <a:lumOff val="60000"/>
              </a:schemeClr>
            </a:gs>
            <a:gs pos="32000">
              <a:schemeClr val="bg2"/>
            </a:gs>
            <a:gs pos="99000">
              <a:schemeClr val="bg2"/>
            </a:gs>
          </a:gsLst>
          <a:lin ang="5400000" scaled="1"/>
        </a:gradFill>
      </p:bgPr>
    </p:bg>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BD354303-4261-4933-BF2E-DC8F65BB497D}"/>
              </a:ext>
            </a:extLst>
          </p:cNvPr>
          <p:cNvSpPr>
            <a:spLocks xmlns:a="http://schemas.openxmlformats.org/drawingml/2006/main" noGrp="1"/>
          </p:cNvSpPr>
          <p:nvPr>
            <p:ph idx="1"/>
          </p:nvPr>
        </p:nvSpPr>
        <p:spPr>
          <a:xfrm xmlns:a="http://schemas.openxmlformats.org/drawingml/2006/main">
            <a:off x="550863" y="3122613"/>
            <a:ext cx="11090274" cy="3402012"/>
          </a:xfrm>
        </p:spPr>
        <p:txBody>
          <a:bodyPr xmlns:a="http://schemas.openxmlformats.org/drawingml/2006/main"/>
          <a:lstStyle xmlns:a="http://schemas.openxmlformats.org/drawingml/2006/main"/>
          <a:p xmlns:a="http://schemas.openxmlformats.org/drawingml/2006/main">
            <a:pPr lvl="0">
              <a:buNone/>
            </a:pPr>
            <a:r>
              <a:t>Cliquez pour modifier les styles du texte du masque</a:t>
            </a:r>
          </a:p>
        </p:txBody>
      </p:sp>
      <p:sp>
        <p:nvSpPr>
          <p:cNvPr id="2" name="Titre 1">
            <a:extLst xmlns:a="http://schemas.openxmlformats.org/drawingml/2006/main">
              <a:ext uri="{FF2B5EF4-FFF2-40B4-BE49-F238E27FC236}">
                <a16:creationId xmlns:a16="http://schemas.microsoft.com/office/drawing/2014/main" id="{96942D0D-07B5-D98B-14DE-AA7EF42087E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Modifiez le style du titre</a:t>
            </a:r>
            <a:endParaRPr/>
          </a:p>
        </p:txBody>
      </p:sp>
      <p:sp>
        <p:nvSpPr>
          <p:cNvPr id="7" name="Espace réservé de la date 6">
            <a:extLst xmlns:a="http://schemas.openxmlformats.org/drawingml/2006/main">
              <a:ext uri="{FF2B5EF4-FFF2-40B4-BE49-F238E27FC236}">
                <a16:creationId xmlns:a16="http://schemas.microsoft.com/office/drawing/2014/main" id="{6FF3597A-A13D-7013-BAE2-C9613316CD9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8" name="Espace réservé du pied de page 7">
            <a:extLst xmlns:a="http://schemas.openxmlformats.org/drawingml/2006/main">
              <a:ext uri="{FF2B5EF4-FFF2-40B4-BE49-F238E27FC236}">
                <a16:creationId xmlns:a16="http://schemas.microsoft.com/office/drawing/2014/main" id="{D632C1CA-DB30-E56F-9D0A-D169EB21BDE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Espace réservé du numéro de diapositive 8">
            <a:extLst xmlns:a="http://schemas.openxmlformats.org/drawingml/2006/main">
              <a:ext uri="{FF2B5EF4-FFF2-40B4-BE49-F238E27FC236}">
                <a16:creationId xmlns:a16="http://schemas.microsoft.com/office/drawing/2014/main" id="{32ECD5E1-317B-1135-8109-60D2B0C8EE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1E1CD7C-2161-7D43-862E-CE4C333CD873}" type="slidenum">
              <a:t>‹#›</a:t>
            </a:fld>
            <a:endParaRPr/>
          </a:p>
        </p:txBody>
      </p:sp>
    </p:spTree>
  </p:cSld>
</p:sldLayout>
</file>

<file path=ppt/slideLayouts/slideLayout10.xml><?xml version="1.0" encoding="utf-8"?>
<p:sldLayout xmlns:p="http://schemas.openxmlformats.org/presentationml/2006/main" preserve="1" userDrawn="1">
  <p:cSld name="7_Titre et contenu">
    <p:bg>
      <p:bgPr>
        <a:gradFill xmlns:a="http://schemas.openxmlformats.org/drawingml/2006/main">
          <a:gsLst>
            <a:gs pos="0">
              <a:schemeClr val="tx2">
                <a:lumMod val="50000"/>
              </a:schemeClr>
            </a:gs>
            <a:gs pos="32000">
              <a:schemeClr val="tx2"/>
            </a:gs>
            <a:gs pos="98000">
              <a:schemeClr val="tx2"/>
            </a:gs>
          </a:gsLst>
          <a:lin ang="5400000" scaled="1"/>
        </a:gradFill>
      </p:bgPr>
    </p:bg>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102FE479-BA39-4FF3-9B29-C043589E1264}"/>
              </a:ext>
            </a:extLst>
          </p:cNvPr>
          <p:cNvSpPr>
            <a:spLocks xmlns:a="http://schemas.openxmlformats.org/drawingml/2006/main" noGrp="1"/>
          </p:cNvSpPr>
          <p:nvPr>
            <p:ph idx="1"/>
          </p:nvPr>
        </p:nvSpPr>
        <p:spPr>
          <a:xfrm xmlns:a="http://schemas.openxmlformats.org/drawingml/2006/main">
            <a:off x="550863" y="3122613"/>
            <a:ext cx="11090274" cy="3402012"/>
          </a:xfrm>
        </p:spPr>
        <p:txBody>
          <a:bodyPr xmlns:a="http://schemas.openxmlformats.org/drawingml/2006/main"/>
          <a:lstStyle xmlns:a="http://schemas.openxmlformats.org/drawingml/2006/main">
            <a:lvl1pPr>
              <a:buClrTx/>
              <a:buNone/>
              <a:defRPr>
                <a:solidFill>
                  <a:schemeClr val="bg1"/>
                </a:solidFill>
              </a:defRPr>
            </a:lvl1pPr>
          </a:lstStyle>
          <a:p xmlns:a="http://schemas.openxmlformats.org/drawingml/2006/main">
            <a:pPr lvl="0">
              <a:buNone/>
            </a:pPr>
            <a:r>
              <a:t>Cliquez pour modifier les styles du texte du masque</a:t>
            </a:r>
          </a:p>
        </p:txBody>
      </p:sp>
      <p:sp>
        <p:nvSpPr>
          <p:cNvPr id="2" name="Titre 1">
            <a:extLst xmlns:a="http://schemas.openxmlformats.org/drawingml/2006/main">
              <a:ext uri="{FF2B5EF4-FFF2-40B4-BE49-F238E27FC236}">
                <a16:creationId xmlns:a16="http://schemas.microsoft.com/office/drawing/2014/main" id="{96942D0D-07B5-D98B-14DE-AA7EF42087E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Modifiez le style du titre</a:t>
            </a:r>
            <a:endParaRPr/>
          </a:p>
        </p:txBody>
      </p:sp>
      <p:sp>
        <p:nvSpPr>
          <p:cNvPr id="9" name="Forme libre 8">
            <a:extLst xmlns:a="http://schemas.openxmlformats.org/drawingml/2006/main">
              <a:ext uri="{FF2B5EF4-FFF2-40B4-BE49-F238E27FC236}">
                <a16:creationId xmlns:a16="http://schemas.microsoft.com/office/drawing/2014/main" id="{13EF8F51-3EA2-359B-1A23-D9F373527745}"/>
              </a:ext>
            </a:extLst>
          </p:cNvPr>
          <p:cNvSpPr>
            <a:spLocks xmlns:a="http://schemas.openxmlformats.org/drawingml/2006/main" noGrp="1"/>
          </p:cNvSpPr>
          <p:nvPr/>
        </p:nvSpPr>
        <p:spPr>
          <a:xfrm xmlns:a="http://schemas.openxmlformats.org/drawingml/2006/main">
            <a:off x="555663" y="335968"/>
            <a:ext cx="138216" cy="77949"/>
          </a:xfrm>
          <a:custGeom xmlns:a="http://schemas.openxmlformats.org/drawingml/2006/main">
            <a:gdLst>
              <a:gd name="connsiteX0" fmla="*/ 0 w 138216"/>
              <a:gd name="connsiteY0" fmla="*/ 77949 h 77949"/>
              <a:gd name="connsiteX1" fmla="*/ 41210 w 138216"/>
              <a:gd name="connsiteY1" fmla="*/ 77949 h 77949"/>
              <a:gd name="connsiteX2" fmla="*/ 41210 w 138216"/>
              <a:gd name="connsiteY2" fmla="*/ 35358 h 77949"/>
              <a:gd name="connsiteX3" fmla="*/ 138217 w 138216"/>
              <a:gd name="connsiteY3" fmla="*/ 35358 h 77949"/>
              <a:gd name="connsiteX4" fmla="*/ 138217 w 138216"/>
              <a:gd name="connsiteY4" fmla="*/ 0 h 77949"/>
              <a:gd name="connsiteX5" fmla="*/ 0 w 138216"/>
              <a:gd name="connsiteY5" fmla="*/ 0 h 77949"/>
              <a:gd name="connsiteX6" fmla="*/ 0 w 138216"/>
              <a:gd name="connsiteY6" fmla="*/ 77949 h 77949"/>
            </a:gdLst>
            <a:rect l="l" t="t" r="r" b="b"/>
            <a:pathLst>
              <a:path w="138216" h="77949">
                <a:moveTo>
                  <a:pt x="0" y="77949"/>
                </a:moveTo>
                <a:lnTo>
                  <a:pt x="41210" y="77949"/>
                </a:lnTo>
                <a:lnTo>
                  <a:pt x="41210" y="35358"/>
                </a:lnTo>
                <a:lnTo>
                  <a:pt x="138217" y="35358"/>
                </a:lnTo>
                <a:lnTo>
                  <a:pt x="138217" y="0"/>
                </a:lnTo>
                <a:lnTo>
                  <a:pt x="0" y="0"/>
                </a:lnTo>
                <a:lnTo>
                  <a:pt x="0" y="77949"/>
                </a:ln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0" name="Forme libre 9">
            <a:extLst xmlns:a="http://schemas.openxmlformats.org/drawingml/2006/main">
              <a:ext uri="{FF2B5EF4-FFF2-40B4-BE49-F238E27FC236}">
                <a16:creationId xmlns:a16="http://schemas.microsoft.com/office/drawing/2014/main" id="{E5B494A9-D288-4545-5699-3384315D576E}"/>
              </a:ext>
            </a:extLst>
          </p:cNvPr>
          <p:cNvSpPr>
            <a:spLocks xmlns:a="http://schemas.openxmlformats.org/drawingml/2006/main" noGrp="1"/>
          </p:cNvSpPr>
          <p:nvPr/>
        </p:nvSpPr>
        <p:spPr>
          <a:xfrm xmlns:a="http://schemas.openxmlformats.org/drawingml/2006/main">
            <a:off x="555663" y="449275"/>
            <a:ext cx="138216" cy="77962"/>
          </a:xfrm>
          <a:custGeom xmlns:a="http://schemas.openxmlformats.org/drawingml/2006/main">
            <a:gdLst>
              <a:gd name="connsiteX0" fmla="*/ 0 w 138216"/>
              <a:gd name="connsiteY0" fmla="*/ 77963 h 77962"/>
              <a:gd name="connsiteX1" fmla="*/ 138217 w 138216"/>
              <a:gd name="connsiteY1" fmla="*/ 77963 h 77962"/>
              <a:gd name="connsiteX2" fmla="*/ 138217 w 138216"/>
              <a:gd name="connsiteY2" fmla="*/ 42591 h 77962"/>
              <a:gd name="connsiteX3" fmla="*/ 41210 w 138216"/>
              <a:gd name="connsiteY3" fmla="*/ 42591 h 77962"/>
              <a:gd name="connsiteX4" fmla="*/ 41210 w 138216"/>
              <a:gd name="connsiteY4" fmla="*/ 0 h 77962"/>
              <a:gd name="connsiteX5" fmla="*/ 0 w 138216"/>
              <a:gd name="connsiteY5" fmla="*/ 0 h 77962"/>
              <a:gd name="connsiteX6" fmla="*/ 0 w 138216"/>
              <a:gd name="connsiteY6" fmla="*/ 77963 h 77962"/>
            </a:gdLst>
            <a:rect l="l" t="t" r="r" b="b"/>
            <a:pathLst>
              <a:path w="138216" h="77962">
                <a:moveTo>
                  <a:pt x="0" y="77963"/>
                </a:moveTo>
                <a:lnTo>
                  <a:pt x="138217" y="77963"/>
                </a:lnTo>
                <a:lnTo>
                  <a:pt x="138217" y="42591"/>
                </a:lnTo>
                <a:lnTo>
                  <a:pt x="41210" y="42591"/>
                </a:lnTo>
                <a:lnTo>
                  <a:pt x="41210" y="0"/>
                </a:lnTo>
                <a:lnTo>
                  <a:pt x="0" y="0"/>
                </a:lnTo>
                <a:lnTo>
                  <a:pt x="0" y="77963"/>
                </a:ln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1" name="Forme libre 10">
            <a:extLst xmlns:a="http://schemas.openxmlformats.org/drawingml/2006/main">
              <a:ext uri="{FF2B5EF4-FFF2-40B4-BE49-F238E27FC236}">
                <a16:creationId xmlns:a16="http://schemas.microsoft.com/office/drawing/2014/main" id="{A5227256-2CB5-C66B-5A1C-3E1C7C775414}"/>
              </a:ext>
            </a:extLst>
          </p:cNvPr>
          <p:cNvSpPr>
            <a:spLocks xmlns:a="http://schemas.openxmlformats.org/drawingml/2006/main" noGrp="1"/>
          </p:cNvSpPr>
          <p:nvPr/>
        </p:nvSpPr>
        <p:spPr>
          <a:xfrm xmlns:a="http://schemas.openxmlformats.org/drawingml/2006/main">
            <a:off x="596874" y="413918"/>
            <a:ext cx="88715" cy="35357"/>
          </a:xfrm>
          <a:custGeom xmlns:a="http://schemas.openxmlformats.org/drawingml/2006/main">
            <a:gdLst>
              <a:gd name="connsiteX0" fmla="*/ 0 w 88715"/>
              <a:gd name="connsiteY0" fmla="*/ 0 h 35357"/>
              <a:gd name="connsiteX1" fmla="*/ 88716 w 88715"/>
              <a:gd name="connsiteY1" fmla="*/ 0 h 35357"/>
              <a:gd name="connsiteX2" fmla="*/ 88716 w 88715"/>
              <a:gd name="connsiteY2" fmla="*/ 35358 h 35357"/>
              <a:gd name="connsiteX3" fmla="*/ 0 w 88715"/>
              <a:gd name="connsiteY3" fmla="*/ 35358 h 35357"/>
            </a:gdLst>
            <a:rect l="l" t="t" r="r" b="b"/>
            <a:pathLst>
              <a:path w="88715" h="35357">
                <a:moveTo>
                  <a:pt x="0" y="0"/>
                </a:moveTo>
                <a:lnTo>
                  <a:pt x="88716" y="0"/>
                </a:lnTo>
                <a:lnTo>
                  <a:pt x="88716" y="35358"/>
                </a:lnTo>
                <a:lnTo>
                  <a:pt x="0" y="35358"/>
                </a:ln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2" name="Forme libre 11">
            <a:extLst xmlns:a="http://schemas.openxmlformats.org/drawingml/2006/main">
              <a:ext uri="{FF2B5EF4-FFF2-40B4-BE49-F238E27FC236}">
                <a16:creationId xmlns:a16="http://schemas.microsoft.com/office/drawing/2014/main" id="{613513A6-A38B-81D3-C93C-32D8AC097F4F}"/>
              </a:ext>
            </a:extLst>
          </p:cNvPr>
          <p:cNvSpPr>
            <a:spLocks xmlns:a="http://schemas.openxmlformats.org/drawingml/2006/main" noGrp="1"/>
          </p:cNvSpPr>
          <p:nvPr/>
        </p:nvSpPr>
        <p:spPr>
          <a:xfrm xmlns:a="http://schemas.openxmlformats.org/drawingml/2006/main">
            <a:off x="729199" y="335955"/>
            <a:ext cx="151468" cy="191270"/>
          </a:xfrm>
          <a:custGeom xmlns:a="http://schemas.openxmlformats.org/drawingml/2006/main">
            <a:gdLst>
              <a:gd name="connsiteX0" fmla="*/ 136343 w 151468"/>
              <a:gd name="connsiteY0" fmla="*/ 17571 h 191270"/>
              <a:gd name="connsiteX1" fmla="*/ 115866 w 151468"/>
              <a:gd name="connsiteY1" fmla="*/ 4831 h 191270"/>
              <a:gd name="connsiteX2" fmla="*/ 85359 w 151468"/>
              <a:gd name="connsiteY2" fmla="*/ 0 h 191270"/>
              <a:gd name="connsiteX3" fmla="*/ 0 w 151468"/>
              <a:gd name="connsiteY3" fmla="*/ 0 h 191270"/>
              <a:gd name="connsiteX4" fmla="*/ 0 w 151468"/>
              <a:gd name="connsiteY4" fmla="*/ 191270 h 191270"/>
              <a:gd name="connsiteX5" fmla="*/ 41210 w 151468"/>
              <a:gd name="connsiteY5" fmla="*/ 191270 h 191270"/>
              <a:gd name="connsiteX6" fmla="*/ 41210 w 151468"/>
              <a:gd name="connsiteY6" fmla="*/ 113307 h 191270"/>
              <a:gd name="connsiteX7" fmla="*/ 85359 w 151468"/>
              <a:gd name="connsiteY7" fmla="*/ 113307 h 191270"/>
              <a:gd name="connsiteX8" fmla="*/ 115866 w 151468"/>
              <a:gd name="connsiteY8" fmla="*/ 108489 h 191270"/>
              <a:gd name="connsiteX9" fmla="*/ 136343 w 151468"/>
              <a:gd name="connsiteY9" fmla="*/ 95750 h 191270"/>
              <a:gd name="connsiteX10" fmla="*/ 147855 w 151468"/>
              <a:gd name="connsiteY10" fmla="*/ 77571 h 191270"/>
              <a:gd name="connsiteX11" fmla="*/ 151468 w 151468"/>
              <a:gd name="connsiteY11" fmla="*/ 56667 h 191270"/>
              <a:gd name="connsiteX12" fmla="*/ 147855 w 151468"/>
              <a:gd name="connsiteY12" fmla="*/ 35641 h 191270"/>
              <a:gd name="connsiteX13" fmla="*/ 136343 w 151468"/>
              <a:gd name="connsiteY13" fmla="*/ 17584 h 191270"/>
              <a:gd name="connsiteX14" fmla="*/ 107710 w 151468"/>
              <a:gd name="connsiteY14" fmla="*/ 67612 h 191270"/>
              <a:gd name="connsiteX15" fmla="*/ 99554 w 151468"/>
              <a:gd name="connsiteY15" fmla="*/ 74076 h 191270"/>
              <a:gd name="connsiteX16" fmla="*/ 87786 w 151468"/>
              <a:gd name="connsiteY16" fmla="*/ 77167 h 191270"/>
              <a:gd name="connsiteX17" fmla="*/ 73874 w 151468"/>
              <a:gd name="connsiteY17" fmla="*/ 77963 h 191270"/>
              <a:gd name="connsiteX18" fmla="*/ 41224 w 151468"/>
              <a:gd name="connsiteY18" fmla="*/ 77963 h 191270"/>
              <a:gd name="connsiteX19" fmla="*/ 41224 w 151468"/>
              <a:gd name="connsiteY19" fmla="*/ 35371 h 191270"/>
              <a:gd name="connsiteX20" fmla="*/ 73874 w 151468"/>
              <a:gd name="connsiteY20" fmla="*/ 35371 h 191270"/>
              <a:gd name="connsiteX21" fmla="*/ 87786 w 151468"/>
              <a:gd name="connsiteY21" fmla="*/ 36168 h 191270"/>
              <a:gd name="connsiteX22" fmla="*/ 99554 w 151468"/>
              <a:gd name="connsiteY22" fmla="*/ 39258 h 191270"/>
              <a:gd name="connsiteX23" fmla="*/ 107710 w 151468"/>
              <a:gd name="connsiteY23" fmla="*/ 45722 h 191270"/>
              <a:gd name="connsiteX24" fmla="*/ 110784 w 151468"/>
              <a:gd name="connsiteY24" fmla="*/ 56667 h 191270"/>
              <a:gd name="connsiteX25" fmla="*/ 107710 w 151468"/>
              <a:gd name="connsiteY25" fmla="*/ 67612 h 191270"/>
            </a:gdLst>
            <a:rect l="l" t="t" r="r" b="b"/>
            <a:pathLst>
              <a:path w="151468" h="191270">
                <a:moveTo>
                  <a:pt x="136343" y="17571"/>
                </a:moveTo>
                <a:cubicBezTo>
                  <a:pt x="131072" y="12294"/>
                  <a:pt x="124251" y="8043"/>
                  <a:pt x="115866" y="4831"/>
                </a:cubicBezTo>
                <a:cubicBezTo>
                  <a:pt x="107481" y="1619"/>
                  <a:pt x="97303" y="0"/>
                  <a:pt x="85359" y="0"/>
                </a:cubicBezTo>
                <a:lnTo>
                  <a:pt x="0" y="0"/>
                </a:lnTo>
                <a:lnTo>
                  <a:pt x="0" y="191270"/>
                </a:lnTo>
                <a:lnTo>
                  <a:pt x="41210" y="191270"/>
                </a:lnTo>
                <a:lnTo>
                  <a:pt x="41210" y="113307"/>
                </a:lnTo>
                <a:lnTo>
                  <a:pt x="85359" y="113307"/>
                </a:lnTo>
                <a:cubicBezTo>
                  <a:pt x="97303" y="113307"/>
                  <a:pt x="107481" y="111701"/>
                  <a:pt x="115866" y="108489"/>
                </a:cubicBezTo>
                <a:cubicBezTo>
                  <a:pt x="124251" y="105277"/>
                  <a:pt x="131072" y="101026"/>
                  <a:pt x="136343" y="95750"/>
                </a:cubicBezTo>
                <a:cubicBezTo>
                  <a:pt x="141600" y="90473"/>
                  <a:pt x="145442" y="84414"/>
                  <a:pt x="147855" y="77571"/>
                </a:cubicBezTo>
                <a:cubicBezTo>
                  <a:pt x="150268" y="70729"/>
                  <a:pt x="151468" y="63766"/>
                  <a:pt x="151468" y="56667"/>
                </a:cubicBezTo>
                <a:cubicBezTo>
                  <a:pt x="151468" y="49569"/>
                  <a:pt x="150268" y="42402"/>
                  <a:pt x="147855" y="35641"/>
                </a:cubicBezTo>
                <a:cubicBezTo>
                  <a:pt x="145442" y="28880"/>
                  <a:pt x="141614" y="22861"/>
                  <a:pt x="136343" y="17584"/>
                </a:cubicBezTo>
                <a:close/>
                <a:moveTo>
                  <a:pt x="107710" y="67612"/>
                </a:moveTo>
                <a:cubicBezTo>
                  <a:pt x="105661" y="70392"/>
                  <a:pt x="102938" y="72551"/>
                  <a:pt x="99554" y="74076"/>
                </a:cubicBezTo>
                <a:cubicBezTo>
                  <a:pt x="96157" y="75601"/>
                  <a:pt x="92234" y="76627"/>
                  <a:pt x="87786" y="77167"/>
                </a:cubicBezTo>
                <a:cubicBezTo>
                  <a:pt x="83324" y="77693"/>
                  <a:pt x="78686" y="77963"/>
                  <a:pt x="73874" y="77963"/>
                </a:cubicBezTo>
                <a:lnTo>
                  <a:pt x="41224" y="77963"/>
                </a:lnTo>
                <a:lnTo>
                  <a:pt x="41224" y="35371"/>
                </a:lnTo>
                <a:lnTo>
                  <a:pt x="73874" y="35371"/>
                </a:lnTo>
                <a:cubicBezTo>
                  <a:pt x="78686" y="35371"/>
                  <a:pt x="83324" y="35641"/>
                  <a:pt x="87786" y="36168"/>
                </a:cubicBezTo>
                <a:cubicBezTo>
                  <a:pt x="92248" y="36694"/>
                  <a:pt x="96171" y="37733"/>
                  <a:pt x="99554" y="39258"/>
                </a:cubicBezTo>
                <a:cubicBezTo>
                  <a:pt x="102938" y="40783"/>
                  <a:pt x="105661" y="42942"/>
                  <a:pt x="107710" y="45722"/>
                </a:cubicBezTo>
                <a:cubicBezTo>
                  <a:pt x="109759" y="48502"/>
                  <a:pt x="110784" y="52160"/>
                  <a:pt x="110784" y="56667"/>
                </a:cubicBezTo>
                <a:cubicBezTo>
                  <a:pt x="110784" y="61175"/>
                  <a:pt x="109759" y="64832"/>
                  <a:pt x="107710" y="67612"/>
                </a:cubicBez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3" name="Forme libre 12">
            <a:extLst xmlns:a="http://schemas.openxmlformats.org/drawingml/2006/main">
              <a:ext uri="{FF2B5EF4-FFF2-40B4-BE49-F238E27FC236}">
                <a16:creationId xmlns:a16="http://schemas.microsoft.com/office/drawing/2014/main" id="{5B115CEE-A940-BE26-2B43-166F8314B6E7}"/>
              </a:ext>
            </a:extLst>
          </p:cNvPr>
          <p:cNvSpPr>
            <a:spLocks xmlns:a="http://schemas.openxmlformats.org/drawingml/2006/main" noGrp="1"/>
          </p:cNvSpPr>
          <p:nvPr/>
        </p:nvSpPr>
        <p:spPr>
          <a:xfrm xmlns:a="http://schemas.openxmlformats.org/drawingml/2006/main">
            <a:off x="1074937" y="335968"/>
            <a:ext cx="138203" cy="191269"/>
          </a:xfrm>
          <a:custGeom xmlns:a="http://schemas.openxmlformats.org/drawingml/2006/main">
            <a:gdLst>
              <a:gd name="connsiteX0" fmla="*/ 41197 w 138203"/>
              <a:gd name="connsiteY0" fmla="*/ 155899 h 191269"/>
              <a:gd name="connsiteX1" fmla="*/ 41197 w 138203"/>
              <a:gd name="connsiteY1" fmla="*/ 0 h 191269"/>
              <a:gd name="connsiteX2" fmla="*/ 0 w 138203"/>
              <a:gd name="connsiteY2" fmla="*/ 0 h 191269"/>
              <a:gd name="connsiteX3" fmla="*/ 0 w 138203"/>
              <a:gd name="connsiteY3" fmla="*/ 191270 h 191269"/>
              <a:gd name="connsiteX4" fmla="*/ 138203 w 138203"/>
              <a:gd name="connsiteY4" fmla="*/ 191270 h 191269"/>
              <a:gd name="connsiteX5" fmla="*/ 138203 w 138203"/>
              <a:gd name="connsiteY5" fmla="*/ 155899 h 191269"/>
              <a:gd name="connsiteX6" fmla="*/ 41197 w 138203"/>
              <a:gd name="connsiteY6" fmla="*/ 155899 h 191269"/>
            </a:gdLst>
            <a:rect l="l" t="t" r="r" b="b"/>
            <a:pathLst>
              <a:path w="138203" h="191269">
                <a:moveTo>
                  <a:pt x="41197" y="155899"/>
                </a:moveTo>
                <a:lnTo>
                  <a:pt x="41197" y="0"/>
                </a:lnTo>
                <a:lnTo>
                  <a:pt x="0" y="0"/>
                </a:lnTo>
                <a:lnTo>
                  <a:pt x="0" y="191270"/>
                </a:lnTo>
                <a:lnTo>
                  <a:pt x="138203" y="191270"/>
                </a:lnTo>
                <a:lnTo>
                  <a:pt x="138203" y="155899"/>
                </a:lnTo>
                <a:lnTo>
                  <a:pt x="41197" y="155899"/>
                </a:ln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4" name="Forme libre 13">
            <a:extLst xmlns:a="http://schemas.openxmlformats.org/drawingml/2006/main">
              <a:ext uri="{FF2B5EF4-FFF2-40B4-BE49-F238E27FC236}">
                <a16:creationId xmlns:a16="http://schemas.microsoft.com/office/drawing/2014/main" id="{2C4287DA-CF08-EA83-E364-FECE99038CA8}"/>
              </a:ext>
            </a:extLst>
          </p:cNvPr>
          <p:cNvSpPr>
            <a:spLocks xmlns:a="http://schemas.openxmlformats.org/drawingml/2006/main" noGrp="1"/>
          </p:cNvSpPr>
          <p:nvPr/>
        </p:nvSpPr>
        <p:spPr>
          <a:xfrm xmlns:a="http://schemas.openxmlformats.org/drawingml/2006/main">
            <a:off x="906874" y="335968"/>
            <a:ext cx="138216" cy="77949"/>
          </a:xfrm>
          <a:custGeom xmlns:a="http://schemas.openxmlformats.org/drawingml/2006/main">
            <a:gdLst>
              <a:gd name="connsiteX0" fmla="*/ 0 w 138216"/>
              <a:gd name="connsiteY0" fmla="*/ 77949 h 77949"/>
              <a:gd name="connsiteX1" fmla="*/ 41210 w 138216"/>
              <a:gd name="connsiteY1" fmla="*/ 77949 h 77949"/>
              <a:gd name="connsiteX2" fmla="*/ 41210 w 138216"/>
              <a:gd name="connsiteY2" fmla="*/ 35358 h 77949"/>
              <a:gd name="connsiteX3" fmla="*/ 138217 w 138216"/>
              <a:gd name="connsiteY3" fmla="*/ 35358 h 77949"/>
              <a:gd name="connsiteX4" fmla="*/ 138217 w 138216"/>
              <a:gd name="connsiteY4" fmla="*/ 0 h 77949"/>
              <a:gd name="connsiteX5" fmla="*/ 0 w 138216"/>
              <a:gd name="connsiteY5" fmla="*/ 0 h 77949"/>
              <a:gd name="connsiteX6" fmla="*/ 0 w 138216"/>
              <a:gd name="connsiteY6" fmla="*/ 77949 h 77949"/>
            </a:gdLst>
            <a:rect l="l" t="t" r="r" b="b"/>
            <a:pathLst>
              <a:path w="138216" h="77949">
                <a:moveTo>
                  <a:pt x="0" y="77949"/>
                </a:moveTo>
                <a:lnTo>
                  <a:pt x="41210" y="77949"/>
                </a:lnTo>
                <a:lnTo>
                  <a:pt x="41210" y="35358"/>
                </a:lnTo>
                <a:lnTo>
                  <a:pt x="138217" y="35358"/>
                </a:lnTo>
                <a:lnTo>
                  <a:pt x="138217" y="0"/>
                </a:lnTo>
                <a:lnTo>
                  <a:pt x="0" y="0"/>
                </a:lnTo>
                <a:lnTo>
                  <a:pt x="0" y="77949"/>
                </a:ln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5" name="Forme libre 14">
            <a:extLst xmlns:a="http://schemas.openxmlformats.org/drawingml/2006/main">
              <a:ext uri="{FF2B5EF4-FFF2-40B4-BE49-F238E27FC236}">
                <a16:creationId xmlns:a16="http://schemas.microsoft.com/office/drawing/2014/main" id="{816D4154-ADD8-7CD7-5EE4-31C06E12F124}"/>
              </a:ext>
            </a:extLst>
          </p:cNvPr>
          <p:cNvSpPr>
            <a:spLocks xmlns:a="http://schemas.openxmlformats.org/drawingml/2006/main" noGrp="1"/>
          </p:cNvSpPr>
          <p:nvPr/>
        </p:nvSpPr>
        <p:spPr>
          <a:xfrm xmlns:a="http://schemas.openxmlformats.org/drawingml/2006/main">
            <a:off x="906874" y="449275"/>
            <a:ext cx="41210" cy="77949"/>
          </a:xfrm>
          <a:custGeom xmlns:a="http://schemas.openxmlformats.org/drawingml/2006/main">
            <a:gdLst>
              <a:gd name="connsiteX0" fmla="*/ 0 w 41210"/>
              <a:gd name="connsiteY0" fmla="*/ 0 h 77949"/>
              <a:gd name="connsiteX1" fmla="*/ 41210 w 41210"/>
              <a:gd name="connsiteY1" fmla="*/ 0 h 77949"/>
              <a:gd name="connsiteX2" fmla="*/ 41210 w 41210"/>
              <a:gd name="connsiteY2" fmla="*/ 77949 h 77949"/>
              <a:gd name="connsiteX3" fmla="*/ 0 w 41210"/>
              <a:gd name="connsiteY3" fmla="*/ 77949 h 77949"/>
            </a:gdLst>
            <a:rect l="l" t="t" r="r" b="b"/>
            <a:pathLst>
              <a:path w="41210" h="77949">
                <a:moveTo>
                  <a:pt x="0" y="0"/>
                </a:moveTo>
                <a:lnTo>
                  <a:pt x="41210" y="0"/>
                </a:lnTo>
                <a:lnTo>
                  <a:pt x="41210" y="77949"/>
                </a:lnTo>
                <a:lnTo>
                  <a:pt x="0" y="77949"/>
                </a:ln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6" name="Forme libre 15">
            <a:extLst xmlns:a="http://schemas.openxmlformats.org/drawingml/2006/main">
              <a:ext uri="{FF2B5EF4-FFF2-40B4-BE49-F238E27FC236}">
                <a16:creationId xmlns:a16="http://schemas.microsoft.com/office/drawing/2014/main" id="{0A5651A8-D780-F7AB-9F78-EFD12AA98E74}"/>
              </a:ext>
            </a:extLst>
          </p:cNvPr>
          <p:cNvSpPr>
            <a:spLocks xmlns:a="http://schemas.openxmlformats.org/drawingml/2006/main" noGrp="1"/>
          </p:cNvSpPr>
          <p:nvPr/>
        </p:nvSpPr>
        <p:spPr>
          <a:xfrm xmlns:a="http://schemas.openxmlformats.org/drawingml/2006/main">
            <a:off x="948084" y="413918"/>
            <a:ext cx="88715" cy="35357"/>
          </a:xfrm>
          <a:custGeom xmlns:a="http://schemas.openxmlformats.org/drawingml/2006/main">
            <a:gdLst>
              <a:gd name="connsiteX0" fmla="*/ 0 w 88715"/>
              <a:gd name="connsiteY0" fmla="*/ 0 h 35357"/>
              <a:gd name="connsiteX1" fmla="*/ 88716 w 88715"/>
              <a:gd name="connsiteY1" fmla="*/ 0 h 35357"/>
              <a:gd name="connsiteX2" fmla="*/ 88716 w 88715"/>
              <a:gd name="connsiteY2" fmla="*/ 35358 h 35357"/>
              <a:gd name="connsiteX3" fmla="*/ 0 w 88715"/>
              <a:gd name="connsiteY3" fmla="*/ 35358 h 35357"/>
            </a:gdLst>
            <a:rect l="l" t="t" r="r" b="b"/>
            <a:pathLst>
              <a:path w="88715" h="35357">
                <a:moveTo>
                  <a:pt x="0" y="0"/>
                </a:moveTo>
                <a:lnTo>
                  <a:pt x="88716" y="0"/>
                </a:lnTo>
                <a:lnTo>
                  <a:pt x="88716" y="35358"/>
                </a:lnTo>
                <a:lnTo>
                  <a:pt x="0" y="35358"/>
                </a:ln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7" name="Espace réservé de la date 16">
            <a:extLst xmlns:a="http://schemas.openxmlformats.org/drawingml/2006/main">
              <a:ext uri="{FF2B5EF4-FFF2-40B4-BE49-F238E27FC236}">
                <a16:creationId xmlns:a16="http://schemas.microsoft.com/office/drawing/2014/main" id="{309FD214-C446-3C8F-AD11-A249F4B5998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EPFL AT A GLANCE</a:t>
            </a:r>
            <a:endParaRPr/>
          </a:p>
        </p:txBody>
      </p:sp>
      <p:sp>
        <p:nvSpPr>
          <p:cNvPr id="18" name="Espace réservé du pied de page 17">
            <a:extLst xmlns:a="http://schemas.openxmlformats.org/drawingml/2006/main">
              <a:ext uri="{FF2B5EF4-FFF2-40B4-BE49-F238E27FC236}">
                <a16:creationId xmlns:a16="http://schemas.microsoft.com/office/drawing/2014/main" id="{1A7428E5-FF5A-76BD-D93B-8D61D542AB1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endParaRPr/>
          </a:p>
        </p:txBody>
      </p:sp>
      <p:sp>
        <p:nvSpPr>
          <p:cNvPr id="19" name="Espace réservé du numéro de diapositive 18">
            <a:extLst xmlns:a="http://schemas.openxmlformats.org/drawingml/2006/main">
              <a:ext uri="{FF2B5EF4-FFF2-40B4-BE49-F238E27FC236}">
                <a16:creationId xmlns:a16="http://schemas.microsoft.com/office/drawing/2014/main" id="{43662181-82C7-FB2E-AD48-A29433AC1A0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E1E1CD7C-2161-7D43-862E-CE4C333CD873}" type="slidenum">
              <a:t>‹#›</a:t>
            </a:fld>
            <a:endParaRPr/>
          </a:p>
        </p:txBody>
      </p:sp>
    </p:spTree>
  </p:cSld>
</p:sldLayout>
</file>

<file path=ppt/slideLayouts/slideLayout11.xml><?xml version="1.0" encoding="utf-8"?>
<p:sldLayout xmlns:p="http://schemas.openxmlformats.org/presentationml/2006/main" preserve="1" userDrawn="1">
  <p:cSld name="11_Titre et contenu">
    <p:bg>
      <p:bgPr>
        <a:gradFill xmlns:a="http://schemas.openxmlformats.org/drawingml/2006/main">
          <a:gsLst>
            <a:gs pos="0">
              <a:schemeClr val="accent2">
                <a:lumMod val="50000"/>
              </a:schemeClr>
            </a:gs>
            <a:gs pos="32000">
              <a:schemeClr val="accent2"/>
            </a:gs>
            <a:gs pos="98000">
              <a:schemeClr val="accent2"/>
            </a:gs>
          </a:gsLst>
          <a:lin ang="5400000" scaled="1"/>
        </a:gradFill>
      </p:bgPr>
    </p:bg>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EE6A23A5-D35D-4543-9F1E-40CA6509F4FD}"/>
              </a:ext>
            </a:extLst>
          </p:cNvPr>
          <p:cNvSpPr>
            <a:spLocks xmlns:a="http://schemas.openxmlformats.org/drawingml/2006/main" noGrp="1"/>
          </p:cNvSpPr>
          <p:nvPr>
            <p:ph idx="1"/>
          </p:nvPr>
        </p:nvSpPr>
        <p:spPr>
          <a:xfrm xmlns:a="http://schemas.openxmlformats.org/drawingml/2006/main">
            <a:off x="550863" y="3122613"/>
            <a:ext cx="11090274" cy="3402012"/>
          </a:xfrm>
        </p:spPr>
        <p:txBody>
          <a:bodyPr xmlns:a="http://schemas.openxmlformats.org/drawingml/2006/main"/>
          <a:lstStyle xmlns:a="http://schemas.openxmlformats.org/drawingml/2006/main">
            <a:lvl1pPr>
              <a:buClrTx/>
              <a:buNone/>
              <a:defRPr>
                <a:solidFill>
                  <a:schemeClr val="bg1"/>
                </a:solidFill>
              </a:defRPr>
            </a:lvl1pPr>
          </a:lstStyle>
          <a:p xmlns:a="http://schemas.openxmlformats.org/drawingml/2006/main">
            <a:pPr lvl="0">
              <a:buNone/>
            </a:pPr>
            <a:r>
              <a:t>Cliquez pour modifier les styles du texte du masque</a:t>
            </a:r>
          </a:p>
        </p:txBody>
      </p:sp>
      <p:sp>
        <p:nvSpPr>
          <p:cNvPr id="2" name="Titre 1">
            <a:extLst xmlns:a="http://schemas.openxmlformats.org/drawingml/2006/main">
              <a:ext uri="{FF2B5EF4-FFF2-40B4-BE49-F238E27FC236}">
                <a16:creationId xmlns:a16="http://schemas.microsoft.com/office/drawing/2014/main" id="{96942D0D-07B5-D98B-14DE-AA7EF42087E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Modifiez le style du titre</a:t>
            </a:r>
            <a:endParaRPr/>
          </a:p>
        </p:txBody>
      </p:sp>
      <p:sp>
        <p:nvSpPr>
          <p:cNvPr id="9" name="Forme libre 8">
            <a:extLst xmlns:a="http://schemas.openxmlformats.org/drawingml/2006/main">
              <a:ext uri="{FF2B5EF4-FFF2-40B4-BE49-F238E27FC236}">
                <a16:creationId xmlns:a16="http://schemas.microsoft.com/office/drawing/2014/main" id="{13EF8F51-3EA2-359B-1A23-D9F373527745}"/>
              </a:ext>
            </a:extLst>
          </p:cNvPr>
          <p:cNvSpPr>
            <a:spLocks xmlns:a="http://schemas.openxmlformats.org/drawingml/2006/main" noGrp="1"/>
          </p:cNvSpPr>
          <p:nvPr/>
        </p:nvSpPr>
        <p:spPr>
          <a:xfrm xmlns:a="http://schemas.openxmlformats.org/drawingml/2006/main">
            <a:off x="555663" y="335968"/>
            <a:ext cx="138216" cy="77949"/>
          </a:xfrm>
          <a:custGeom xmlns:a="http://schemas.openxmlformats.org/drawingml/2006/main">
            <a:gdLst>
              <a:gd name="connsiteX0" fmla="*/ 0 w 138216"/>
              <a:gd name="connsiteY0" fmla="*/ 77949 h 77949"/>
              <a:gd name="connsiteX1" fmla="*/ 41210 w 138216"/>
              <a:gd name="connsiteY1" fmla="*/ 77949 h 77949"/>
              <a:gd name="connsiteX2" fmla="*/ 41210 w 138216"/>
              <a:gd name="connsiteY2" fmla="*/ 35358 h 77949"/>
              <a:gd name="connsiteX3" fmla="*/ 138217 w 138216"/>
              <a:gd name="connsiteY3" fmla="*/ 35358 h 77949"/>
              <a:gd name="connsiteX4" fmla="*/ 138217 w 138216"/>
              <a:gd name="connsiteY4" fmla="*/ 0 h 77949"/>
              <a:gd name="connsiteX5" fmla="*/ 0 w 138216"/>
              <a:gd name="connsiteY5" fmla="*/ 0 h 77949"/>
              <a:gd name="connsiteX6" fmla="*/ 0 w 138216"/>
              <a:gd name="connsiteY6" fmla="*/ 77949 h 77949"/>
            </a:gdLst>
            <a:rect l="l" t="t" r="r" b="b"/>
            <a:pathLst>
              <a:path w="138216" h="77949">
                <a:moveTo>
                  <a:pt x="0" y="77949"/>
                </a:moveTo>
                <a:lnTo>
                  <a:pt x="41210" y="77949"/>
                </a:lnTo>
                <a:lnTo>
                  <a:pt x="41210" y="35358"/>
                </a:lnTo>
                <a:lnTo>
                  <a:pt x="138217" y="35358"/>
                </a:lnTo>
                <a:lnTo>
                  <a:pt x="138217" y="0"/>
                </a:lnTo>
                <a:lnTo>
                  <a:pt x="0" y="0"/>
                </a:lnTo>
                <a:lnTo>
                  <a:pt x="0" y="77949"/>
                </a:ln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0" name="Forme libre 9">
            <a:extLst xmlns:a="http://schemas.openxmlformats.org/drawingml/2006/main">
              <a:ext uri="{FF2B5EF4-FFF2-40B4-BE49-F238E27FC236}">
                <a16:creationId xmlns:a16="http://schemas.microsoft.com/office/drawing/2014/main" id="{E5B494A9-D288-4545-5699-3384315D576E}"/>
              </a:ext>
            </a:extLst>
          </p:cNvPr>
          <p:cNvSpPr>
            <a:spLocks xmlns:a="http://schemas.openxmlformats.org/drawingml/2006/main" noGrp="1"/>
          </p:cNvSpPr>
          <p:nvPr/>
        </p:nvSpPr>
        <p:spPr>
          <a:xfrm xmlns:a="http://schemas.openxmlformats.org/drawingml/2006/main">
            <a:off x="555663" y="449275"/>
            <a:ext cx="138216" cy="77962"/>
          </a:xfrm>
          <a:custGeom xmlns:a="http://schemas.openxmlformats.org/drawingml/2006/main">
            <a:gdLst>
              <a:gd name="connsiteX0" fmla="*/ 0 w 138216"/>
              <a:gd name="connsiteY0" fmla="*/ 77963 h 77962"/>
              <a:gd name="connsiteX1" fmla="*/ 138217 w 138216"/>
              <a:gd name="connsiteY1" fmla="*/ 77963 h 77962"/>
              <a:gd name="connsiteX2" fmla="*/ 138217 w 138216"/>
              <a:gd name="connsiteY2" fmla="*/ 42591 h 77962"/>
              <a:gd name="connsiteX3" fmla="*/ 41210 w 138216"/>
              <a:gd name="connsiteY3" fmla="*/ 42591 h 77962"/>
              <a:gd name="connsiteX4" fmla="*/ 41210 w 138216"/>
              <a:gd name="connsiteY4" fmla="*/ 0 h 77962"/>
              <a:gd name="connsiteX5" fmla="*/ 0 w 138216"/>
              <a:gd name="connsiteY5" fmla="*/ 0 h 77962"/>
              <a:gd name="connsiteX6" fmla="*/ 0 w 138216"/>
              <a:gd name="connsiteY6" fmla="*/ 77963 h 77962"/>
            </a:gdLst>
            <a:rect l="l" t="t" r="r" b="b"/>
            <a:pathLst>
              <a:path w="138216" h="77962">
                <a:moveTo>
                  <a:pt x="0" y="77963"/>
                </a:moveTo>
                <a:lnTo>
                  <a:pt x="138217" y="77963"/>
                </a:lnTo>
                <a:lnTo>
                  <a:pt x="138217" y="42591"/>
                </a:lnTo>
                <a:lnTo>
                  <a:pt x="41210" y="42591"/>
                </a:lnTo>
                <a:lnTo>
                  <a:pt x="41210" y="0"/>
                </a:lnTo>
                <a:lnTo>
                  <a:pt x="0" y="0"/>
                </a:lnTo>
                <a:lnTo>
                  <a:pt x="0" y="77963"/>
                </a:ln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1" name="Forme libre 10">
            <a:extLst xmlns:a="http://schemas.openxmlformats.org/drawingml/2006/main">
              <a:ext uri="{FF2B5EF4-FFF2-40B4-BE49-F238E27FC236}">
                <a16:creationId xmlns:a16="http://schemas.microsoft.com/office/drawing/2014/main" id="{A5227256-2CB5-C66B-5A1C-3E1C7C775414}"/>
              </a:ext>
            </a:extLst>
          </p:cNvPr>
          <p:cNvSpPr>
            <a:spLocks xmlns:a="http://schemas.openxmlformats.org/drawingml/2006/main" noGrp="1"/>
          </p:cNvSpPr>
          <p:nvPr/>
        </p:nvSpPr>
        <p:spPr>
          <a:xfrm xmlns:a="http://schemas.openxmlformats.org/drawingml/2006/main">
            <a:off x="596874" y="413918"/>
            <a:ext cx="88715" cy="35357"/>
          </a:xfrm>
          <a:custGeom xmlns:a="http://schemas.openxmlformats.org/drawingml/2006/main">
            <a:gdLst>
              <a:gd name="connsiteX0" fmla="*/ 0 w 88715"/>
              <a:gd name="connsiteY0" fmla="*/ 0 h 35357"/>
              <a:gd name="connsiteX1" fmla="*/ 88716 w 88715"/>
              <a:gd name="connsiteY1" fmla="*/ 0 h 35357"/>
              <a:gd name="connsiteX2" fmla="*/ 88716 w 88715"/>
              <a:gd name="connsiteY2" fmla="*/ 35358 h 35357"/>
              <a:gd name="connsiteX3" fmla="*/ 0 w 88715"/>
              <a:gd name="connsiteY3" fmla="*/ 35358 h 35357"/>
            </a:gdLst>
            <a:rect l="l" t="t" r="r" b="b"/>
            <a:pathLst>
              <a:path w="88715" h="35357">
                <a:moveTo>
                  <a:pt x="0" y="0"/>
                </a:moveTo>
                <a:lnTo>
                  <a:pt x="88716" y="0"/>
                </a:lnTo>
                <a:lnTo>
                  <a:pt x="88716" y="35358"/>
                </a:lnTo>
                <a:lnTo>
                  <a:pt x="0" y="35358"/>
                </a:ln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2" name="Forme libre 11">
            <a:extLst xmlns:a="http://schemas.openxmlformats.org/drawingml/2006/main">
              <a:ext uri="{FF2B5EF4-FFF2-40B4-BE49-F238E27FC236}">
                <a16:creationId xmlns:a16="http://schemas.microsoft.com/office/drawing/2014/main" id="{613513A6-A38B-81D3-C93C-32D8AC097F4F}"/>
              </a:ext>
            </a:extLst>
          </p:cNvPr>
          <p:cNvSpPr>
            <a:spLocks xmlns:a="http://schemas.openxmlformats.org/drawingml/2006/main" noGrp="1"/>
          </p:cNvSpPr>
          <p:nvPr/>
        </p:nvSpPr>
        <p:spPr>
          <a:xfrm xmlns:a="http://schemas.openxmlformats.org/drawingml/2006/main">
            <a:off x="729199" y="335955"/>
            <a:ext cx="151468" cy="191270"/>
          </a:xfrm>
          <a:custGeom xmlns:a="http://schemas.openxmlformats.org/drawingml/2006/main">
            <a:gdLst>
              <a:gd name="connsiteX0" fmla="*/ 136343 w 151468"/>
              <a:gd name="connsiteY0" fmla="*/ 17571 h 191270"/>
              <a:gd name="connsiteX1" fmla="*/ 115866 w 151468"/>
              <a:gd name="connsiteY1" fmla="*/ 4831 h 191270"/>
              <a:gd name="connsiteX2" fmla="*/ 85359 w 151468"/>
              <a:gd name="connsiteY2" fmla="*/ 0 h 191270"/>
              <a:gd name="connsiteX3" fmla="*/ 0 w 151468"/>
              <a:gd name="connsiteY3" fmla="*/ 0 h 191270"/>
              <a:gd name="connsiteX4" fmla="*/ 0 w 151468"/>
              <a:gd name="connsiteY4" fmla="*/ 191270 h 191270"/>
              <a:gd name="connsiteX5" fmla="*/ 41210 w 151468"/>
              <a:gd name="connsiteY5" fmla="*/ 191270 h 191270"/>
              <a:gd name="connsiteX6" fmla="*/ 41210 w 151468"/>
              <a:gd name="connsiteY6" fmla="*/ 113307 h 191270"/>
              <a:gd name="connsiteX7" fmla="*/ 85359 w 151468"/>
              <a:gd name="connsiteY7" fmla="*/ 113307 h 191270"/>
              <a:gd name="connsiteX8" fmla="*/ 115866 w 151468"/>
              <a:gd name="connsiteY8" fmla="*/ 108489 h 191270"/>
              <a:gd name="connsiteX9" fmla="*/ 136343 w 151468"/>
              <a:gd name="connsiteY9" fmla="*/ 95750 h 191270"/>
              <a:gd name="connsiteX10" fmla="*/ 147855 w 151468"/>
              <a:gd name="connsiteY10" fmla="*/ 77571 h 191270"/>
              <a:gd name="connsiteX11" fmla="*/ 151468 w 151468"/>
              <a:gd name="connsiteY11" fmla="*/ 56667 h 191270"/>
              <a:gd name="connsiteX12" fmla="*/ 147855 w 151468"/>
              <a:gd name="connsiteY12" fmla="*/ 35641 h 191270"/>
              <a:gd name="connsiteX13" fmla="*/ 136343 w 151468"/>
              <a:gd name="connsiteY13" fmla="*/ 17584 h 191270"/>
              <a:gd name="connsiteX14" fmla="*/ 107710 w 151468"/>
              <a:gd name="connsiteY14" fmla="*/ 67612 h 191270"/>
              <a:gd name="connsiteX15" fmla="*/ 99554 w 151468"/>
              <a:gd name="connsiteY15" fmla="*/ 74076 h 191270"/>
              <a:gd name="connsiteX16" fmla="*/ 87786 w 151468"/>
              <a:gd name="connsiteY16" fmla="*/ 77167 h 191270"/>
              <a:gd name="connsiteX17" fmla="*/ 73874 w 151468"/>
              <a:gd name="connsiteY17" fmla="*/ 77963 h 191270"/>
              <a:gd name="connsiteX18" fmla="*/ 41224 w 151468"/>
              <a:gd name="connsiteY18" fmla="*/ 77963 h 191270"/>
              <a:gd name="connsiteX19" fmla="*/ 41224 w 151468"/>
              <a:gd name="connsiteY19" fmla="*/ 35371 h 191270"/>
              <a:gd name="connsiteX20" fmla="*/ 73874 w 151468"/>
              <a:gd name="connsiteY20" fmla="*/ 35371 h 191270"/>
              <a:gd name="connsiteX21" fmla="*/ 87786 w 151468"/>
              <a:gd name="connsiteY21" fmla="*/ 36168 h 191270"/>
              <a:gd name="connsiteX22" fmla="*/ 99554 w 151468"/>
              <a:gd name="connsiteY22" fmla="*/ 39258 h 191270"/>
              <a:gd name="connsiteX23" fmla="*/ 107710 w 151468"/>
              <a:gd name="connsiteY23" fmla="*/ 45722 h 191270"/>
              <a:gd name="connsiteX24" fmla="*/ 110784 w 151468"/>
              <a:gd name="connsiteY24" fmla="*/ 56667 h 191270"/>
              <a:gd name="connsiteX25" fmla="*/ 107710 w 151468"/>
              <a:gd name="connsiteY25" fmla="*/ 67612 h 191270"/>
            </a:gdLst>
            <a:rect l="l" t="t" r="r" b="b"/>
            <a:pathLst>
              <a:path w="151468" h="191270">
                <a:moveTo>
                  <a:pt x="136343" y="17571"/>
                </a:moveTo>
                <a:cubicBezTo>
                  <a:pt x="131072" y="12294"/>
                  <a:pt x="124251" y="8043"/>
                  <a:pt x="115866" y="4831"/>
                </a:cubicBezTo>
                <a:cubicBezTo>
                  <a:pt x="107481" y="1619"/>
                  <a:pt x="97303" y="0"/>
                  <a:pt x="85359" y="0"/>
                </a:cubicBezTo>
                <a:lnTo>
                  <a:pt x="0" y="0"/>
                </a:lnTo>
                <a:lnTo>
                  <a:pt x="0" y="191270"/>
                </a:lnTo>
                <a:lnTo>
                  <a:pt x="41210" y="191270"/>
                </a:lnTo>
                <a:lnTo>
                  <a:pt x="41210" y="113307"/>
                </a:lnTo>
                <a:lnTo>
                  <a:pt x="85359" y="113307"/>
                </a:lnTo>
                <a:cubicBezTo>
                  <a:pt x="97303" y="113307"/>
                  <a:pt x="107481" y="111701"/>
                  <a:pt x="115866" y="108489"/>
                </a:cubicBezTo>
                <a:cubicBezTo>
                  <a:pt x="124251" y="105277"/>
                  <a:pt x="131072" y="101026"/>
                  <a:pt x="136343" y="95750"/>
                </a:cubicBezTo>
                <a:cubicBezTo>
                  <a:pt x="141600" y="90473"/>
                  <a:pt x="145442" y="84414"/>
                  <a:pt x="147855" y="77571"/>
                </a:cubicBezTo>
                <a:cubicBezTo>
                  <a:pt x="150268" y="70729"/>
                  <a:pt x="151468" y="63766"/>
                  <a:pt x="151468" y="56667"/>
                </a:cubicBezTo>
                <a:cubicBezTo>
                  <a:pt x="151468" y="49569"/>
                  <a:pt x="150268" y="42402"/>
                  <a:pt x="147855" y="35641"/>
                </a:cubicBezTo>
                <a:cubicBezTo>
                  <a:pt x="145442" y="28880"/>
                  <a:pt x="141614" y="22861"/>
                  <a:pt x="136343" y="17584"/>
                </a:cubicBezTo>
                <a:close/>
                <a:moveTo>
                  <a:pt x="107710" y="67612"/>
                </a:moveTo>
                <a:cubicBezTo>
                  <a:pt x="105661" y="70392"/>
                  <a:pt x="102938" y="72551"/>
                  <a:pt x="99554" y="74076"/>
                </a:cubicBezTo>
                <a:cubicBezTo>
                  <a:pt x="96157" y="75601"/>
                  <a:pt x="92234" y="76627"/>
                  <a:pt x="87786" y="77167"/>
                </a:cubicBezTo>
                <a:cubicBezTo>
                  <a:pt x="83324" y="77693"/>
                  <a:pt x="78686" y="77963"/>
                  <a:pt x="73874" y="77963"/>
                </a:cubicBezTo>
                <a:lnTo>
                  <a:pt x="41224" y="77963"/>
                </a:lnTo>
                <a:lnTo>
                  <a:pt x="41224" y="35371"/>
                </a:lnTo>
                <a:lnTo>
                  <a:pt x="73874" y="35371"/>
                </a:lnTo>
                <a:cubicBezTo>
                  <a:pt x="78686" y="35371"/>
                  <a:pt x="83324" y="35641"/>
                  <a:pt x="87786" y="36168"/>
                </a:cubicBezTo>
                <a:cubicBezTo>
                  <a:pt x="92248" y="36694"/>
                  <a:pt x="96171" y="37733"/>
                  <a:pt x="99554" y="39258"/>
                </a:cubicBezTo>
                <a:cubicBezTo>
                  <a:pt x="102938" y="40783"/>
                  <a:pt x="105661" y="42942"/>
                  <a:pt x="107710" y="45722"/>
                </a:cubicBezTo>
                <a:cubicBezTo>
                  <a:pt x="109759" y="48502"/>
                  <a:pt x="110784" y="52160"/>
                  <a:pt x="110784" y="56667"/>
                </a:cubicBezTo>
                <a:cubicBezTo>
                  <a:pt x="110784" y="61175"/>
                  <a:pt x="109759" y="64832"/>
                  <a:pt x="107710" y="67612"/>
                </a:cubicBez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3" name="Forme libre 12">
            <a:extLst xmlns:a="http://schemas.openxmlformats.org/drawingml/2006/main">
              <a:ext uri="{FF2B5EF4-FFF2-40B4-BE49-F238E27FC236}">
                <a16:creationId xmlns:a16="http://schemas.microsoft.com/office/drawing/2014/main" id="{5B115CEE-A940-BE26-2B43-166F8314B6E7}"/>
              </a:ext>
            </a:extLst>
          </p:cNvPr>
          <p:cNvSpPr>
            <a:spLocks xmlns:a="http://schemas.openxmlformats.org/drawingml/2006/main" noGrp="1"/>
          </p:cNvSpPr>
          <p:nvPr/>
        </p:nvSpPr>
        <p:spPr>
          <a:xfrm xmlns:a="http://schemas.openxmlformats.org/drawingml/2006/main">
            <a:off x="1074937" y="335968"/>
            <a:ext cx="138203" cy="191269"/>
          </a:xfrm>
          <a:custGeom xmlns:a="http://schemas.openxmlformats.org/drawingml/2006/main">
            <a:gdLst>
              <a:gd name="connsiteX0" fmla="*/ 41197 w 138203"/>
              <a:gd name="connsiteY0" fmla="*/ 155899 h 191269"/>
              <a:gd name="connsiteX1" fmla="*/ 41197 w 138203"/>
              <a:gd name="connsiteY1" fmla="*/ 0 h 191269"/>
              <a:gd name="connsiteX2" fmla="*/ 0 w 138203"/>
              <a:gd name="connsiteY2" fmla="*/ 0 h 191269"/>
              <a:gd name="connsiteX3" fmla="*/ 0 w 138203"/>
              <a:gd name="connsiteY3" fmla="*/ 191270 h 191269"/>
              <a:gd name="connsiteX4" fmla="*/ 138203 w 138203"/>
              <a:gd name="connsiteY4" fmla="*/ 191270 h 191269"/>
              <a:gd name="connsiteX5" fmla="*/ 138203 w 138203"/>
              <a:gd name="connsiteY5" fmla="*/ 155899 h 191269"/>
              <a:gd name="connsiteX6" fmla="*/ 41197 w 138203"/>
              <a:gd name="connsiteY6" fmla="*/ 155899 h 191269"/>
            </a:gdLst>
            <a:rect l="l" t="t" r="r" b="b"/>
            <a:pathLst>
              <a:path w="138203" h="191269">
                <a:moveTo>
                  <a:pt x="41197" y="155899"/>
                </a:moveTo>
                <a:lnTo>
                  <a:pt x="41197" y="0"/>
                </a:lnTo>
                <a:lnTo>
                  <a:pt x="0" y="0"/>
                </a:lnTo>
                <a:lnTo>
                  <a:pt x="0" y="191270"/>
                </a:lnTo>
                <a:lnTo>
                  <a:pt x="138203" y="191270"/>
                </a:lnTo>
                <a:lnTo>
                  <a:pt x="138203" y="155899"/>
                </a:lnTo>
                <a:lnTo>
                  <a:pt x="41197" y="155899"/>
                </a:ln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4" name="Forme libre 13">
            <a:extLst xmlns:a="http://schemas.openxmlformats.org/drawingml/2006/main">
              <a:ext uri="{FF2B5EF4-FFF2-40B4-BE49-F238E27FC236}">
                <a16:creationId xmlns:a16="http://schemas.microsoft.com/office/drawing/2014/main" id="{2C4287DA-CF08-EA83-E364-FECE99038CA8}"/>
              </a:ext>
            </a:extLst>
          </p:cNvPr>
          <p:cNvSpPr>
            <a:spLocks xmlns:a="http://schemas.openxmlformats.org/drawingml/2006/main" noGrp="1"/>
          </p:cNvSpPr>
          <p:nvPr/>
        </p:nvSpPr>
        <p:spPr>
          <a:xfrm xmlns:a="http://schemas.openxmlformats.org/drawingml/2006/main">
            <a:off x="906874" y="335968"/>
            <a:ext cx="138216" cy="77949"/>
          </a:xfrm>
          <a:custGeom xmlns:a="http://schemas.openxmlformats.org/drawingml/2006/main">
            <a:gdLst>
              <a:gd name="connsiteX0" fmla="*/ 0 w 138216"/>
              <a:gd name="connsiteY0" fmla="*/ 77949 h 77949"/>
              <a:gd name="connsiteX1" fmla="*/ 41210 w 138216"/>
              <a:gd name="connsiteY1" fmla="*/ 77949 h 77949"/>
              <a:gd name="connsiteX2" fmla="*/ 41210 w 138216"/>
              <a:gd name="connsiteY2" fmla="*/ 35358 h 77949"/>
              <a:gd name="connsiteX3" fmla="*/ 138217 w 138216"/>
              <a:gd name="connsiteY3" fmla="*/ 35358 h 77949"/>
              <a:gd name="connsiteX4" fmla="*/ 138217 w 138216"/>
              <a:gd name="connsiteY4" fmla="*/ 0 h 77949"/>
              <a:gd name="connsiteX5" fmla="*/ 0 w 138216"/>
              <a:gd name="connsiteY5" fmla="*/ 0 h 77949"/>
              <a:gd name="connsiteX6" fmla="*/ 0 w 138216"/>
              <a:gd name="connsiteY6" fmla="*/ 77949 h 77949"/>
            </a:gdLst>
            <a:rect l="l" t="t" r="r" b="b"/>
            <a:pathLst>
              <a:path w="138216" h="77949">
                <a:moveTo>
                  <a:pt x="0" y="77949"/>
                </a:moveTo>
                <a:lnTo>
                  <a:pt x="41210" y="77949"/>
                </a:lnTo>
                <a:lnTo>
                  <a:pt x="41210" y="35358"/>
                </a:lnTo>
                <a:lnTo>
                  <a:pt x="138217" y="35358"/>
                </a:lnTo>
                <a:lnTo>
                  <a:pt x="138217" y="0"/>
                </a:lnTo>
                <a:lnTo>
                  <a:pt x="0" y="0"/>
                </a:lnTo>
                <a:lnTo>
                  <a:pt x="0" y="77949"/>
                </a:ln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5" name="Forme libre 14">
            <a:extLst xmlns:a="http://schemas.openxmlformats.org/drawingml/2006/main">
              <a:ext uri="{FF2B5EF4-FFF2-40B4-BE49-F238E27FC236}">
                <a16:creationId xmlns:a16="http://schemas.microsoft.com/office/drawing/2014/main" id="{816D4154-ADD8-7CD7-5EE4-31C06E12F124}"/>
              </a:ext>
            </a:extLst>
          </p:cNvPr>
          <p:cNvSpPr>
            <a:spLocks xmlns:a="http://schemas.openxmlformats.org/drawingml/2006/main" noGrp="1"/>
          </p:cNvSpPr>
          <p:nvPr/>
        </p:nvSpPr>
        <p:spPr>
          <a:xfrm xmlns:a="http://schemas.openxmlformats.org/drawingml/2006/main">
            <a:off x="906874" y="449275"/>
            <a:ext cx="41210" cy="77949"/>
          </a:xfrm>
          <a:custGeom xmlns:a="http://schemas.openxmlformats.org/drawingml/2006/main">
            <a:gdLst>
              <a:gd name="connsiteX0" fmla="*/ 0 w 41210"/>
              <a:gd name="connsiteY0" fmla="*/ 0 h 77949"/>
              <a:gd name="connsiteX1" fmla="*/ 41210 w 41210"/>
              <a:gd name="connsiteY1" fmla="*/ 0 h 77949"/>
              <a:gd name="connsiteX2" fmla="*/ 41210 w 41210"/>
              <a:gd name="connsiteY2" fmla="*/ 77949 h 77949"/>
              <a:gd name="connsiteX3" fmla="*/ 0 w 41210"/>
              <a:gd name="connsiteY3" fmla="*/ 77949 h 77949"/>
            </a:gdLst>
            <a:rect l="l" t="t" r="r" b="b"/>
            <a:pathLst>
              <a:path w="41210" h="77949">
                <a:moveTo>
                  <a:pt x="0" y="0"/>
                </a:moveTo>
                <a:lnTo>
                  <a:pt x="41210" y="0"/>
                </a:lnTo>
                <a:lnTo>
                  <a:pt x="41210" y="77949"/>
                </a:lnTo>
                <a:lnTo>
                  <a:pt x="0" y="77949"/>
                </a:ln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6" name="Forme libre 15">
            <a:extLst xmlns:a="http://schemas.openxmlformats.org/drawingml/2006/main">
              <a:ext uri="{FF2B5EF4-FFF2-40B4-BE49-F238E27FC236}">
                <a16:creationId xmlns:a16="http://schemas.microsoft.com/office/drawing/2014/main" id="{0A5651A8-D780-F7AB-9F78-EFD12AA98E74}"/>
              </a:ext>
            </a:extLst>
          </p:cNvPr>
          <p:cNvSpPr>
            <a:spLocks xmlns:a="http://schemas.openxmlformats.org/drawingml/2006/main" noGrp="1"/>
          </p:cNvSpPr>
          <p:nvPr/>
        </p:nvSpPr>
        <p:spPr>
          <a:xfrm xmlns:a="http://schemas.openxmlformats.org/drawingml/2006/main">
            <a:off x="948084" y="413918"/>
            <a:ext cx="88715" cy="35357"/>
          </a:xfrm>
          <a:custGeom xmlns:a="http://schemas.openxmlformats.org/drawingml/2006/main">
            <a:gdLst>
              <a:gd name="connsiteX0" fmla="*/ 0 w 88715"/>
              <a:gd name="connsiteY0" fmla="*/ 0 h 35357"/>
              <a:gd name="connsiteX1" fmla="*/ 88716 w 88715"/>
              <a:gd name="connsiteY1" fmla="*/ 0 h 35357"/>
              <a:gd name="connsiteX2" fmla="*/ 88716 w 88715"/>
              <a:gd name="connsiteY2" fmla="*/ 35358 h 35357"/>
              <a:gd name="connsiteX3" fmla="*/ 0 w 88715"/>
              <a:gd name="connsiteY3" fmla="*/ 35358 h 35357"/>
            </a:gdLst>
            <a:rect l="l" t="t" r="r" b="b"/>
            <a:pathLst>
              <a:path w="88715" h="35357">
                <a:moveTo>
                  <a:pt x="0" y="0"/>
                </a:moveTo>
                <a:lnTo>
                  <a:pt x="88716" y="0"/>
                </a:lnTo>
                <a:lnTo>
                  <a:pt x="88716" y="35358"/>
                </a:lnTo>
                <a:lnTo>
                  <a:pt x="0" y="35358"/>
                </a:ln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7" name="Espace réservé de la date 16">
            <a:extLst xmlns:a="http://schemas.openxmlformats.org/drawingml/2006/main">
              <a:ext uri="{FF2B5EF4-FFF2-40B4-BE49-F238E27FC236}">
                <a16:creationId xmlns:a16="http://schemas.microsoft.com/office/drawing/2014/main" id="{309FD214-C446-3C8F-AD11-A249F4B5998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EPFL AT A GLANCE</a:t>
            </a:r>
            <a:endParaRPr/>
          </a:p>
        </p:txBody>
      </p:sp>
      <p:sp>
        <p:nvSpPr>
          <p:cNvPr id="18" name="Espace réservé du pied de page 17">
            <a:extLst xmlns:a="http://schemas.openxmlformats.org/drawingml/2006/main">
              <a:ext uri="{FF2B5EF4-FFF2-40B4-BE49-F238E27FC236}">
                <a16:creationId xmlns:a16="http://schemas.microsoft.com/office/drawing/2014/main" id="{1A7428E5-FF5A-76BD-D93B-8D61D542AB1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endParaRPr/>
          </a:p>
        </p:txBody>
      </p:sp>
      <p:sp>
        <p:nvSpPr>
          <p:cNvPr id="19" name="Espace réservé du numéro de diapositive 18">
            <a:extLst xmlns:a="http://schemas.openxmlformats.org/drawingml/2006/main">
              <a:ext uri="{FF2B5EF4-FFF2-40B4-BE49-F238E27FC236}">
                <a16:creationId xmlns:a16="http://schemas.microsoft.com/office/drawing/2014/main" id="{43662181-82C7-FB2E-AD48-A29433AC1A0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E1E1CD7C-2161-7D43-862E-CE4C333CD873}" type="slidenum">
              <a:t>‹#›</a:t>
            </a:fld>
            <a:endParaRPr/>
          </a:p>
        </p:txBody>
      </p:sp>
    </p:spTree>
  </p:cSld>
</p:sldLayout>
</file>

<file path=ppt/slideLayouts/slideLayout12.xml><?xml version="1.0" encoding="utf-8"?>
<p:sldLayout xmlns:p="http://schemas.openxmlformats.org/presentationml/2006/main" preserve="1" userDrawn="1">
  <p:cSld name="9_Titre et contenu">
    <p:bg>
      <p:bgPr>
        <a:solidFill xmlns:a="http://schemas.openxmlformats.org/drawingml/2006/main">
          <a:schemeClr val="tx1"/>
        </a:solidFill>
      </p:bgPr>
    </p:bg>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C4CF2FF5-D633-4A5D-A80E-768BE2BF04DD}"/>
              </a:ext>
            </a:extLst>
          </p:cNvPr>
          <p:cNvSpPr>
            <a:spLocks xmlns:a="http://schemas.openxmlformats.org/drawingml/2006/main" noGrp="1"/>
          </p:cNvSpPr>
          <p:nvPr>
            <p:ph idx="1"/>
          </p:nvPr>
        </p:nvSpPr>
        <p:spPr>
          <a:xfrm xmlns:a="http://schemas.openxmlformats.org/drawingml/2006/main">
            <a:off x="550863" y="3122613"/>
            <a:ext cx="11090274" cy="3402012"/>
          </a:xfrm>
        </p:spPr>
        <p:txBody>
          <a:bodyPr xmlns:a="http://schemas.openxmlformats.org/drawingml/2006/main"/>
          <a:lstStyle xmlns:a="http://schemas.openxmlformats.org/drawingml/2006/main">
            <a:lvl1pPr>
              <a:buClrTx/>
              <a:buNone/>
              <a:defRPr>
                <a:solidFill>
                  <a:schemeClr val="bg1"/>
                </a:solidFill>
              </a:defRPr>
            </a:lvl1pPr>
          </a:lstStyle>
          <a:p xmlns:a="http://schemas.openxmlformats.org/drawingml/2006/main">
            <a:pPr lvl="0">
              <a:buNone/>
            </a:pPr>
            <a:r>
              <a:t>Cliquez pour modifier les styles du texte du masque</a:t>
            </a:r>
          </a:p>
        </p:txBody>
      </p:sp>
      <p:sp>
        <p:nvSpPr>
          <p:cNvPr id="2" name="Titre 1">
            <a:extLst xmlns:a="http://schemas.openxmlformats.org/drawingml/2006/main">
              <a:ext uri="{FF2B5EF4-FFF2-40B4-BE49-F238E27FC236}">
                <a16:creationId xmlns:a16="http://schemas.microsoft.com/office/drawing/2014/main" id="{96942D0D-07B5-D98B-14DE-AA7EF42087E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Modifiez le style du titre</a:t>
            </a:r>
            <a:endParaRPr/>
          </a:p>
        </p:txBody>
      </p:sp>
      <p:sp>
        <p:nvSpPr>
          <p:cNvPr id="9" name="Forme libre 8">
            <a:extLst xmlns:a="http://schemas.openxmlformats.org/drawingml/2006/main">
              <a:ext uri="{FF2B5EF4-FFF2-40B4-BE49-F238E27FC236}">
                <a16:creationId xmlns:a16="http://schemas.microsoft.com/office/drawing/2014/main" id="{13EF8F51-3EA2-359B-1A23-D9F373527745}"/>
              </a:ext>
            </a:extLst>
          </p:cNvPr>
          <p:cNvSpPr>
            <a:spLocks xmlns:a="http://schemas.openxmlformats.org/drawingml/2006/main" noGrp="1"/>
          </p:cNvSpPr>
          <p:nvPr/>
        </p:nvSpPr>
        <p:spPr>
          <a:xfrm xmlns:a="http://schemas.openxmlformats.org/drawingml/2006/main">
            <a:off x="555663" y="335968"/>
            <a:ext cx="138216" cy="77949"/>
          </a:xfrm>
          <a:custGeom xmlns:a="http://schemas.openxmlformats.org/drawingml/2006/main">
            <a:gdLst>
              <a:gd name="connsiteX0" fmla="*/ 0 w 138216"/>
              <a:gd name="connsiteY0" fmla="*/ 77949 h 77949"/>
              <a:gd name="connsiteX1" fmla="*/ 41210 w 138216"/>
              <a:gd name="connsiteY1" fmla="*/ 77949 h 77949"/>
              <a:gd name="connsiteX2" fmla="*/ 41210 w 138216"/>
              <a:gd name="connsiteY2" fmla="*/ 35358 h 77949"/>
              <a:gd name="connsiteX3" fmla="*/ 138217 w 138216"/>
              <a:gd name="connsiteY3" fmla="*/ 35358 h 77949"/>
              <a:gd name="connsiteX4" fmla="*/ 138217 w 138216"/>
              <a:gd name="connsiteY4" fmla="*/ 0 h 77949"/>
              <a:gd name="connsiteX5" fmla="*/ 0 w 138216"/>
              <a:gd name="connsiteY5" fmla="*/ 0 h 77949"/>
              <a:gd name="connsiteX6" fmla="*/ 0 w 138216"/>
              <a:gd name="connsiteY6" fmla="*/ 77949 h 77949"/>
            </a:gdLst>
            <a:rect l="l" t="t" r="r" b="b"/>
            <a:pathLst>
              <a:path w="138216" h="77949">
                <a:moveTo>
                  <a:pt x="0" y="77949"/>
                </a:moveTo>
                <a:lnTo>
                  <a:pt x="41210" y="77949"/>
                </a:lnTo>
                <a:lnTo>
                  <a:pt x="41210" y="35358"/>
                </a:lnTo>
                <a:lnTo>
                  <a:pt x="138217" y="35358"/>
                </a:lnTo>
                <a:lnTo>
                  <a:pt x="138217" y="0"/>
                </a:lnTo>
                <a:lnTo>
                  <a:pt x="0" y="0"/>
                </a:lnTo>
                <a:lnTo>
                  <a:pt x="0" y="77949"/>
                </a:ln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0" name="Forme libre 9">
            <a:extLst xmlns:a="http://schemas.openxmlformats.org/drawingml/2006/main">
              <a:ext uri="{FF2B5EF4-FFF2-40B4-BE49-F238E27FC236}">
                <a16:creationId xmlns:a16="http://schemas.microsoft.com/office/drawing/2014/main" id="{E5B494A9-D288-4545-5699-3384315D576E}"/>
              </a:ext>
            </a:extLst>
          </p:cNvPr>
          <p:cNvSpPr>
            <a:spLocks xmlns:a="http://schemas.openxmlformats.org/drawingml/2006/main" noGrp="1"/>
          </p:cNvSpPr>
          <p:nvPr/>
        </p:nvSpPr>
        <p:spPr>
          <a:xfrm xmlns:a="http://schemas.openxmlformats.org/drawingml/2006/main">
            <a:off x="555663" y="449275"/>
            <a:ext cx="138216" cy="77962"/>
          </a:xfrm>
          <a:custGeom xmlns:a="http://schemas.openxmlformats.org/drawingml/2006/main">
            <a:gdLst>
              <a:gd name="connsiteX0" fmla="*/ 0 w 138216"/>
              <a:gd name="connsiteY0" fmla="*/ 77963 h 77962"/>
              <a:gd name="connsiteX1" fmla="*/ 138217 w 138216"/>
              <a:gd name="connsiteY1" fmla="*/ 77963 h 77962"/>
              <a:gd name="connsiteX2" fmla="*/ 138217 w 138216"/>
              <a:gd name="connsiteY2" fmla="*/ 42591 h 77962"/>
              <a:gd name="connsiteX3" fmla="*/ 41210 w 138216"/>
              <a:gd name="connsiteY3" fmla="*/ 42591 h 77962"/>
              <a:gd name="connsiteX4" fmla="*/ 41210 w 138216"/>
              <a:gd name="connsiteY4" fmla="*/ 0 h 77962"/>
              <a:gd name="connsiteX5" fmla="*/ 0 w 138216"/>
              <a:gd name="connsiteY5" fmla="*/ 0 h 77962"/>
              <a:gd name="connsiteX6" fmla="*/ 0 w 138216"/>
              <a:gd name="connsiteY6" fmla="*/ 77963 h 77962"/>
            </a:gdLst>
            <a:rect l="l" t="t" r="r" b="b"/>
            <a:pathLst>
              <a:path w="138216" h="77962">
                <a:moveTo>
                  <a:pt x="0" y="77963"/>
                </a:moveTo>
                <a:lnTo>
                  <a:pt x="138217" y="77963"/>
                </a:lnTo>
                <a:lnTo>
                  <a:pt x="138217" y="42591"/>
                </a:lnTo>
                <a:lnTo>
                  <a:pt x="41210" y="42591"/>
                </a:lnTo>
                <a:lnTo>
                  <a:pt x="41210" y="0"/>
                </a:lnTo>
                <a:lnTo>
                  <a:pt x="0" y="0"/>
                </a:lnTo>
                <a:lnTo>
                  <a:pt x="0" y="77963"/>
                </a:ln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1" name="Forme libre 10">
            <a:extLst xmlns:a="http://schemas.openxmlformats.org/drawingml/2006/main">
              <a:ext uri="{FF2B5EF4-FFF2-40B4-BE49-F238E27FC236}">
                <a16:creationId xmlns:a16="http://schemas.microsoft.com/office/drawing/2014/main" id="{A5227256-2CB5-C66B-5A1C-3E1C7C775414}"/>
              </a:ext>
            </a:extLst>
          </p:cNvPr>
          <p:cNvSpPr>
            <a:spLocks xmlns:a="http://schemas.openxmlformats.org/drawingml/2006/main" noGrp="1"/>
          </p:cNvSpPr>
          <p:nvPr/>
        </p:nvSpPr>
        <p:spPr>
          <a:xfrm xmlns:a="http://schemas.openxmlformats.org/drawingml/2006/main">
            <a:off x="596874" y="413918"/>
            <a:ext cx="88715" cy="35357"/>
          </a:xfrm>
          <a:custGeom xmlns:a="http://schemas.openxmlformats.org/drawingml/2006/main">
            <a:gdLst>
              <a:gd name="connsiteX0" fmla="*/ 0 w 88715"/>
              <a:gd name="connsiteY0" fmla="*/ 0 h 35357"/>
              <a:gd name="connsiteX1" fmla="*/ 88716 w 88715"/>
              <a:gd name="connsiteY1" fmla="*/ 0 h 35357"/>
              <a:gd name="connsiteX2" fmla="*/ 88716 w 88715"/>
              <a:gd name="connsiteY2" fmla="*/ 35358 h 35357"/>
              <a:gd name="connsiteX3" fmla="*/ 0 w 88715"/>
              <a:gd name="connsiteY3" fmla="*/ 35358 h 35357"/>
            </a:gdLst>
            <a:rect l="l" t="t" r="r" b="b"/>
            <a:pathLst>
              <a:path w="88715" h="35357">
                <a:moveTo>
                  <a:pt x="0" y="0"/>
                </a:moveTo>
                <a:lnTo>
                  <a:pt x="88716" y="0"/>
                </a:lnTo>
                <a:lnTo>
                  <a:pt x="88716" y="35358"/>
                </a:lnTo>
                <a:lnTo>
                  <a:pt x="0" y="35358"/>
                </a:ln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2" name="Forme libre 11">
            <a:extLst xmlns:a="http://schemas.openxmlformats.org/drawingml/2006/main">
              <a:ext uri="{FF2B5EF4-FFF2-40B4-BE49-F238E27FC236}">
                <a16:creationId xmlns:a16="http://schemas.microsoft.com/office/drawing/2014/main" id="{613513A6-A38B-81D3-C93C-32D8AC097F4F}"/>
              </a:ext>
            </a:extLst>
          </p:cNvPr>
          <p:cNvSpPr>
            <a:spLocks xmlns:a="http://schemas.openxmlformats.org/drawingml/2006/main" noGrp="1"/>
          </p:cNvSpPr>
          <p:nvPr/>
        </p:nvSpPr>
        <p:spPr>
          <a:xfrm xmlns:a="http://schemas.openxmlformats.org/drawingml/2006/main">
            <a:off x="729199" y="335955"/>
            <a:ext cx="151468" cy="191270"/>
          </a:xfrm>
          <a:custGeom xmlns:a="http://schemas.openxmlformats.org/drawingml/2006/main">
            <a:gdLst>
              <a:gd name="connsiteX0" fmla="*/ 136343 w 151468"/>
              <a:gd name="connsiteY0" fmla="*/ 17571 h 191270"/>
              <a:gd name="connsiteX1" fmla="*/ 115866 w 151468"/>
              <a:gd name="connsiteY1" fmla="*/ 4831 h 191270"/>
              <a:gd name="connsiteX2" fmla="*/ 85359 w 151468"/>
              <a:gd name="connsiteY2" fmla="*/ 0 h 191270"/>
              <a:gd name="connsiteX3" fmla="*/ 0 w 151468"/>
              <a:gd name="connsiteY3" fmla="*/ 0 h 191270"/>
              <a:gd name="connsiteX4" fmla="*/ 0 w 151468"/>
              <a:gd name="connsiteY4" fmla="*/ 191270 h 191270"/>
              <a:gd name="connsiteX5" fmla="*/ 41210 w 151468"/>
              <a:gd name="connsiteY5" fmla="*/ 191270 h 191270"/>
              <a:gd name="connsiteX6" fmla="*/ 41210 w 151468"/>
              <a:gd name="connsiteY6" fmla="*/ 113307 h 191270"/>
              <a:gd name="connsiteX7" fmla="*/ 85359 w 151468"/>
              <a:gd name="connsiteY7" fmla="*/ 113307 h 191270"/>
              <a:gd name="connsiteX8" fmla="*/ 115866 w 151468"/>
              <a:gd name="connsiteY8" fmla="*/ 108489 h 191270"/>
              <a:gd name="connsiteX9" fmla="*/ 136343 w 151468"/>
              <a:gd name="connsiteY9" fmla="*/ 95750 h 191270"/>
              <a:gd name="connsiteX10" fmla="*/ 147855 w 151468"/>
              <a:gd name="connsiteY10" fmla="*/ 77571 h 191270"/>
              <a:gd name="connsiteX11" fmla="*/ 151468 w 151468"/>
              <a:gd name="connsiteY11" fmla="*/ 56667 h 191270"/>
              <a:gd name="connsiteX12" fmla="*/ 147855 w 151468"/>
              <a:gd name="connsiteY12" fmla="*/ 35641 h 191270"/>
              <a:gd name="connsiteX13" fmla="*/ 136343 w 151468"/>
              <a:gd name="connsiteY13" fmla="*/ 17584 h 191270"/>
              <a:gd name="connsiteX14" fmla="*/ 107710 w 151468"/>
              <a:gd name="connsiteY14" fmla="*/ 67612 h 191270"/>
              <a:gd name="connsiteX15" fmla="*/ 99554 w 151468"/>
              <a:gd name="connsiteY15" fmla="*/ 74076 h 191270"/>
              <a:gd name="connsiteX16" fmla="*/ 87786 w 151468"/>
              <a:gd name="connsiteY16" fmla="*/ 77167 h 191270"/>
              <a:gd name="connsiteX17" fmla="*/ 73874 w 151468"/>
              <a:gd name="connsiteY17" fmla="*/ 77963 h 191270"/>
              <a:gd name="connsiteX18" fmla="*/ 41224 w 151468"/>
              <a:gd name="connsiteY18" fmla="*/ 77963 h 191270"/>
              <a:gd name="connsiteX19" fmla="*/ 41224 w 151468"/>
              <a:gd name="connsiteY19" fmla="*/ 35371 h 191270"/>
              <a:gd name="connsiteX20" fmla="*/ 73874 w 151468"/>
              <a:gd name="connsiteY20" fmla="*/ 35371 h 191270"/>
              <a:gd name="connsiteX21" fmla="*/ 87786 w 151468"/>
              <a:gd name="connsiteY21" fmla="*/ 36168 h 191270"/>
              <a:gd name="connsiteX22" fmla="*/ 99554 w 151468"/>
              <a:gd name="connsiteY22" fmla="*/ 39258 h 191270"/>
              <a:gd name="connsiteX23" fmla="*/ 107710 w 151468"/>
              <a:gd name="connsiteY23" fmla="*/ 45722 h 191270"/>
              <a:gd name="connsiteX24" fmla="*/ 110784 w 151468"/>
              <a:gd name="connsiteY24" fmla="*/ 56667 h 191270"/>
              <a:gd name="connsiteX25" fmla="*/ 107710 w 151468"/>
              <a:gd name="connsiteY25" fmla="*/ 67612 h 191270"/>
            </a:gdLst>
            <a:rect l="l" t="t" r="r" b="b"/>
            <a:pathLst>
              <a:path w="151468" h="191270">
                <a:moveTo>
                  <a:pt x="136343" y="17571"/>
                </a:moveTo>
                <a:cubicBezTo>
                  <a:pt x="131072" y="12294"/>
                  <a:pt x="124251" y="8043"/>
                  <a:pt x="115866" y="4831"/>
                </a:cubicBezTo>
                <a:cubicBezTo>
                  <a:pt x="107481" y="1619"/>
                  <a:pt x="97303" y="0"/>
                  <a:pt x="85359" y="0"/>
                </a:cubicBezTo>
                <a:lnTo>
                  <a:pt x="0" y="0"/>
                </a:lnTo>
                <a:lnTo>
                  <a:pt x="0" y="191270"/>
                </a:lnTo>
                <a:lnTo>
                  <a:pt x="41210" y="191270"/>
                </a:lnTo>
                <a:lnTo>
                  <a:pt x="41210" y="113307"/>
                </a:lnTo>
                <a:lnTo>
                  <a:pt x="85359" y="113307"/>
                </a:lnTo>
                <a:cubicBezTo>
                  <a:pt x="97303" y="113307"/>
                  <a:pt x="107481" y="111701"/>
                  <a:pt x="115866" y="108489"/>
                </a:cubicBezTo>
                <a:cubicBezTo>
                  <a:pt x="124251" y="105277"/>
                  <a:pt x="131072" y="101026"/>
                  <a:pt x="136343" y="95750"/>
                </a:cubicBezTo>
                <a:cubicBezTo>
                  <a:pt x="141600" y="90473"/>
                  <a:pt x="145442" y="84414"/>
                  <a:pt x="147855" y="77571"/>
                </a:cubicBezTo>
                <a:cubicBezTo>
                  <a:pt x="150268" y="70729"/>
                  <a:pt x="151468" y="63766"/>
                  <a:pt x="151468" y="56667"/>
                </a:cubicBezTo>
                <a:cubicBezTo>
                  <a:pt x="151468" y="49569"/>
                  <a:pt x="150268" y="42402"/>
                  <a:pt x="147855" y="35641"/>
                </a:cubicBezTo>
                <a:cubicBezTo>
                  <a:pt x="145442" y="28880"/>
                  <a:pt x="141614" y="22861"/>
                  <a:pt x="136343" y="17584"/>
                </a:cubicBezTo>
                <a:close/>
                <a:moveTo>
                  <a:pt x="107710" y="67612"/>
                </a:moveTo>
                <a:cubicBezTo>
                  <a:pt x="105661" y="70392"/>
                  <a:pt x="102938" y="72551"/>
                  <a:pt x="99554" y="74076"/>
                </a:cubicBezTo>
                <a:cubicBezTo>
                  <a:pt x="96157" y="75601"/>
                  <a:pt x="92234" y="76627"/>
                  <a:pt x="87786" y="77167"/>
                </a:cubicBezTo>
                <a:cubicBezTo>
                  <a:pt x="83324" y="77693"/>
                  <a:pt x="78686" y="77963"/>
                  <a:pt x="73874" y="77963"/>
                </a:cubicBezTo>
                <a:lnTo>
                  <a:pt x="41224" y="77963"/>
                </a:lnTo>
                <a:lnTo>
                  <a:pt x="41224" y="35371"/>
                </a:lnTo>
                <a:lnTo>
                  <a:pt x="73874" y="35371"/>
                </a:lnTo>
                <a:cubicBezTo>
                  <a:pt x="78686" y="35371"/>
                  <a:pt x="83324" y="35641"/>
                  <a:pt x="87786" y="36168"/>
                </a:cubicBezTo>
                <a:cubicBezTo>
                  <a:pt x="92248" y="36694"/>
                  <a:pt x="96171" y="37733"/>
                  <a:pt x="99554" y="39258"/>
                </a:cubicBezTo>
                <a:cubicBezTo>
                  <a:pt x="102938" y="40783"/>
                  <a:pt x="105661" y="42942"/>
                  <a:pt x="107710" y="45722"/>
                </a:cubicBezTo>
                <a:cubicBezTo>
                  <a:pt x="109759" y="48502"/>
                  <a:pt x="110784" y="52160"/>
                  <a:pt x="110784" y="56667"/>
                </a:cubicBezTo>
                <a:cubicBezTo>
                  <a:pt x="110784" y="61175"/>
                  <a:pt x="109759" y="64832"/>
                  <a:pt x="107710" y="67612"/>
                </a:cubicBez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3" name="Forme libre 12">
            <a:extLst xmlns:a="http://schemas.openxmlformats.org/drawingml/2006/main">
              <a:ext uri="{FF2B5EF4-FFF2-40B4-BE49-F238E27FC236}">
                <a16:creationId xmlns:a16="http://schemas.microsoft.com/office/drawing/2014/main" id="{5B115CEE-A940-BE26-2B43-166F8314B6E7}"/>
              </a:ext>
            </a:extLst>
          </p:cNvPr>
          <p:cNvSpPr>
            <a:spLocks xmlns:a="http://schemas.openxmlformats.org/drawingml/2006/main" noGrp="1"/>
          </p:cNvSpPr>
          <p:nvPr/>
        </p:nvSpPr>
        <p:spPr>
          <a:xfrm xmlns:a="http://schemas.openxmlformats.org/drawingml/2006/main">
            <a:off x="1074937" y="335968"/>
            <a:ext cx="138203" cy="191269"/>
          </a:xfrm>
          <a:custGeom xmlns:a="http://schemas.openxmlformats.org/drawingml/2006/main">
            <a:gdLst>
              <a:gd name="connsiteX0" fmla="*/ 41197 w 138203"/>
              <a:gd name="connsiteY0" fmla="*/ 155899 h 191269"/>
              <a:gd name="connsiteX1" fmla="*/ 41197 w 138203"/>
              <a:gd name="connsiteY1" fmla="*/ 0 h 191269"/>
              <a:gd name="connsiteX2" fmla="*/ 0 w 138203"/>
              <a:gd name="connsiteY2" fmla="*/ 0 h 191269"/>
              <a:gd name="connsiteX3" fmla="*/ 0 w 138203"/>
              <a:gd name="connsiteY3" fmla="*/ 191270 h 191269"/>
              <a:gd name="connsiteX4" fmla="*/ 138203 w 138203"/>
              <a:gd name="connsiteY4" fmla="*/ 191270 h 191269"/>
              <a:gd name="connsiteX5" fmla="*/ 138203 w 138203"/>
              <a:gd name="connsiteY5" fmla="*/ 155899 h 191269"/>
              <a:gd name="connsiteX6" fmla="*/ 41197 w 138203"/>
              <a:gd name="connsiteY6" fmla="*/ 155899 h 191269"/>
            </a:gdLst>
            <a:rect l="l" t="t" r="r" b="b"/>
            <a:pathLst>
              <a:path w="138203" h="191269">
                <a:moveTo>
                  <a:pt x="41197" y="155899"/>
                </a:moveTo>
                <a:lnTo>
                  <a:pt x="41197" y="0"/>
                </a:lnTo>
                <a:lnTo>
                  <a:pt x="0" y="0"/>
                </a:lnTo>
                <a:lnTo>
                  <a:pt x="0" y="191270"/>
                </a:lnTo>
                <a:lnTo>
                  <a:pt x="138203" y="191270"/>
                </a:lnTo>
                <a:lnTo>
                  <a:pt x="138203" y="155899"/>
                </a:lnTo>
                <a:lnTo>
                  <a:pt x="41197" y="155899"/>
                </a:ln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4" name="Forme libre 13">
            <a:extLst xmlns:a="http://schemas.openxmlformats.org/drawingml/2006/main">
              <a:ext uri="{FF2B5EF4-FFF2-40B4-BE49-F238E27FC236}">
                <a16:creationId xmlns:a16="http://schemas.microsoft.com/office/drawing/2014/main" id="{2C4287DA-CF08-EA83-E364-FECE99038CA8}"/>
              </a:ext>
            </a:extLst>
          </p:cNvPr>
          <p:cNvSpPr>
            <a:spLocks xmlns:a="http://schemas.openxmlformats.org/drawingml/2006/main" noGrp="1"/>
          </p:cNvSpPr>
          <p:nvPr/>
        </p:nvSpPr>
        <p:spPr>
          <a:xfrm xmlns:a="http://schemas.openxmlformats.org/drawingml/2006/main">
            <a:off x="906874" y="335968"/>
            <a:ext cx="138216" cy="77949"/>
          </a:xfrm>
          <a:custGeom xmlns:a="http://schemas.openxmlformats.org/drawingml/2006/main">
            <a:gdLst>
              <a:gd name="connsiteX0" fmla="*/ 0 w 138216"/>
              <a:gd name="connsiteY0" fmla="*/ 77949 h 77949"/>
              <a:gd name="connsiteX1" fmla="*/ 41210 w 138216"/>
              <a:gd name="connsiteY1" fmla="*/ 77949 h 77949"/>
              <a:gd name="connsiteX2" fmla="*/ 41210 w 138216"/>
              <a:gd name="connsiteY2" fmla="*/ 35358 h 77949"/>
              <a:gd name="connsiteX3" fmla="*/ 138217 w 138216"/>
              <a:gd name="connsiteY3" fmla="*/ 35358 h 77949"/>
              <a:gd name="connsiteX4" fmla="*/ 138217 w 138216"/>
              <a:gd name="connsiteY4" fmla="*/ 0 h 77949"/>
              <a:gd name="connsiteX5" fmla="*/ 0 w 138216"/>
              <a:gd name="connsiteY5" fmla="*/ 0 h 77949"/>
              <a:gd name="connsiteX6" fmla="*/ 0 w 138216"/>
              <a:gd name="connsiteY6" fmla="*/ 77949 h 77949"/>
            </a:gdLst>
            <a:rect l="l" t="t" r="r" b="b"/>
            <a:pathLst>
              <a:path w="138216" h="77949">
                <a:moveTo>
                  <a:pt x="0" y="77949"/>
                </a:moveTo>
                <a:lnTo>
                  <a:pt x="41210" y="77949"/>
                </a:lnTo>
                <a:lnTo>
                  <a:pt x="41210" y="35358"/>
                </a:lnTo>
                <a:lnTo>
                  <a:pt x="138217" y="35358"/>
                </a:lnTo>
                <a:lnTo>
                  <a:pt x="138217" y="0"/>
                </a:lnTo>
                <a:lnTo>
                  <a:pt x="0" y="0"/>
                </a:lnTo>
                <a:lnTo>
                  <a:pt x="0" y="77949"/>
                </a:ln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5" name="Forme libre 14">
            <a:extLst xmlns:a="http://schemas.openxmlformats.org/drawingml/2006/main">
              <a:ext uri="{FF2B5EF4-FFF2-40B4-BE49-F238E27FC236}">
                <a16:creationId xmlns:a16="http://schemas.microsoft.com/office/drawing/2014/main" id="{816D4154-ADD8-7CD7-5EE4-31C06E12F124}"/>
              </a:ext>
            </a:extLst>
          </p:cNvPr>
          <p:cNvSpPr>
            <a:spLocks xmlns:a="http://schemas.openxmlformats.org/drawingml/2006/main" noGrp="1"/>
          </p:cNvSpPr>
          <p:nvPr/>
        </p:nvSpPr>
        <p:spPr>
          <a:xfrm xmlns:a="http://schemas.openxmlformats.org/drawingml/2006/main">
            <a:off x="906874" y="449275"/>
            <a:ext cx="41210" cy="77949"/>
          </a:xfrm>
          <a:custGeom xmlns:a="http://schemas.openxmlformats.org/drawingml/2006/main">
            <a:gdLst>
              <a:gd name="connsiteX0" fmla="*/ 0 w 41210"/>
              <a:gd name="connsiteY0" fmla="*/ 0 h 77949"/>
              <a:gd name="connsiteX1" fmla="*/ 41210 w 41210"/>
              <a:gd name="connsiteY1" fmla="*/ 0 h 77949"/>
              <a:gd name="connsiteX2" fmla="*/ 41210 w 41210"/>
              <a:gd name="connsiteY2" fmla="*/ 77949 h 77949"/>
              <a:gd name="connsiteX3" fmla="*/ 0 w 41210"/>
              <a:gd name="connsiteY3" fmla="*/ 77949 h 77949"/>
            </a:gdLst>
            <a:rect l="l" t="t" r="r" b="b"/>
            <a:pathLst>
              <a:path w="41210" h="77949">
                <a:moveTo>
                  <a:pt x="0" y="0"/>
                </a:moveTo>
                <a:lnTo>
                  <a:pt x="41210" y="0"/>
                </a:lnTo>
                <a:lnTo>
                  <a:pt x="41210" y="77949"/>
                </a:lnTo>
                <a:lnTo>
                  <a:pt x="0" y="77949"/>
                </a:ln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6" name="Forme libre 15">
            <a:extLst xmlns:a="http://schemas.openxmlformats.org/drawingml/2006/main">
              <a:ext uri="{FF2B5EF4-FFF2-40B4-BE49-F238E27FC236}">
                <a16:creationId xmlns:a16="http://schemas.microsoft.com/office/drawing/2014/main" id="{0A5651A8-D780-F7AB-9F78-EFD12AA98E74}"/>
              </a:ext>
            </a:extLst>
          </p:cNvPr>
          <p:cNvSpPr>
            <a:spLocks xmlns:a="http://schemas.openxmlformats.org/drawingml/2006/main" noGrp="1"/>
          </p:cNvSpPr>
          <p:nvPr/>
        </p:nvSpPr>
        <p:spPr>
          <a:xfrm xmlns:a="http://schemas.openxmlformats.org/drawingml/2006/main">
            <a:off x="948084" y="413918"/>
            <a:ext cx="88715" cy="35357"/>
          </a:xfrm>
          <a:custGeom xmlns:a="http://schemas.openxmlformats.org/drawingml/2006/main">
            <a:gdLst>
              <a:gd name="connsiteX0" fmla="*/ 0 w 88715"/>
              <a:gd name="connsiteY0" fmla="*/ 0 h 35357"/>
              <a:gd name="connsiteX1" fmla="*/ 88716 w 88715"/>
              <a:gd name="connsiteY1" fmla="*/ 0 h 35357"/>
              <a:gd name="connsiteX2" fmla="*/ 88716 w 88715"/>
              <a:gd name="connsiteY2" fmla="*/ 35358 h 35357"/>
              <a:gd name="connsiteX3" fmla="*/ 0 w 88715"/>
              <a:gd name="connsiteY3" fmla="*/ 35358 h 35357"/>
            </a:gdLst>
            <a:rect l="l" t="t" r="r" b="b"/>
            <a:pathLst>
              <a:path w="88715" h="35357">
                <a:moveTo>
                  <a:pt x="0" y="0"/>
                </a:moveTo>
                <a:lnTo>
                  <a:pt x="88716" y="0"/>
                </a:lnTo>
                <a:lnTo>
                  <a:pt x="88716" y="35358"/>
                </a:lnTo>
                <a:lnTo>
                  <a:pt x="0" y="35358"/>
                </a:ln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7" name="Espace réservé de la date 16">
            <a:extLst xmlns:a="http://schemas.openxmlformats.org/drawingml/2006/main">
              <a:ext uri="{FF2B5EF4-FFF2-40B4-BE49-F238E27FC236}">
                <a16:creationId xmlns:a16="http://schemas.microsoft.com/office/drawing/2014/main" id="{309FD214-C446-3C8F-AD11-A249F4B5998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EPFL AT A GLANCE</a:t>
            </a:r>
            <a:endParaRPr/>
          </a:p>
        </p:txBody>
      </p:sp>
      <p:sp>
        <p:nvSpPr>
          <p:cNvPr id="18" name="Espace réservé du pied de page 17">
            <a:extLst xmlns:a="http://schemas.openxmlformats.org/drawingml/2006/main">
              <a:ext uri="{FF2B5EF4-FFF2-40B4-BE49-F238E27FC236}">
                <a16:creationId xmlns:a16="http://schemas.microsoft.com/office/drawing/2014/main" id="{1A7428E5-FF5A-76BD-D93B-8D61D542AB1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endParaRPr/>
          </a:p>
        </p:txBody>
      </p:sp>
      <p:sp>
        <p:nvSpPr>
          <p:cNvPr id="19" name="Espace réservé du numéro de diapositive 18">
            <a:extLst xmlns:a="http://schemas.openxmlformats.org/drawingml/2006/main">
              <a:ext uri="{FF2B5EF4-FFF2-40B4-BE49-F238E27FC236}">
                <a16:creationId xmlns:a16="http://schemas.microsoft.com/office/drawing/2014/main" id="{43662181-82C7-FB2E-AD48-A29433AC1A0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E1E1CD7C-2161-7D43-862E-CE4C333CD873}" type="slidenum">
              <a:t>‹#›</a:t>
            </a:fld>
            <a:endParaRPr/>
          </a:p>
        </p:txBody>
      </p:sp>
    </p:spTree>
  </p:cSld>
</p:sldLayout>
</file>

<file path=ppt/slideLayouts/slideLayout13.xml><?xml version="1.0" encoding="utf-8"?>
<p:sldLayout xmlns:p="http://schemas.openxmlformats.org/presentationml/2006/main" preserve="1" userDrawn="1">
  <p:cSld name="12_Titre et contenu">
    <p:bg>
      <p:bgPr>
        <a:gradFill xmlns:a="http://schemas.openxmlformats.org/drawingml/2006/main">
          <a:gsLst>
            <a:gs pos="0">
              <a:schemeClr val="accent4">
                <a:lumMod val="50000"/>
              </a:schemeClr>
            </a:gs>
            <a:gs pos="32000">
              <a:schemeClr val="accent4"/>
            </a:gs>
            <a:gs pos="98000">
              <a:schemeClr val="accent4"/>
            </a:gs>
          </a:gsLst>
          <a:lin ang="5400000" scaled="1"/>
        </a:gradFill>
      </p:bgPr>
    </p:bg>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AD69E236-03D6-43E1-A1F8-8D3037E755E5}"/>
              </a:ext>
            </a:extLst>
          </p:cNvPr>
          <p:cNvSpPr>
            <a:spLocks xmlns:a="http://schemas.openxmlformats.org/drawingml/2006/main" noGrp="1"/>
          </p:cNvSpPr>
          <p:nvPr>
            <p:ph idx="1"/>
          </p:nvPr>
        </p:nvSpPr>
        <p:spPr>
          <a:xfrm xmlns:a="http://schemas.openxmlformats.org/drawingml/2006/main">
            <a:off x="550863" y="3122613"/>
            <a:ext cx="11090274" cy="3402012"/>
          </a:xfrm>
        </p:spPr>
        <p:txBody>
          <a:bodyPr xmlns:a="http://schemas.openxmlformats.org/drawingml/2006/main"/>
          <a:lstStyle xmlns:a="http://schemas.openxmlformats.org/drawingml/2006/main">
            <a:lvl1pPr>
              <a:buClrTx/>
              <a:buNone/>
              <a:defRPr>
                <a:solidFill>
                  <a:schemeClr val="bg1"/>
                </a:solidFill>
              </a:defRPr>
            </a:lvl1pPr>
          </a:lstStyle>
          <a:p xmlns:a="http://schemas.openxmlformats.org/drawingml/2006/main">
            <a:pPr lvl="0">
              <a:buNone/>
            </a:pPr>
            <a:r>
              <a:t>Cliquez pour modifier les styles du texte du masque</a:t>
            </a:r>
          </a:p>
        </p:txBody>
      </p:sp>
      <p:sp>
        <p:nvSpPr>
          <p:cNvPr id="2" name="Titre 1">
            <a:extLst xmlns:a="http://schemas.openxmlformats.org/drawingml/2006/main">
              <a:ext uri="{FF2B5EF4-FFF2-40B4-BE49-F238E27FC236}">
                <a16:creationId xmlns:a16="http://schemas.microsoft.com/office/drawing/2014/main" id="{96942D0D-07B5-D98B-14DE-AA7EF42087E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Modifiez le style du titre</a:t>
            </a:r>
            <a:endParaRPr/>
          </a:p>
        </p:txBody>
      </p:sp>
      <p:sp>
        <p:nvSpPr>
          <p:cNvPr id="9" name="Forme libre 8">
            <a:extLst xmlns:a="http://schemas.openxmlformats.org/drawingml/2006/main">
              <a:ext uri="{FF2B5EF4-FFF2-40B4-BE49-F238E27FC236}">
                <a16:creationId xmlns:a16="http://schemas.microsoft.com/office/drawing/2014/main" id="{13EF8F51-3EA2-359B-1A23-D9F373527745}"/>
              </a:ext>
            </a:extLst>
          </p:cNvPr>
          <p:cNvSpPr>
            <a:spLocks xmlns:a="http://schemas.openxmlformats.org/drawingml/2006/main" noGrp="1"/>
          </p:cNvSpPr>
          <p:nvPr/>
        </p:nvSpPr>
        <p:spPr>
          <a:xfrm xmlns:a="http://schemas.openxmlformats.org/drawingml/2006/main">
            <a:off x="555663" y="335968"/>
            <a:ext cx="138216" cy="77949"/>
          </a:xfrm>
          <a:custGeom xmlns:a="http://schemas.openxmlformats.org/drawingml/2006/main">
            <a:gdLst>
              <a:gd name="connsiteX0" fmla="*/ 0 w 138216"/>
              <a:gd name="connsiteY0" fmla="*/ 77949 h 77949"/>
              <a:gd name="connsiteX1" fmla="*/ 41210 w 138216"/>
              <a:gd name="connsiteY1" fmla="*/ 77949 h 77949"/>
              <a:gd name="connsiteX2" fmla="*/ 41210 w 138216"/>
              <a:gd name="connsiteY2" fmla="*/ 35358 h 77949"/>
              <a:gd name="connsiteX3" fmla="*/ 138217 w 138216"/>
              <a:gd name="connsiteY3" fmla="*/ 35358 h 77949"/>
              <a:gd name="connsiteX4" fmla="*/ 138217 w 138216"/>
              <a:gd name="connsiteY4" fmla="*/ 0 h 77949"/>
              <a:gd name="connsiteX5" fmla="*/ 0 w 138216"/>
              <a:gd name="connsiteY5" fmla="*/ 0 h 77949"/>
              <a:gd name="connsiteX6" fmla="*/ 0 w 138216"/>
              <a:gd name="connsiteY6" fmla="*/ 77949 h 77949"/>
            </a:gdLst>
            <a:rect l="l" t="t" r="r" b="b"/>
            <a:pathLst>
              <a:path w="138216" h="77949">
                <a:moveTo>
                  <a:pt x="0" y="77949"/>
                </a:moveTo>
                <a:lnTo>
                  <a:pt x="41210" y="77949"/>
                </a:lnTo>
                <a:lnTo>
                  <a:pt x="41210" y="35358"/>
                </a:lnTo>
                <a:lnTo>
                  <a:pt x="138217" y="35358"/>
                </a:lnTo>
                <a:lnTo>
                  <a:pt x="138217" y="0"/>
                </a:lnTo>
                <a:lnTo>
                  <a:pt x="0" y="0"/>
                </a:lnTo>
                <a:lnTo>
                  <a:pt x="0" y="77949"/>
                </a:ln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0" name="Forme libre 9">
            <a:extLst xmlns:a="http://schemas.openxmlformats.org/drawingml/2006/main">
              <a:ext uri="{FF2B5EF4-FFF2-40B4-BE49-F238E27FC236}">
                <a16:creationId xmlns:a16="http://schemas.microsoft.com/office/drawing/2014/main" id="{E5B494A9-D288-4545-5699-3384315D576E}"/>
              </a:ext>
            </a:extLst>
          </p:cNvPr>
          <p:cNvSpPr>
            <a:spLocks xmlns:a="http://schemas.openxmlformats.org/drawingml/2006/main" noGrp="1"/>
          </p:cNvSpPr>
          <p:nvPr/>
        </p:nvSpPr>
        <p:spPr>
          <a:xfrm xmlns:a="http://schemas.openxmlformats.org/drawingml/2006/main">
            <a:off x="555663" y="449275"/>
            <a:ext cx="138216" cy="77962"/>
          </a:xfrm>
          <a:custGeom xmlns:a="http://schemas.openxmlformats.org/drawingml/2006/main">
            <a:gdLst>
              <a:gd name="connsiteX0" fmla="*/ 0 w 138216"/>
              <a:gd name="connsiteY0" fmla="*/ 77963 h 77962"/>
              <a:gd name="connsiteX1" fmla="*/ 138217 w 138216"/>
              <a:gd name="connsiteY1" fmla="*/ 77963 h 77962"/>
              <a:gd name="connsiteX2" fmla="*/ 138217 w 138216"/>
              <a:gd name="connsiteY2" fmla="*/ 42591 h 77962"/>
              <a:gd name="connsiteX3" fmla="*/ 41210 w 138216"/>
              <a:gd name="connsiteY3" fmla="*/ 42591 h 77962"/>
              <a:gd name="connsiteX4" fmla="*/ 41210 w 138216"/>
              <a:gd name="connsiteY4" fmla="*/ 0 h 77962"/>
              <a:gd name="connsiteX5" fmla="*/ 0 w 138216"/>
              <a:gd name="connsiteY5" fmla="*/ 0 h 77962"/>
              <a:gd name="connsiteX6" fmla="*/ 0 w 138216"/>
              <a:gd name="connsiteY6" fmla="*/ 77963 h 77962"/>
            </a:gdLst>
            <a:rect l="l" t="t" r="r" b="b"/>
            <a:pathLst>
              <a:path w="138216" h="77962">
                <a:moveTo>
                  <a:pt x="0" y="77963"/>
                </a:moveTo>
                <a:lnTo>
                  <a:pt x="138217" y="77963"/>
                </a:lnTo>
                <a:lnTo>
                  <a:pt x="138217" y="42591"/>
                </a:lnTo>
                <a:lnTo>
                  <a:pt x="41210" y="42591"/>
                </a:lnTo>
                <a:lnTo>
                  <a:pt x="41210" y="0"/>
                </a:lnTo>
                <a:lnTo>
                  <a:pt x="0" y="0"/>
                </a:lnTo>
                <a:lnTo>
                  <a:pt x="0" y="77963"/>
                </a:ln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1" name="Forme libre 10">
            <a:extLst xmlns:a="http://schemas.openxmlformats.org/drawingml/2006/main">
              <a:ext uri="{FF2B5EF4-FFF2-40B4-BE49-F238E27FC236}">
                <a16:creationId xmlns:a16="http://schemas.microsoft.com/office/drawing/2014/main" id="{A5227256-2CB5-C66B-5A1C-3E1C7C775414}"/>
              </a:ext>
            </a:extLst>
          </p:cNvPr>
          <p:cNvSpPr>
            <a:spLocks xmlns:a="http://schemas.openxmlformats.org/drawingml/2006/main" noGrp="1"/>
          </p:cNvSpPr>
          <p:nvPr/>
        </p:nvSpPr>
        <p:spPr>
          <a:xfrm xmlns:a="http://schemas.openxmlformats.org/drawingml/2006/main">
            <a:off x="596874" y="413918"/>
            <a:ext cx="88715" cy="35357"/>
          </a:xfrm>
          <a:custGeom xmlns:a="http://schemas.openxmlformats.org/drawingml/2006/main">
            <a:gdLst>
              <a:gd name="connsiteX0" fmla="*/ 0 w 88715"/>
              <a:gd name="connsiteY0" fmla="*/ 0 h 35357"/>
              <a:gd name="connsiteX1" fmla="*/ 88716 w 88715"/>
              <a:gd name="connsiteY1" fmla="*/ 0 h 35357"/>
              <a:gd name="connsiteX2" fmla="*/ 88716 w 88715"/>
              <a:gd name="connsiteY2" fmla="*/ 35358 h 35357"/>
              <a:gd name="connsiteX3" fmla="*/ 0 w 88715"/>
              <a:gd name="connsiteY3" fmla="*/ 35358 h 35357"/>
            </a:gdLst>
            <a:rect l="l" t="t" r="r" b="b"/>
            <a:pathLst>
              <a:path w="88715" h="35357">
                <a:moveTo>
                  <a:pt x="0" y="0"/>
                </a:moveTo>
                <a:lnTo>
                  <a:pt x="88716" y="0"/>
                </a:lnTo>
                <a:lnTo>
                  <a:pt x="88716" y="35358"/>
                </a:lnTo>
                <a:lnTo>
                  <a:pt x="0" y="35358"/>
                </a:ln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2" name="Forme libre 11">
            <a:extLst xmlns:a="http://schemas.openxmlformats.org/drawingml/2006/main">
              <a:ext uri="{FF2B5EF4-FFF2-40B4-BE49-F238E27FC236}">
                <a16:creationId xmlns:a16="http://schemas.microsoft.com/office/drawing/2014/main" id="{613513A6-A38B-81D3-C93C-32D8AC097F4F}"/>
              </a:ext>
            </a:extLst>
          </p:cNvPr>
          <p:cNvSpPr>
            <a:spLocks xmlns:a="http://schemas.openxmlformats.org/drawingml/2006/main" noGrp="1"/>
          </p:cNvSpPr>
          <p:nvPr/>
        </p:nvSpPr>
        <p:spPr>
          <a:xfrm xmlns:a="http://schemas.openxmlformats.org/drawingml/2006/main">
            <a:off x="729199" y="335955"/>
            <a:ext cx="151468" cy="191270"/>
          </a:xfrm>
          <a:custGeom xmlns:a="http://schemas.openxmlformats.org/drawingml/2006/main">
            <a:gdLst>
              <a:gd name="connsiteX0" fmla="*/ 136343 w 151468"/>
              <a:gd name="connsiteY0" fmla="*/ 17571 h 191270"/>
              <a:gd name="connsiteX1" fmla="*/ 115866 w 151468"/>
              <a:gd name="connsiteY1" fmla="*/ 4831 h 191270"/>
              <a:gd name="connsiteX2" fmla="*/ 85359 w 151468"/>
              <a:gd name="connsiteY2" fmla="*/ 0 h 191270"/>
              <a:gd name="connsiteX3" fmla="*/ 0 w 151468"/>
              <a:gd name="connsiteY3" fmla="*/ 0 h 191270"/>
              <a:gd name="connsiteX4" fmla="*/ 0 w 151468"/>
              <a:gd name="connsiteY4" fmla="*/ 191270 h 191270"/>
              <a:gd name="connsiteX5" fmla="*/ 41210 w 151468"/>
              <a:gd name="connsiteY5" fmla="*/ 191270 h 191270"/>
              <a:gd name="connsiteX6" fmla="*/ 41210 w 151468"/>
              <a:gd name="connsiteY6" fmla="*/ 113307 h 191270"/>
              <a:gd name="connsiteX7" fmla="*/ 85359 w 151468"/>
              <a:gd name="connsiteY7" fmla="*/ 113307 h 191270"/>
              <a:gd name="connsiteX8" fmla="*/ 115866 w 151468"/>
              <a:gd name="connsiteY8" fmla="*/ 108489 h 191270"/>
              <a:gd name="connsiteX9" fmla="*/ 136343 w 151468"/>
              <a:gd name="connsiteY9" fmla="*/ 95750 h 191270"/>
              <a:gd name="connsiteX10" fmla="*/ 147855 w 151468"/>
              <a:gd name="connsiteY10" fmla="*/ 77571 h 191270"/>
              <a:gd name="connsiteX11" fmla="*/ 151468 w 151468"/>
              <a:gd name="connsiteY11" fmla="*/ 56667 h 191270"/>
              <a:gd name="connsiteX12" fmla="*/ 147855 w 151468"/>
              <a:gd name="connsiteY12" fmla="*/ 35641 h 191270"/>
              <a:gd name="connsiteX13" fmla="*/ 136343 w 151468"/>
              <a:gd name="connsiteY13" fmla="*/ 17584 h 191270"/>
              <a:gd name="connsiteX14" fmla="*/ 107710 w 151468"/>
              <a:gd name="connsiteY14" fmla="*/ 67612 h 191270"/>
              <a:gd name="connsiteX15" fmla="*/ 99554 w 151468"/>
              <a:gd name="connsiteY15" fmla="*/ 74076 h 191270"/>
              <a:gd name="connsiteX16" fmla="*/ 87786 w 151468"/>
              <a:gd name="connsiteY16" fmla="*/ 77167 h 191270"/>
              <a:gd name="connsiteX17" fmla="*/ 73874 w 151468"/>
              <a:gd name="connsiteY17" fmla="*/ 77963 h 191270"/>
              <a:gd name="connsiteX18" fmla="*/ 41224 w 151468"/>
              <a:gd name="connsiteY18" fmla="*/ 77963 h 191270"/>
              <a:gd name="connsiteX19" fmla="*/ 41224 w 151468"/>
              <a:gd name="connsiteY19" fmla="*/ 35371 h 191270"/>
              <a:gd name="connsiteX20" fmla="*/ 73874 w 151468"/>
              <a:gd name="connsiteY20" fmla="*/ 35371 h 191270"/>
              <a:gd name="connsiteX21" fmla="*/ 87786 w 151468"/>
              <a:gd name="connsiteY21" fmla="*/ 36168 h 191270"/>
              <a:gd name="connsiteX22" fmla="*/ 99554 w 151468"/>
              <a:gd name="connsiteY22" fmla="*/ 39258 h 191270"/>
              <a:gd name="connsiteX23" fmla="*/ 107710 w 151468"/>
              <a:gd name="connsiteY23" fmla="*/ 45722 h 191270"/>
              <a:gd name="connsiteX24" fmla="*/ 110784 w 151468"/>
              <a:gd name="connsiteY24" fmla="*/ 56667 h 191270"/>
              <a:gd name="connsiteX25" fmla="*/ 107710 w 151468"/>
              <a:gd name="connsiteY25" fmla="*/ 67612 h 191270"/>
            </a:gdLst>
            <a:rect l="l" t="t" r="r" b="b"/>
            <a:pathLst>
              <a:path w="151468" h="191270">
                <a:moveTo>
                  <a:pt x="136343" y="17571"/>
                </a:moveTo>
                <a:cubicBezTo>
                  <a:pt x="131072" y="12294"/>
                  <a:pt x="124251" y="8043"/>
                  <a:pt x="115866" y="4831"/>
                </a:cubicBezTo>
                <a:cubicBezTo>
                  <a:pt x="107481" y="1619"/>
                  <a:pt x="97303" y="0"/>
                  <a:pt x="85359" y="0"/>
                </a:cubicBezTo>
                <a:lnTo>
                  <a:pt x="0" y="0"/>
                </a:lnTo>
                <a:lnTo>
                  <a:pt x="0" y="191270"/>
                </a:lnTo>
                <a:lnTo>
                  <a:pt x="41210" y="191270"/>
                </a:lnTo>
                <a:lnTo>
                  <a:pt x="41210" y="113307"/>
                </a:lnTo>
                <a:lnTo>
                  <a:pt x="85359" y="113307"/>
                </a:lnTo>
                <a:cubicBezTo>
                  <a:pt x="97303" y="113307"/>
                  <a:pt x="107481" y="111701"/>
                  <a:pt x="115866" y="108489"/>
                </a:cubicBezTo>
                <a:cubicBezTo>
                  <a:pt x="124251" y="105277"/>
                  <a:pt x="131072" y="101026"/>
                  <a:pt x="136343" y="95750"/>
                </a:cubicBezTo>
                <a:cubicBezTo>
                  <a:pt x="141600" y="90473"/>
                  <a:pt x="145442" y="84414"/>
                  <a:pt x="147855" y="77571"/>
                </a:cubicBezTo>
                <a:cubicBezTo>
                  <a:pt x="150268" y="70729"/>
                  <a:pt x="151468" y="63766"/>
                  <a:pt x="151468" y="56667"/>
                </a:cubicBezTo>
                <a:cubicBezTo>
                  <a:pt x="151468" y="49569"/>
                  <a:pt x="150268" y="42402"/>
                  <a:pt x="147855" y="35641"/>
                </a:cubicBezTo>
                <a:cubicBezTo>
                  <a:pt x="145442" y="28880"/>
                  <a:pt x="141614" y="22861"/>
                  <a:pt x="136343" y="17584"/>
                </a:cubicBezTo>
                <a:close/>
                <a:moveTo>
                  <a:pt x="107710" y="67612"/>
                </a:moveTo>
                <a:cubicBezTo>
                  <a:pt x="105661" y="70392"/>
                  <a:pt x="102938" y="72551"/>
                  <a:pt x="99554" y="74076"/>
                </a:cubicBezTo>
                <a:cubicBezTo>
                  <a:pt x="96157" y="75601"/>
                  <a:pt x="92234" y="76627"/>
                  <a:pt x="87786" y="77167"/>
                </a:cubicBezTo>
                <a:cubicBezTo>
                  <a:pt x="83324" y="77693"/>
                  <a:pt x="78686" y="77963"/>
                  <a:pt x="73874" y="77963"/>
                </a:cubicBezTo>
                <a:lnTo>
                  <a:pt x="41224" y="77963"/>
                </a:lnTo>
                <a:lnTo>
                  <a:pt x="41224" y="35371"/>
                </a:lnTo>
                <a:lnTo>
                  <a:pt x="73874" y="35371"/>
                </a:lnTo>
                <a:cubicBezTo>
                  <a:pt x="78686" y="35371"/>
                  <a:pt x="83324" y="35641"/>
                  <a:pt x="87786" y="36168"/>
                </a:cubicBezTo>
                <a:cubicBezTo>
                  <a:pt x="92248" y="36694"/>
                  <a:pt x="96171" y="37733"/>
                  <a:pt x="99554" y="39258"/>
                </a:cubicBezTo>
                <a:cubicBezTo>
                  <a:pt x="102938" y="40783"/>
                  <a:pt x="105661" y="42942"/>
                  <a:pt x="107710" y="45722"/>
                </a:cubicBezTo>
                <a:cubicBezTo>
                  <a:pt x="109759" y="48502"/>
                  <a:pt x="110784" y="52160"/>
                  <a:pt x="110784" y="56667"/>
                </a:cubicBezTo>
                <a:cubicBezTo>
                  <a:pt x="110784" y="61175"/>
                  <a:pt x="109759" y="64832"/>
                  <a:pt x="107710" y="67612"/>
                </a:cubicBez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3" name="Forme libre 12">
            <a:extLst xmlns:a="http://schemas.openxmlformats.org/drawingml/2006/main">
              <a:ext uri="{FF2B5EF4-FFF2-40B4-BE49-F238E27FC236}">
                <a16:creationId xmlns:a16="http://schemas.microsoft.com/office/drawing/2014/main" id="{5B115CEE-A940-BE26-2B43-166F8314B6E7}"/>
              </a:ext>
            </a:extLst>
          </p:cNvPr>
          <p:cNvSpPr>
            <a:spLocks xmlns:a="http://schemas.openxmlformats.org/drawingml/2006/main" noGrp="1"/>
          </p:cNvSpPr>
          <p:nvPr/>
        </p:nvSpPr>
        <p:spPr>
          <a:xfrm xmlns:a="http://schemas.openxmlformats.org/drawingml/2006/main">
            <a:off x="1074937" y="335968"/>
            <a:ext cx="138203" cy="191269"/>
          </a:xfrm>
          <a:custGeom xmlns:a="http://schemas.openxmlformats.org/drawingml/2006/main">
            <a:gdLst>
              <a:gd name="connsiteX0" fmla="*/ 41197 w 138203"/>
              <a:gd name="connsiteY0" fmla="*/ 155899 h 191269"/>
              <a:gd name="connsiteX1" fmla="*/ 41197 w 138203"/>
              <a:gd name="connsiteY1" fmla="*/ 0 h 191269"/>
              <a:gd name="connsiteX2" fmla="*/ 0 w 138203"/>
              <a:gd name="connsiteY2" fmla="*/ 0 h 191269"/>
              <a:gd name="connsiteX3" fmla="*/ 0 w 138203"/>
              <a:gd name="connsiteY3" fmla="*/ 191270 h 191269"/>
              <a:gd name="connsiteX4" fmla="*/ 138203 w 138203"/>
              <a:gd name="connsiteY4" fmla="*/ 191270 h 191269"/>
              <a:gd name="connsiteX5" fmla="*/ 138203 w 138203"/>
              <a:gd name="connsiteY5" fmla="*/ 155899 h 191269"/>
              <a:gd name="connsiteX6" fmla="*/ 41197 w 138203"/>
              <a:gd name="connsiteY6" fmla="*/ 155899 h 191269"/>
            </a:gdLst>
            <a:rect l="l" t="t" r="r" b="b"/>
            <a:pathLst>
              <a:path w="138203" h="191269">
                <a:moveTo>
                  <a:pt x="41197" y="155899"/>
                </a:moveTo>
                <a:lnTo>
                  <a:pt x="41197" y="0"/>
                </a:lnTo>
                <a:lnTo>
                  <a:pt x="0" y="0"/>
                </a:lnTo>
                <a:lnTo>
                  <a:pt x="0" y="191270"/>
                </a:lnTo>
                <a:lnTo>
                  <a:pt x="138203" y="191270"/>
                </a:lnTo>
                <a:lnTo>
                  <a:pt x="138203" y="155899"/>
                </a:lnTo>
                <a:lnTo>
                  <a:pt x="41197" y="155899"/>
                </a:ln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4" name="Forme libre 13">
            <a:extLst xmlns:a="http://schemas.openxmlformats.org/drawingml/2006/main">
              <a:ext uri="{FF2B5EF4-FFF2-40B4-BE49-F238E27FC236}">
                <a16:creationId xmlns:a16="http://schemas.microsoft.com/office/drawing/2014/main" id="{2C4287DA-CF08-EA83-E364-FECE99038CA8}"/>
              </a:ext>
            </a:extLst>
          </p:cNvPr>
          <p:cNvSpPr>
            <a:spLocks xmlns:a="http://schemas.openxmlformats.org/drawingml/2006/main" noGrp="1"/>
          </p:cNvSpPr>
          <p:nvPr/>
        </p:nvSpPr>
        <p:spPr>
          <a:xfrm xmlns:a="http://schemas.openxmlformats.org/drawingml/2006/main">
            <a:off x="906874" y="335968"/>
            <a:ext cx="138216" cy="77949"/>
          </a:xfrm>
          <a:custGeom xmlns:a="http://schemas.openxmlformats.org/drawingml/2006/main">
            <a:gdLst>
              <a:gd name="connsiteX0" fmla="*/ 0 w 138216"/>
              <a:gd name="connsiteY0" fmla="*/ 77949 h 77949"/>
              <a:gd name="connsiteX1" fmla="*/ 41210 w 138216"/>
              <a:gd name="connsiteY1" fmla="*/ 77949 h 77949"/>
              <a:gd name="connsiteX2" fmla="*/ 41210 w 138216"/>
              <a:gd name="connsiteY2" fmla="*/ 35358 h 77949"/>
              <a:gd name="connsiteX3" fmla="*/ 138217 w 138216"/>
              <a:gd name="connsiteY3" fmla="*/ 35358 h 77949"/>
              <a:gd name="connsiteX4" fmla="*/ 138217 w 138216"/>
              <a:gd name="connsiteY4" fmla="*/ 0 h 77949"/>
              <a:gd name="connsiteX5" fmla="*/ 0 w 138216"/>
              <a:gd name="connsiteY5" fmla="*/ 0 h 77949"/>
              <a:gd name="connsiteX6" fmla="*/ 0 w 138216"/>
              <a:gd name="connsiteY6" fmla="*/ 77949 h 77949"/>
            </a:gdLst>
            <a:rect l="l" t="t" r="r" b="b"/>
            <a:pathLst>
              <a:path w="138216" h="77949">
                <a:moveTo>
                  <a:pt x="0" y="77949"/>
                </a:moveTo>
                <a:lnTo>
                  <a:pt x="41210" y="77949"/>
                </a:lnTo>
                <a:lnTo>
                  <a:pt x="41210" y="35358"/>
                </a:lnTo>
                <a:lnTo>
                  <a:pt x="138217" y="35358"/>
                </a:lnTo>
                <a:lnTo>
                  <a:pt x="138217" y="0"/>
                </a:lnTo>
                <a:lnTo>
                  <a:pt x="0" y="0"/>
                </a:lnTo>
                <a:lnTo>
                  <a:pt x="0" y="77949"/>
                </a:ln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5" name="Forme libre 14">
            <a:extLst xmlns:a="http://schemas.openxmlformats.org/drawingml/2006/main">
              <a:ext uri="{FF2B5EF4-FFF2-40B4-BE49-F238E27FC236}">
                <a16:creationId xmlns:a16="http://schemas.microsoft.com/office/drawing/2014/main" id="{816D4154-ADD8-7CD7-5EE4-31C06E12F124}"/>
              </a:ext>
            </a:extLst>
          </p:cNvPr>
          <p:cNvSpPr>
            <a:spLocks xmlns:a="http://schemas.openxmlformats.org/drawingml/2006/main" noGrp="1"/>
          </p:cNvSpPr>
          <p:nvPr/>
        </p:nvSpPr>
        <p:spPr>
          <a:xfrm xmlns:a="http://schemas.openxmlformats.org/drawingml/2006/main">
            <a:off x="906874" y="449275"/>
            <a:ext cx="41210" cy="77949"/>
          </a:xfrm>
          <a:custGeom xmlns:a="http://schemas.openxmlformats.org/drawingml/2006/main">
            <a:gdLst>
              <a:gd name="connsiteX0" fmla="*/ 0 w 41210"/>
              <a:gd name="connsiteY0" fmla="*/ 0 h 77949"/>
              <a:gd name="connsiteX1" fmla="*/ 41210 w 41210"/>
              <a:gd name="connsiteY1" fmla="*/ 0 h 77949"/>
              <a:gd name="connsiteX2" fmla="*/ 41210 w 41210"/>
              <a:gd name="connsiteY2" fmla="*/ 77949 h 77949"/>
              <a:gd name="connsiteX3" fmla="*/ 0 w 41210"/>
              <a:gd name="connsiteY3" fmla="*/ 77949 h 77949"/>
            </a:gdLst>
            <a:rect l="l" t="t" r="r" b="b"/>
            <a:pathLst>
              <a:path w="41210" h="77949">
                <a:moveTo>
                  <a:pt x="0" y="0"/>
                </a:moveTo>
                <a:lnTo>
                  <a:pt x="41210" y="0"/>
                </a:lnTo>
                <a:lnTo>
                  <a:pt x="41210" y="77949"/>
                </a:lnTo>
                <a:lnTo>
                  <a:pt x="0" y="77949"/>
                </a:ln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6" name="Forme libre 15">
            <a:extLst xmlns:a="http://schemas.openxmlformats.org/drawingml/2006/main">
              <a:ext uri="{FF2B5EF4-FFF2-40B4-BE49-F238E27FC236}">
                <a16:creationId xmlns:a16="http://schemas.microsoft.com/office/drawing/2014/main" id="{0A5651A8-D780-F7AB-9F78-EFD12AA98E74}"/>
              </a:ext>
            </a:extLst>
          </p:cNvPr>
          <p:cNvSpPr>
            <a:spLocks xmlns:a="http://schemas.openxmlformats.org/drawingml/2006/main" noGrp="1"/>
          </p:cNvSpPr>
          <p:nvPr/>
        </p:nvSpPr>
        <p:spPr>
          <a:xfrm xmlns:a="http://schemas.openxmlformats.org/drawingml/2006/main">
            <a:off x="948084" y="413918"/>
            <a:ext cx="88715" cy="35357"/>
          </a:xfrm>
          <a:custGeom xmlns:a="http://schemas.openxmlformats.org/drawingml/2006/main">
            <a:gdLst>
              <a:gd name="connsiteX0" fmla="*/ 0 w 88715"/>
              <a:gd name="connsiteY0" fmla="*/ 0 h 35357"/>
              <a:gd name="connsiteX1" fmla="*/ 88716 w 88715"/>
              <a:gd name="connsiteY1" fmla="*/ 0 h 35357"/>
              <a:gd name="connsiteX2" fmla="*/ 88716 w 88715"/>
              <a:gd name="connsiteY2" fmla="*/ 35358 h 35357"/>
              <a:gd name="connsiteX3" fmla="*/ 0 w 88715"/>
              <a:gd name="connsiteY3" fmla="*/ 35358 h 35357"/>
            </a:gdLst>
            <a:rect l="l" t="t" r="r" b="b"/>
            <a:pathLst>
              <a:path w="88715" h="35357">
                <a:moveTo>
                  <a:pt x="0" y="0"/>
                </a:moveTo>
                <a:lnTo>
                  <a:pt x="88716" y="0"/>
                </a:lnTo>
                <a:lnTo>
                  <a:pt x="88716" y="35358"/>
                </a:lnTo>
                <a:lnTo>
                  <a:pt x="0" y="35358"/>
                </a:ln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7" name="Espace réservé de la date 16">
            <a:extLst xmlns:a="http://schemas.openxmlformats.org/drawingml/2006/main">
              <a:ext uri="{FF2B5EF4-FFF2-40B4-BE49-F238E27FC236}">
                <a16:creationId xmlns:a16="http://schemas.microsoft.com/office/drawing/2014/main" id="{309FD214-C446-3C8F-AD11-A249F4B5998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EPFL AT A GLANCE</a:t>
            </a:r>
            <a:endParaRPr/>
          </a:p>
        </p:txBody>
      </p:sp>
      <p:sp>
        <p:nvSpPr>
          <p:cNvPr id="18" name="Espace réservé du pied de page 17">
            <a:extLst xmlns:a="http://schemas.openxmlformats.org/drawingml/2006/main">
              <a:ext uri="{FF2B5EF4-FFF2-40B4-BE49-F238E27FC236}">
                <a16:creationId xmlns:a16="http://schemas.microsoft.com/office/drawing/2014/main" id="{1A7428E5-FF5A-76BD-D93B-8D61D542AB1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endParaRPr/>
          </a:p>
        </p:txBody>
      </p:sp>
      <p:sp>
        <p:nvSpPr>
          <p:cNvPr id="19" name="Espace réservé du numéro de diapositive 18">
            <a:extLst xmlns:a="http://schemas.openxmlformats.org/drawingml/2006/main">
              <a:ext uri="{FF2B5EF4-FFF2-40B4-BE49-F238E27FC236}">
                <a16:creationId xmlns:a16="http://schemas.microsoft.com/office/drawing/2014/main" id="{43662181-82C7-FB2E-AD48-A29433AC1A0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E1E1CD7C-2161-7D43-862E-CE4C333CD873}" type="slidenum">
              <a:t>‹#›</a:t>
            </a:fld>
            <a:endParaRPr/>
          </a:p>
        </p:txBody>
      </p:sp>
    </p:spTree>
  </p:cSld>
</p:sldLayout>
</file>

<file path=ppt/slideLayouts/slideLayout14.xml><?xml version="1.0" encoding="utf-8"?>
<p:sldLayout xmlns:p="http://schemas.openxmlformats.org/presentationml/2006/main" preserve="1" userDrawn="1">
  <p:cSld name="Titre et contenu">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7C3C9E51-6D90-4242-A037-A3EA5CA0A60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Cliquez pour modifier les styles du texte du masque</a:t>
            </a:r>
          </a:p>
        </p:txBody>
      </p:sp>
      <p:sp>
        <p:nvSpPr>
          <p:cNvPr id="2" name="Titre 1">
            <a:extLst xmlns:a="http://schemas.openxmlformats.org/drawingml/2006/main">
              <a:ext uri="{FF2B5EF4-FFF2-40B4-BE49-F238E27FC236}">
                <a16:creationId xmlns:a16="http://schemas.microsoft.com/office/drawing/2014/main" id="{96942D0D-07B5-D98B-14DE-AA7EF42087E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Modifiez le style du titre</a:t>
            </a:r>
            <a:endParaRPr/>
          </a:p>
        </p:txBody>
      </p:sp>
      <p:sp>
        <p:nvSpPr>
          <p:cNvPr id="10" name="Espace réservé de la date 9">
            <a:extLst xmlns:a="http://schemas.openxmlformats.org/drawingml/2006/main">
              <a:ext uri="{FF2B5EF4-FFF2-40B4-BE49-F238E27FC236}">
                <a16:creationId xmlns:a16="http://schemas.microsoft.com/office/drawing/2014/main" id="{CB5EF085-9E71-E082-A736-CB60A2C55A7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11" name="Espace réservé du pied de page 10">
            <a:extLst xmlns:a="http://schemas.openxmlformats.org/drawingml/2006/main">
              <a:ext uri="{FF2B5EF4-FFF2-40B4-BE49-F238E27FC236}">
                <a16:creationId xmlns:a16="http://schemas.microsoft.com/office/drawing/2014/main" id="{493E0B43-BBF0-959B-0E47-C44652B97CD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12" name="Espace réservé du numéro de diapositive 11">
            <a:extLst xmlns:a="http://schemas.openxmlformats.org/drawingml/2006/main">
              <a:ext uri="{FF2B5EF4-FFF2-40B4-BE49-F238E27FC236}">
                <a16:creationId xmlns:a16="http://schemas.microsoft.com/office/drawing/2014/main" id="{6B5919CB-557E-8300-3A6C-3D6D5AF5D34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1E1CD7C-2161-7D43-862E-CE4C333CD873}" type="slidenum">
              <a:t>‹#›</a:t>
            </a:fld>
            <a:endParaRPr/>
          </a:p>
        </p:txBody>
      </p:sp>
    </p:spTree>
  </p:cSld>
</p:sldLayout>
</file>

<file path=ppt/slideLayouts/slideLayout15.xml><?xml version="1.0" encoding="utf-8"?>
<p:sldLayout xmlns:p="http://schemas.openxmlformats.org/presentationml/2006/main" preserve="1" userDrawn="1">
  <p:cSld name="6_Titre et contenu">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1F78D2F4-E4E8-4292-818D-C05FD39567E9}"/>
              </a:ext>
            </a:extLst>
          </p:cNvPr>
          <p:cNvSpPr>
            <a:spLocks xmlns:a="http://schemas.openxmlformats.org/drawingml/2006/main" noGrp="1"/>
          </p:cNvSpPr>
          <p:nvPr>
            <p:ph idx="1"/>
          </p:nvPr>
        </p:nvSpPr>
        <p:spPr>
          <a:xfrm xmlns:a="http://schemas.openxmlformats.org/drawingml/2006/main">
            <a:off x="4297129" y="2084388"/>
            <a:ext cx="6408737" cy="4440237"/>
          </a:xfrm>
        </p:spPr>
        <p:txBody>
          <a:bodyPr xmlns:a="http://schemas.openxmlformats.org/drawingml/2006/main"/>
          <a:lstStyle xmlns:a="http://schemas.openxmlformats.org/drawingml/2006/main"/>
          <a:p xmlns:a="http://schemas.openxmlformats.org/drawingml/2006/main">
            <a:pPr lvl="0">
              <a:buNone/>
            </a:pPr>
            <a:r>
              <a:t>Cliquez pour modifier les styles du texte du masque</a:t>
            </a:r>
          </a:p>
        </p:txBody>
      </p:sp>
      <p:sp>
        <p:nvSpPr>
          <p:cNvPr id="2" name="Titre 1">
            <a:extLst xmlns:a="http://schemas.openxmlformats.org/drawingml/2006/main">
              <a:ext uri="{FF2B5EF4-FFF2-40B4-BE49-F238E27FC236}">
                <a16:creationId xmlns:a16="http://schemas.microsoft.com/office/drawing/2014/main" id="{96942D0D-07B5-D98B-14DE-AA7EF42087E1}"/>
              </a:ext>
            </a:extLst>
          </p:cNvPr>
          <p:cNvSpPr>
            <a:spLocks xmlns:a="http://schemas.openxmlformats.org/drawingml/2006/main" noGrp="1"/>
          </p:cNvSpPr>
          <p:nvPr>
            <p:ph type="title" idx="0"/>
          </p:nvPr>
        </p:nvSpPr>
        <p:spPr>
          <a:xfrm xmlns:a="http://schemas.openxmlformats.org/drawingml/2006/main">
            <a:off x="526000" y="635473"/>
            <a:ext cx="4537075" cy="1448915"/>
          </a:xfrm>
        </p:spPr>
        <p:txBody>
          <a:bodyPr xmlns:a="http://schemas.openxmlformats.org/drawingml/2006/main"/>
          <a:lstStyle xmlns:a="http://schemas.openxmlformats.org/drawingml/2006/main"/>
          <a:p xmlns:a="http://schemas.openxmlformats.org/drawingml/2006/main">
            <a:r>
              <a:t>Modifiez le style du titre</a:t>
            </a:r>
            <a:endParaRPr/>
          </a:p>
        </p:txBody>
      </p:sp>
      <p:sp>
        <p:nvSpPr>
          <p:cNvPr id="8" name="Espace réservé pour une image  7">
            <a:extLst xmlns:a="http://schemas.openxmlformats.org/drawingml/2006/main">
              <a:ext uri="{FF2B5EF4-FFF2-40B4-BE49-F238E27FC236}">
                <a16:creationId xmlns:a16="http://schemas.microsoft.com/office/drawing/2014/main" id="{22DD9F30-F80E-914F-1B20-A9EAB1B742FA}"/>
              </a:ext>
            </a:extLst>
          </p:cNvPr>
          <p:cNvSpPr>
            <a:spLocks xmlns:a="http://schemas.openxmlformats.org/drawingml/2006/main" noGrp="1"/>
          </p:cNvSpPr>
          <p:nvPr>
            <p:ph type="pic" idx="13"/>
          </p:nvPr>
        </p:nvSpPr>
        <p:spPr>
          <a:xfrm xmlns:a="http://schemas.openxmlformats.org/drawingml/2006/main">
            <a:off x="0" y="2084388"/>
            <a:ext cx="4151313" cy="4773612"/>
          </a:xfrm>
        </p:spPr>
        <p:txBody>
          <a:bodyPr xmlns:a="http://schemas.openxmlformats.org/drawingml/2006/main"/>
          <a:lstStyle xmlns:a="http://schemas.openxmlformats.org/drawingml/2006/main"/>
          <a:p xmlns:a="http://schemas.openxmlformats.org/drawingml/2006/main">
            <a:endParaRPr/>
          </a:p>
        </p:txBody>
      </p:sp>
      <p:sp>
        <p:nvSpPr>
          <p:cNvPr id="10" name="Espace réservé pour une image  9">
            <a:extLst xmlns:a="http://schemas.openxmlformats.org/drawingml/2006/main">
              <a:ext uri="{FF2B5EF4-FFF2-40B4-BE49-F238E27FC236}">
                <a16:creationId xmlns:a16="http://schemas.microsoft.com/office/drawing/2014/main" id="{92E5A6A1-4AC1-0BB6-E626-24778B60F6F8}"/>
              </a:ext>
            </a:extLst>
          </p:cNvPr>
          <p:cNvSpPr>
            <a:spLocks xmlns:a="http://schemas.openxmlformats.org/drawingml/2006/main" noGrp="1"/>
          </p:cNvSpPr>
          <p:nvPr>
            <p:ph type="pic" idx="14"/>
          </p:nvPr>
        </p:nvSpPr>
        <p:spPr>
          <a:xfrm xmlns:a="http://schemas.openxmlformats.org/drawingml/2006/main">
            <a:off x="10848975" y="2084388"/>
            <a:ext cx="1343025" cy="4773612"/>
          </a:xfrm>
        </p:spPr>
        <p:txBody>
          <a:bodyPr xmlns:a="http://schemas.openxmlformats.org/drawingml/2006/main"/>
          <a:lstStyle xmlns:a="http://schemas.openxmlformats.org/drawingml/2006/main"/>
          <a:p xmlns:a="http://schemas.openxmlformats.org/drawingml/2006/main">
            <a:endParaRPr/>
          </a:p>
        </p:txBody>
      </p:sp>
      <p:sp>
        <p:nvSpPr>
          <p:cNvPr id="7" name="Espace réservé de la date 6">
            <a:extLst xmlns:a="http://schemas.openxmlformats.org/drawingml/2006/main">
              <a:ext uri="{FF2B5EF4-FFF2-40B4-BE49-F238E27FC236}">
                <a16:creationId xmlns:a16="http://schemas.microsoft.com/office/drawing/2014/main" id="{0DD88601-F174-B07B-479E-B3197621D4C5}"/>
              </a:ext>
            </a:extLst>
          </p:cNvPr>
          <p:cNvSpPr>
            <a:spLocks xmlns:a="http://schemas.openxmlformats.org/drawingml/2006/main" noGrp="1"/>
          </p:cNvSpPr>
          <p:nvPr>
            <p:ph type="dt" idx="15"/>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9" name="Espace réservé du pied de page 8">
            <a:extLst xmlns:a="http://schemas.openxmlformats.org/drawingml/2006/main">
              <a:ext uri="{FF2B5EF4-FFF2-40B4-BE49-F238E27FC236}">
                <a16:creationId xmlns:a16="http://schemas.microsoft.com/office/drawing/2014/main" id="{AE73F236-20ED-DFBB-7E76-598139248CE5}"/>
              </a:ext>
            </a:extLst>
          </p:cNvPr>
          <p:cNvSpPr>
            <a:spLocks xmlns:a="http://schemas.openxmlformats.org/drawingml/2006/main" noGrp="1"/>
          </p:cNvSpPr>
          <p:nvPr>
            <p:ph type="ftr" idx="16"/>
          </p:nvPr>
        </p:nvSpPr>
        <p:spPr/>
        <p:txBody>
          <a:bodyPr xmlns:a="http://schemas.openxmlformats.org/drawingml/2006/main"/>
          <a:lstStyle xmlns:a="http://schemas.openxmlformats.org/drawingml/2006/main"/>
          <a:p xmlns:a="http://schemas.openxmlformats.org/drawingml/2006/main">
            <a:endParaRPr/>
          </a:p>
        </p:txBody>
      </p:sp>
      <p:sp>
        <p:nvSpPr>
          <p:cNvPr id="11" name="Espace réservé du numéro de diapositive 10">
            <a:extLst xmlns:a="http://schemas.openxmlformats.org/drawingml/2006/main">
              <a:ext uri="{FF2B5EF4-FFF2-40B4-BE49-F238E27FC236}">
                <a16:creationId xmlns:a16="http://schemas.microsoft.com/office/drawing/2014/main" id="{21692F41-D3AF-8119-B301-B41665A8EA75}"/>
              </a:ext>
            </a:extLst>
          </p:cNvPr>
          <p:cNvSpPr>
            <a:spLocks xmlns:a="http://schemas.openxmlformats.org/drawingml/2006/main" noGrp="1"/>
          </p:cNvSpPr>
          <p:nvPr>
            <p:ph type="sldNum" idx="17"/>
          </p:nvPr>
        </p:nvSpPr>
        <p:spPr/>
        <p:txBody>
          <a:bodyPr xmlns:a="http://schemas.openxmlformats.org/drawingml/2006/main"/>
          <a:lstStyle xmlns:a="http://schemas.openxmlformats.org/drawingml/2006/main"/>
          <a:p xmlns:a="http://schemas.openxmlformats.org/drawingml/2006/main">
            <a:fld id="{E1E1CD7C-2161-7D43-862E-CE4C333CD873}" type="slidenum">
              <a:t>‹#›</a:t>
            </a:fld>
            <a:endParaRPr/>
          </a:p>
        </p:txBody>
      </p:sp>
    </p:spTree>
  </p:cSld>
</p:sldLayout>
</file>

<file path=ppt/slideLayouts/slideLayout16.xml><?xml version="1.0" encoding="utf-8"?>
<p:sldLayout xmlns:p="http://schemas.openxmlformats.org/presentationml/2006/main" preserve="1" userDrawn="1">
  <p:cSld name="1_Titre et contenu">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49D50620-23D5-426B-8A13-ECD4EA389BF5}"/>
              </a:ext>
            </a:extLst>
          </p:cNvPr>
          <p:cNvSpPr>
            <a:spLocks xmlns:a="http://schemas.openxmlformats.org/drawingml/2006/main" noGrp="1"/>
          </p:cNvSpPr>
          <p:nvPr>
            <p:ph idx="1"/>
          </p:nvPr>
        </p:nvSpPr>
        <p:spPr>
          <a:xfrm xmlns:a="http://schemas.openxmlformats.org/drawingml/2006/main">
            <a:off x="550863" y="2084388"/>
            <a:ext cx="6408737" cy="4440237"/>
          </a:xfrm>
        </p:spPr>
        <p:txBody>
          <a:bodyPr xmlns:a="http://schemas.openxmlformats.org/drawingml/2006/main"/>
          <a:lstStyle xmlns:a="http://schemas.openxmlformats.org/drawingml/2006/main"/>
          <a:p xmlns:a="http://schemas.openxmlformats.org/drawingml/2006/main">
            <a:pPr lvl="0">
              <a:buNone/>
            </a:pPr>
            <a:r>
              <a:t>Cliquez pour modifier les styles du texte du masque</a:t>
            </a:r>
          </a:p>
        </p:txBody>
      </p:sp>
      <p:sp>
        <p:nvSpPr>
          <p:cNvPr id="8" name="Espace réservé pour une image  7">
            <a:extLst xmlns:a="http://schemas.openxmlformats.org/drawingml/2006/main">
              <a:ext uri="{FF2B5EF4-FFF2-40B4-BE49-F238E27FC236}">
                <a16:creationId xmlns:a16="http://schemas.microsoft.com/office/drawing/2014/main" id="{70ED9B2D-C513-AF40-B94F-355C174B8FF0}"/>
              </a:ext>
            </a:extLst>
          </p:cNvPr>
          <p:cNvSpPr>
            <a:spLocks xmlns:a="http://schemas.openxmlformats.org/drawingml/2006/main" noGrp="1"/>
          </p:cNvSpPr>
          <p:nvPr>
            <p:ph type="pic" idx="13"/>
          </p:nvPr>
        </p:nvSpPr>
        <p:spPr>
          <a:xfrm xmlns:a="http://schemas.openxmlformats.org/drawingml/2006/main">
            <a:off x="7104063" y="0"/>
            <a:ext cx="5087937" cy="6858000"/>
          </a:xfrm>
        </p:spPr>
        <p:txBody>
          <a:bodyPr xmlns:a="http://schemas.openxmlformats.org/drawingml/2006/main"/>
          <a:lstStyle xmlns:a="http://schemas.openxmlformats.org/drawingml/2006/main"/>
          <a:p xmlns:a="http://schemas.openxmlformats.org/drawingml/2006/main">
            <a:r>
              <a:t>Cliquez sur l'icône pour ajouter une image</a:t>
            </a:r>
          </a:p>
        </p:txBody>
      </p:sp>
      <p:sp>
        <p:nvSpPr>
          <p:cNvPr id="2" name="Titre 1">
            <a:extLst xmlns:a="http://schemas.openxmlformats.org/drawingml/2006/main">
              <a:ext uri="{FF2B5EF4-FFF2-40B4-BE49-F238E27FC236}">
                <a16:creationId xmlns:a16="http://schemas.microsoft.com/office/drawing/2014/main" id="{4D8A24E7-AF51-FA4F-8358-EA974AE5EFA2}"/>
              </a:ext>
            </a:extLst>
          </p:cNvPr>
          <p:cNvSpPr>
            <a:spLocks xmlns:a="http://schemas.openxmlformats.org/drawingml/2006/main" noGrp="1"/>
          </p:cNvSpPr>
          <p:nvPr>
            <p:ph type="title" idx="0"/>
          </p:nvPr>
        </p:nvSpPr>
        <p:spPr>
          <a:xfrm xmlns:a="http://schemas.openxmlformats.org/drawingml/2006/main">
            <a:off x="526000" y="635473"/>
            <a:ext cx="4537075" cy="1448915"/>
          </a:xfrm>
        </p:spPr>
        <p:txBody>
          <a:bodyPr xmlns:a="http://schemas.openxmlformats.org/drawingml/2006/main"/>
          <a:lstStyle xmlns:a="http://schemas.openxmlformats.org/drawingml/2006/main"/>
          <a:p xmlns:a="http://schemas.openxmlformats.org/drawingml/2006/main">
            <a:r>
              <a:t>Modifiez le style du titre</a:t>
            </a:r>
            <a:endParaRPr/>
          </a:p>
        </p:txBody>
      </p:sp>
      <p:sp>
        <p:nvSpPr>
          <p:cNvPr id="4" name="Espace réservé de la date 3">
            <a:extLst xmlns:a="http://schemas.openxmlformats.org/drawingml/2006/main">
              <a:ext uri="{FF2B5EF4-FFF2-40B4-BE49-F238E27FC236}">
                <a16:creationId xmlns:a16="http://schemas.microsoft.com/office/drawing/2014/main" id="{84763FA0-46A9-01D7-F5D6-1197E4701359}"/>
              </a:ext>
            </a:extLst>
          </p:cNvPr>
          <p:cNvSpPr>
            <a:spLocks xmlns:a="http://schemas.openxmlformats.org/drawingml/2006/main" noGrp="1"/>
          </p:cNvSpPr>
          <p:nvPr>
            <p:ph type="dt" idx="14"/>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5" name="Espace réservé du pied de page 4">
            <a:extLst xmlns:a="http://schemas.openxmlformats.org/drawingml/2006/main">
              <a:ext uri="{FF2B5EF4-FFF2-40B4-BE49-F238E27FC236}">
                <a16:creationId xmlns:a16="http://schemas.microsoft.com/office/drawing/2014/main" id="{B8760BCC-F795-2BE7-ECC8-4DB38C0EAE3E}"/>
              </a:ext>
            </a:extLst>
          </p:cNvPr>
          <p:cNvSpPr>
            <a:spLocks xmlns:a="http://schemas.openxmlformats.org/drawingml/2006/main" noGrp="1"/>
          </p:cNvSpPr>
          <p:nvPr>
            <p:ph type="ftr" idx="15"/>
          </p:nvPr>
        </p:nvSpPr>
        <p:spPr/>
        <p:txBody>
          <a:bodyPr xmlns:a="http://schemas.openxmlformats.org/drawingml/2006/main"/>
          <a:lstStyle xmlns:a="http://schemas.openxmlformats.org/drawingml/2006/main"/>
          <a:p xmlns:a="http://schemas.openxmlformats.org/drawingml/2006/main">
            <a:endParaRPr/>
          </a:p>
        </p:txBody>
      </p:sp>
      <p:sp>
        <p:nvSpPr>
          <p:cNvPr id="7" name="Espace réservé du numéro de diapositive 6">
            <a:extLst xmlns:a="http://schemas.openxmlformats.org/drawingml/2006/main">
              <a:ext uri="{FF2B5EF4-FFF2-40B4-BE49-F238E27FC236}">
                <a16:creationId xmlns:a16="http://schemas.microsoft.com/office/drawing/2014/main" id="{ADC7E246-39A8-E26D-0412-8CFF7226435C}"/>
              </a:ext>
            </a:extLst>
          </p:cNvPr>
          <p:cNvSpPr>
            <a:spLocks xmlns:a="http://schemas.openxmlformats.org/drawingml/2006/main" noGrp="1"/>
          </p:cNvSpPr>
          <p:nvPr>
            <p:ph type="sldNum" idx="16"/>
          </p:nvPr>
        </p:nvSpPr>
        <p:spPr/>
        <p:txBody>
          <a:bodyPr xmlns:a="http://schemas.openxmlformats.org/drawingml/2006/main"/>
          <a:lstStyle xmlns:a="http://schemas.openxmlformats.org/drawingml/2006/main"/>
          <a:p xmlns:a="http://schemas.openxmlformats.org/drawingml/2006/main">
            <a:fld id="{E1E1CD7C-2161-7D43-862E-CE4C333CD873}" type="slidenum">
              <a:t>‹#›</a:t>
            </a:fld>
            <a:endParaRPr/>
          </a:p>
        </p:txBody>
      </p:sp>
    </p:spTree>
  </p:cSld>
</p:sldLayout>
</file>

<file path=ppt/slideLayouts/slideLayout17.xml><?xml version="1.0" encoding="utf-8"?>
<p:sldLayout xmlns:p="http://schemas.openxmlformats.org/presentationml/2006/main" preserve="1" userDrawn="1">
  <p:cSld name="2_Titre et contenu">
    <p:spTree>
      <p:nvGrpSpPr>
        <p:cNvPr id="1" name=""/>
        <p:cNvGrpSpPr/>
        <p:nvPr/>
      </p:nvGrpSpPr>
      <p:grpSpPr>
        <a:xfrm xmlns:a="http://schemas.openxmlformats.org/drawingml/2006/main"/>
      </p:grpSpPr>
      <p:sp>
        <p:nvSpPr>
          <p:cNvPr id="8" name="Espace réservé pour une image  7">
            <a:extLst xmlns:a="http://schemas.openxmlformats.org/drawingml/2006/main">
              <a:ext uri="{FF2B5EF4-FFF2-40B4-BE49-F238E27FC236}">
                <a16:creationId xmlns:a16="http://schemas.microsoft.com/office/drawing/2014/main" id="{70ED9B2D-C513-AF40-B94F-355C174B8FF0}"/>
              </a:ext>
            </a:extLst>
          </p:cNvPr>
          <p:cNvSpPr>
            <a:spLocks xmlns:a="http://schemas.openxmlformats.org/drawingml/2006/main" noGrp="1"/>
          </p:cNvSpPr>
          <p:nvPr>
            <p:ph type="pic" idx="13"/>
          </p:nvPr>
        </p:nvSpPr>
        <p:spPr>
          <a:xfrm xmlns:a="http://schemas.openxmlformats.org/drawingml/2006/main">
            <a:off x="0" y="2084388"/>
            <a:ext cx="5087937" cy="4773612"/>
          </a:xfrm>
        </p:spPr>
        <p:txBody>
          <a:bodyPr xmlns:a="http://schemas.openxmlformats.org/drawingml/2006/main"/>
          <a:lstStyle xmlns:a="http://schemas.openxmlformats.org/drawingml/2006/main"/>
          <a:p xmlns:a="http://schemas.openxmlformats.org/drawingml/2006/main">
            <a:r>
              <a:t>Cliquez sur l'icône pour ajouter une image</a:t>
            </a:r>
          </a:p>
        </p:txBody>
      </p:sp>
      <p:sp>
        <p:nvSpPr>
          <p:cNvPr id="3" name="Content Placeholder 2">
            <a:extLst xmlns:a="http://schemas.openxmlformats.org/drawingml/2006/main">
              <a:ext uri="{FF2B5EF4-FFF2-40B4-BE49-F238E27FC236}">
                <a16:creationId xmlns:a16="http://schemas.microsoft.com/office/drawing/2014/main" id="{DC8840C1-0EDF-44A7-A0BA-336977127890}"/>
              </a:ext>
            </a:extLst>
          </p:cNvPr>
          <p:cNvSpPr>
            <a:spLocks xmlns:a="http://schemas.openxmlformats.org/drawingml/2006/main" noGrp="1"/>
          </p:cNvSpPr>
          <p:nvPr>
            <p:ph idx="1"/>
          </p:nvPr>
        </p:nvSpPr>
        <p:spPr>
          <a:xfrm xmlns:a="http://schemas.openxmlformats.org/drawingml/2006/main">
            <a:off x="5232400" y="2084388"/>
            <a:ext cx="6408738" cy="4431657"/>
          </a:xfrm>
        </p:spPr>
        <p:txBody>
          <a:bodyPr xmlns:a="http://schemas.openxmlformats.org/drawingml/2006/main"/>
          <a:lstStyle xmlns:a="http://schemas.openxmlformats.org/drawingml/2006/main"/>
          <a:p xmlns:a="http://schemas.openxmlformats.org/drawingml/2006/main">
            <a:pPr lvl="0">
              <a:buNone/>
            </a:pPr>
            <a:r>
              <a:t>Cliquez pour modifier les styles du texte du masque</a:t>
            </a:r>
          </a:p>
        </p:txBody>
      </p:sp>
      <p:sp>
        <p:nvSpPr>
          <p:cNvPr id="2" name="Titre 1">
            <a:extLst xmlns:a="http://schemas.openxmlformats.org/drawingml/2006/main">
              <a:ext uri="{FF2B5EF4-FFF2-40B4-BE49-F238E27FC236}">
                <a16:creationId xmlns:a16="http://schemas.microsoft.com/office/drawing/2014/main" id="{89E3D8B0-A2A8-4DC8-5F62-A0CC5D8875E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Modifiez le style du titre</a:t>
            </a:r>
            <a:endParaRPr/>
          </a:p>
        </p:txBody>
      </p:sp>
      <p:sp>
        <p:nvSpPr>
          <p:cNvPr id="7" name="Espace réservé de la date 6">
            <a:extLst xmlns:a="http://schemas.openxmlformats.org/drawingml/2006/main">
              <a:ext uri="{FF2B5EF4-FFF2-40B4-BE49-F238E27FC236}">
                <a16:creationId xmlns:a16="http://schemas.microsoft.com/office/drawing/2014/main" id="{2102ECE5-BB68-95FD-C1E5-7E85CF75A9C2}"/>
              </a:ext>
            </a:extLst>
          </p:cNvPr>
          <p:cNvSpPr>
            <a:spLocks xmlns:a="http://schemas.openxmlformats.org/drawingml/2006/main" noGrp="1"/>
          </p:cNvSpPr>
          <p:nvPr>
            <p:ph type="dt" idx="14"/>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9" name="Espace réservé du pied de page 8">
            <a:extLst xmlns:a="http://schemas.openxmlformats.org/drawingml/2006/main">
              <a:ext uri="{FF2B5EF4-FFF2-40B4-BE49-F238E27FC236}">
                <a16:creationId xmlns:a16="http://schemas.microsoft.com/office/drawing/2014/main" id="{3B38248C-C5F6-85A2-58EC-57A9882FCF67}"/>
              </a:ext>
            </a:extLst>
          </p:cNvPr>
          <p:cNvSpPr>
            <a:spLocks xmlns:a="http://schemas.openxmlformats.org/drawingml/2006/main" noGrp="1"/>
          </p:cNvSpPr>
          <p:nvPr>
            <p:ph type="ftr" idx="15"/>
          </p:nvPr>
        </p:nvSpPr>
        <p:spPr/>
        <p:txBody>
          <a:bodyPr xmlns:a="http://schemas.openxmlformats.org/drawingml/2006/main"/>
          <a:lstStyle xmlns:a="http://schemas.openxmlformats.org/drawingml/2006/main"/>
          <a:p xmlns:a="http://schemas.openxmlformats.org/drawingml/2006/main">
            <a:endParaRPr/>
          </a:p>
        </p:txBody>
      </p:sp>
      <p:sp>
        <p:nvSpPr>
          <p:cNvPr id="10" name="Espace réservé du numéro de diapositive 9">
            <a:extLst xmlns:a="http://schemas.openxmlformats.org/drawingml/2006/main">
              <a:ext uri="{FF2B5EF4-FFF2-40B4-BE49-F238E27FC236}">
                <a16:creationId xmlns:a16="http://schemas.microsoft.com/office/drawing/2014/main" id="{9743A807-A5BB-357C-504A-BD41B46C67AC}"/>
              </a:ext>
            </a:extLst>
          </p:cNvPr>
          <p:cNvSpPr>
            <a:spLocks xmlns:a="http://schemas.openxmlformats.org/drawingml/2006/main" noGrp="1"/>
          </p:cNvSpPr>
          <p:nvPr>
            <p:ph type="sldNum" idx="16"/>
          </p:nvPr>
        </p:nvSpPr>
        <p:spPr/>
        <p:txBody>
          <a:bodyPr xmlns:a="http://schemas.openxmlformats.org/drawingml/2006/main"/>
          <a:lstStyle xmlns:a="http://schemas.openxmlformats.org/drawingml/2006/main"/>
          <a:p xmlns:a="http://schemas.openxmlformats.org/drawingml/2006/main">
            <a:fld id="{E1E1CD7C-2161-7D43-862E-CE4C333CD873}" type="slidenum">
              <a:t>‹#›</a:t>
            </a:fld>
            <a:endParaRPr/>
          </a:p>
        </p:txBody>
      </p:sp>
    </p:spTree>
  </p:cSld>
</p:sldLayout>
</file>

<file path=ppt/slideLayouts/slideLayout18.xml><?xml version="1.0" encoding="utf-8"?>
<p:sldLayout xmlns:p="http://schemas.openxmlformats.org/presentationml/2006/main" preserve="1" userDrawn="1">
  <p:cSld name="4_Titre et contenu">
    <p:spTree>
      <p:nvGrpSpPr>
        <p:cNvPr id="1" name=""/>
        <p:cNvGrpSpPr/>
        <p:nvPr/>
      </p:nvGrpSpPr>
      <p:grpSpPr>
        <a:xfrm xmlns:a="http://schemas.openxmlformats.org/drawingml/2006/main"/>
      </p:grpSpPr>
      <p:sp>
        <p:nvSpPr>
          <p:cNvPr id="20" name="Espace réservé pour une image  19">
            <a:extLst xmlns:a="http://schemas.openxmlformats.org/drawingml/2006/main">
              <a:ext uri="{FF2B5EF4-FFF2-40B4-BE49-F238E27FC236}">
                <a16:creationId xmlns:a16="http://schemas.microsoft.com/office/drawing/2014/main" id="{681A201C-93EA-FC5A-555B-4F3F182CE899}"/>
              </a:ext>
            </a:extLst>
          </p:cNvPr>
          <p:cNvSpPr>
            <a:spLocks xmlns:a="http://schemas.openxmlformats.org/drawingml/2006/main" noGrp="1"/>
          </p:cNvSpPr>
          <p:nvPr>
            <p:ph type="pic" idx="13"/>
          </p:nvPr>
        </p:nvSpPr>
        <p:spPr>
          <a:xfrm xmlns:a="http://schemas.openxmlformats.org/drawingml/2006/main">
            <a:off x="1" y="0"/>
            <a:ext cx="5087938" cy="6858000"/>
          </a:xfrm>
          <a:custGeom xmlns:a="http://schemas.openxmlformats.org/drawingml/2006/main">
            <a:gdLst>
              <a:gd name="connsiteX0" fmla="*/ 555662 w 5087938"/>
              <a:gd name="connsiteY0" fmla="*/ 449275 h 6858000"/>
              <a:gd name="connsiteX1" fmla="*/ 555662 w 5087938"/>
              <a:gd name="connsiteY1" fmla="*/ 527238 h 6858000"/>
              <a:gd name="connsiteX2" fmla="*/ 693879 w 5087938"/>
              <a:gd name="connsiteY2" fmla="*/ 527238 h 6858000"/>
              <a:gd name="connsiteX3" fmla="*/ 693879 w 5087938"/>
              <a:gd name="connsiteY3" fmla="*/ 491866 h 6858000"/>
              <a:gd name="connsiteX4" fmla="*/ 596872 w 5087938"/>
              <a:gd name="connsiteY4" fmla="*/ 491866 h 6858000"/>
              <a:gd name="connsiteX5" fmla="*/ 596872 w 5087938"/>
              <a:gd name="connsiteY5" fmla="*/ 449275 h 6858000"/>
              <a:gd name="connsiteX6" fmla="*/ 948083 w 5087938"/>
              <a:gd name="connsiteY6" fmla="*/ 413918 h 6858000"/>
              <a:gd name="connsiteX7" fmla="*/ 948083 w 5087938"/>
              <a:gd name="connsiteY7" fmla="*/ 449275 h 6858000"/>
              <a:gd name="connsiteX8" fmla="*/ 906873 w 5087938"/>
              <a:gd name="connsiteY8" fmla="*/ 449275 h 6858000"/>
              <a:gd name="connsiteX9" fmla="*/ 906873 w 5087938"/>
              <a:gd name="connsiteY9" fmla="*/ 527224 h 6858000"/>
              <a:gd name="connsiteX10" fmla="*/ 948083 w 5087938"/>
              <a:gd name="connsiteY10" fmla="*/ 527224 h 6858000"/>
              <a:gd name="connsiteX11" fmla="*/ 948083 w 5087938"/>
              <a:gd name="connsiteY11" fmla="*/ 449276 h 6858000"/>
              <a:gd name="connsiteX12" fmla="*/ 1036799 w 5087938"/>
              <a:gd name="connsiteY12" fmla="*/ 449276 h 6858000"/>
              <a:gd name="connsiteX13" fmla="*/ 1036799 w 5087938"/>
              <a:gd name="connsiteY13" fmla="*/ 413918 h 6858000"/>
              <a:gd name="connsiteX14" fmla="*/ 596873 w 5087938"/>
              <a:gd name="connsiteY14" fmla="*/ 413918 h 6858000"/>
              <a:gd name="connsiteX15" fmla="*/ 596873 w 5087938"/>
              <a:gd name="connsiteY15" fmla="*/ 449276 h 6858000"/>
              <a:gd name="connsiteX16" fmla="*/ 685589 w 5087938"/>
              <a:gd name="connsiteY16" fmla="*/ 449276 h 6858000"/>
              <a:gd name="connsiteX17" fmla="*/ 685589 w 5087938"/>
              <a:gd name="connsiteY17" fmla="*/ 413918 h 6858000"/>
              <a:gd name="connsiteX18" fmla="*/ 770422 w 5087938"/>
              <a:gd name="connsiteY18" fmla="*/ 371326 h 6858000"/>
              <a:gd name="connsiteX19" fmla="*/ 803072 w 5087938"/>
              <a:gd name="connsiteY19" fmla="*/ 371326 h 6858000"/>
              <a:gd name="connsiteX20" fmla="*/ 816984 w 5087938"/>
              <a:gd name="connsiteY20" fmla="*/ 372123 h 6858000"/>
              <a:gd name="connsiteX21" fmla="*/ 828752 w 5087938"/>
              <a:gd name="connsiteY21" fmla="*/ 375213 h 6858000"/>
              <a:gd name="connsiteX22" fmla="*/ 836908 w 5087938"/>
              <a:gd name="connsiteY22" fmla="*/ 381677 h 6858000"/>
              <a:gd name="connsiteX23" fmla="*/ 839982 w 5087938"/>
              <a:gd name="connsiteY23" fmla="*/ 392622 h 6858000"/>
              <a:gd name="connsiteX24" fmla="*/ 836908 w 5087938"/>
              <a:gd name="connsiteY24" fmla="*/ 403567 h 6858000"/>
              <a:gd name="connsiteX25" fmla="*/ 828752 w 5087938"/>
              <a:gd name="connsiteY25" fmla="*/ 410031 h 6858000"/>
              <a:gd name="connsiteX26" fmla="*/ 816984 w 5087938"/>
              <a:gd name="connsiteY26" fmla="*/ 413122 h 6858000"/>
              <a:gd name="connsiteX27" fmla="*/ 803072 w 5087938"/>
              <a:gd name="connsiteY27" fmla="*/ 413918 h 6858000"/>
              <a:gd name="connsiteX28" fmla="*/ 770422 w 5087938"/>
              <a:gd name="connsiteY28" fmla="*/ 413918 h 6858000"/>
              <a:gd name="connsiteX29" fmla="*/ 1074936 w 5087938"/>
              <a:gd name="connsiteY29" fmla="*/ 335968 h 6858000"/>
              <a:gd name="connsiteX30" fmla="*/ 1074936 w 5087938"/>
              <a:gd name="connsiteY30" fmla="*/ 527238 h 6858000"/>
              <a:gd name="connsiteX31" fmla="*/ 1213139 w 5087938"/>
              <a:gd name="connsiteY31" fmla="*/ 527238 h 6858000"/>
              <a:gd name="connsiteX32" fmla="*/ 1213139 w 5087938"/>
              <a:gd name="connsiteY32" fmla="*/ 491867 h 6858000"/>
              <a:gd name="connsiteX33" fmla="*/ 1116133 w 5087938"/>
              <a:gd name="connsiteY33" fmla="*/ 491867 h 6858000"/>
              <a:gd name="connsiteX34" fmla="*/ 1116133 w 5087938"/>
              <a:gd name="connsiteY34" fmla="*/ 335968 h 6858000"/>
              <a:gd name="connsiteX35" fmla="*/ 906873 w 5087938"/>
              <a:gd name="connsiteY35" fmla="*/ 335968 h 6858000"/>
              <a:gd name="connsiteX36" fmla="*/ 906873 w 5087938"/>
              <a:gd name="connsiteY36" fmla="*/ 413917 h 6858000"/>
              <a:gd name="connsiteX37" fmla="*/ 948083 w 5087938"/>
              <a:gd name="connsiteY37" fmla="*/ 413917 h 6858000"/>
              <a:gd name="connsiteX38" fmla="*/ 948083 w 5087938"/>
              <a:gd name="connsiteY38" fmla="*/ 371326 h 6858000"/>
              <a:gd name="connsiteX39" fmla="*/ 1045090 w 5087938"/>
              <a:gd name="connsiteY39" fmla="*/ 371326 h 6858000"/>
              <a:gd name="connsiteX40" fmla="*/ 1045090 w 5087938"/>
              <a:gd name="connsiteY40" fmla="*/ 335968 h 6858000"/>
              <a:gd name="connsiteX41" fmla="*/ 555662 w 5087938"/>
              <a:gd name="connsiteY41" fmla="*/ 335968 h 6858000"/>
              <a:gd name="connsiteX42" fmla="*/ 555662 w 5087938"/>
              <a:gd name="connsiteY42" fmla="*/ 413917 h 6858000"/>
              <a:gd name="connsiteX43" fmla="*/ 596872 w 5087938"/>
              <a:gd name="connsiteY43" fmla="*/ 413917 h 6858000"/>
              <a:gd name="connsiteX44" fmla="*/ 596872 w 5087938"/>
              <a:gd name="connsiteY44" fmla="*/ 371326 h 6858000"/>
              <a:gd name="connsiteX45" fmla="*/ 693879 w 5087938"/>
              <a:gd name="connsiteY45" fmla="*/ 371326 h 6858000"/>
              <a:gd name="connsiteX46" fmla="*/ 693879 w 5087938"/>
              <a:gd name="connsiteY46" fmla="*/ 335968 h 6858000"/>
              <a:gd name="connsiteX47" fmla="*/ 729198 w 5087938"/>
              <a:gd name="connsiteY47" fmla="*/ 335955 h 6858000"/>
              <a:gd name="connsiteX48" fmla="*/ 729198 w 5087938"/>
              <a:gd name="connsiteY48" fmla="*/ 527225 h 6858000"/>
              <a:gd name="connsiteX49" fmla="*/ 770408 w 5087938"/>
              <a:gd name="connsiteY49" fmla="*/ 527225 h 6858000"/>
              <a:gd name="connsiteX50" fmla="*/ 770408 w 5087938"/>
              <a:gd name="connsiteY50" fmla="*/ 449262 h 6858000"/>
              <a:gd name="connsiteX51" fmla="*/ 814557 w 5087938"/>
              <a:gd name="connsiteY51" fmla="*/ 449262 h 6858000"/>
              <a:gd name="connsiteX52" fmla="*/ 845064 w 5087938"/>
              <a:gd name="connsiteY52" fmla="*/ 444444 h 6858000"/>
              <a:gd name="connsiteX53" fmla="*/ 865541 w 5087938"/>
              <a:gd name="connsiteY53" fmla="*/ 431705 h 6858000"/>
              <a:gd name="connsiteX54" fmla="*/ 877053 w 5087938"/>
              <a:gd name="connsiteY54" fmla="*/ 413526 h 6858000"/>
              <a:gd name="connsiteX55" fmla="*/ 880666 w 5087938"/>
              <a:gd name="connsiteY55" fmla="*/ 392622 h 6858000"/>
              <a:gd name="connsiteX56" fmla="*/ 877053 w 5087938"/>
              <a:gd name="connsiteY56" fmla="*/ 371596 h 6858000"/>
              <a:gd name="connsiteX57" fmla="*/ 865541 w 5087938"/>
              <a:gd name="connsiteY57" fmla="*/ 353539 h 6858000"/>
              <a:gd name="connsiteX58" fmla="*/ 865541 w 5087938"/>
              <a:gd name="connsiteY58" fmla="*/ 353526 h 6858000"/>
              <a:gd name="connsiteX59" fmla="*/ 845064 w 5087938"/>
              <a:gd name="connsiteY59" fmla="*/ 340786 h 6858000"/>
              <a:gd name="connsiteX60" fmla="*/ 814557 w 5087938"/>
              <a:gd name="connsiteY60" fmla="*/ 335955 h 6858000"/>
              <a:gd name="connsiteX61" fmla="*/ 0 w 5087938"/>
              <a:gd name="connsiteY61" fmla="*/ 0 h 6858000"/>
              <a:gd name="connsiteX62" fmla="*/ 5087938 w 5087938"/>
              <a:gd name="connsiteY62" fmla="*/ 0 h 6858000"/>
              <a:gd name="connsiteX63" fmla="*/ 5087938 w 5087938"/>
              <a:gd name="connsiteY63" fmla="*/ 6858000 h 6858000"/>
              <a:gd name="connsiteX64" fmla="*/ 0 w 5087938"/>
              <a:gd name="connsiteY64" fmla="*/ 6858000 h 6858000"/>
            </a:gdLst>
            <a:rect l="l" t="t" r="r" b="b"/>
            <a:pathLst>
              <a:path w="5087938" h="6858000">
                <a:moveTo>
                  <a:pt x="555662" y="449275"/>
                </a:moveTo>
                <a:lnTo>
                  <a:pt x="555662" y="527238"/>
                </a:lnTo>
                <a:lnTo>
                  <a:pt x="693879" y="527238"/>
                </a:lnTo>
                <a:lnTo>
                  <a:pt x="693879" y="491866"/>
                </a:lnTo>
                <a:lnTo>
                  <a:pt x="596872" y="491866"/>
                </a:lnTo>
                <a:lnTo>
                  <a:pt x="596872" y="449275"/>
                </a:lnTo>
                <a:close/>
                <a:moveTo>
                  <a:pt x="948083" y="413918"/>
                </a:moveTo>
                <a:lnTo>
                  <a:pt x="948083" y="449275"/>
                </a:lnTo>
                <a:lnTo>
                  <a:pt x="906873" y="449275"/>
                </a:lnTo>
                <a:lnTo>
                  <a:pt x="906873" y="527224"/>
                </a:lnTo>
                <a:lnTo>
                  <a:pt x="948083" y="527224"/>
                </a:lnTo>
                <a:lnTo>
                  <a:pt x="948083" y="449276"/>
                </a:lnTo>
                <a:lnTo>
                  <a:pt x="1036799" y="449276"/>
                </a:lnTo>
                <a:lnTo>
                  <a:pt x="1036799" y="413918"/>
                </a:lnTo>
                <a:close/>
                <a:moveTo>
                  <a:pt x="596873" y="413918"/>
                </a:moveTo>
                <a:lnTo>
                  <a:pt x="596873" y="449276"/>
                </a:lnTo>
                <a:lnTo>
                  <a:pt x="685589" y="449276"/>
                </a:lnTo>
                <a:lnTo>
                  <a:pt x="685589" y="413918"/>
                </a:lnTo>
                <a:close/>
                <a:moveTo>
                  <a:pt x="770422" y="371326"/>
                </a:moveTo>
                <a:lnTo>
                  <a:pt x="803072" y="371326"/>
                </a:lnTo>
                <a:cubicBezTo>
                  <a:pt x="807884" y="371326"/>
                  <a:pt x="812522" y="371596"/>
                  <a:pt x="816984" y="372123"/>
                </a:cubicBezTo>
                <a:cubicBezTo>
                  <a:pt x="821446" y="372649"/>
                  <a:pt x="825369" y="373688"/>
                  <a:pt x="828752" y="375213"/>
                </a:cubicBezTo>
                <a:cubicBezTo>
                  <a:pt x="832136" y="376738"/>
                  <a:pt x="834859" y="378897"/>
                  <a:pt x="836908" y="381677"/>
                </a:cubicBezTo>
                <a:cubicBezTo>
                  <a:pt x="838957" y="384457"/>
                  <a:pt x="839982" y="388115"/>
                  <a:pt x="839982" y="392622"/>
                </a:cubicBezTo>
                <a:cubicBezTo>
                  <a:pt x="839982" y="397130"/>
                  <a:pt x="838957" y="400787"/>
                  <a:pt x="836908" y="403567"/>
                </a:cubicBezTo>
                <a:cubicBezTo>
                  <a:pt x="834859" y="406347"/>
                  <a:pt x="832136" y="408506"/>
                  <a:pt x="828752" y="410031"/>
                </a:cubicBezTo>
                <a:cubicBezTo>
                  <a:pt x="825355" y="411556"/>
                  <a:pt x="821432" y="412582"/>
                  <a:pt x="816984" y="413122"/>
                </a:cubicBezTo>
                <a:cubicBezTo>
                  <a:pt x="812522" y="413648"/>
                  <a:pt x="807884" y="413918"/>
                  <a:pt x="803072" y="413918"/>
                </a:cubicBezTo>
                <a:lnTo>
                  <a:pt x="770422" y="413918"/>
                </a:lnTo>
                <a:close/>
                <a:moveTo>
                  <a:pt x="1074936" y="335968"/>
                </a:moveTo>
                <a:lnTo>
                  <a:pt x="1074936" y="527238"/>
                </a:lnTo>
                <a:lnTo>
                  <a:pt x="1213139" y="527238"/>
                </a:lnTo>
                <a:lnTo>
                  <a:pt x="1213139" y="491867"/>
                </a:lnTo>
                <a:lnTo>
                  <a:pt x="1116133" y="491867"/>
                </a:lnTo>
                <a:lnTo>
                  <a:pt x="1116133" y="335968"/>
                </a:lnTo>
                <a:close/>
                <a:moveTo>
                  <a:pt x="906873" y="335968"/>
                </a:moveTo>
                <a:lnTo>
                  <a:pt x="906873" y="413917"/>
                </a:lnTo>
                <a:lnTo>
                  <a:pt x="948083" y="413917"/>
                </a:lnTo>
                <a:lnTo>
                  <a:pt x="948083" y="371326"/>
                </a:lnTo>
                <a:lnTo>
                  <a:pt x="1045090" y="371326"/>
                </a:lnTo>
                <a:lnTo>
                  <a:pt x="1045090" y="335968"/>
                </a:lnTo>
                <a:close/>
                <a:moveTo>
                  <a:pt x="555662" y="335968"/>
                </a:moveTo>
                <a:lnTo>
                  <a:pt x="555662" y="413917"/>
                </a:lnTo>
                <a:lnTo>
                  <a:pt x="596872" y="413917"/>
                </a:lnTo>
                <a:lnTo>
                  <a:pt x="596872" y="371326"/>
                </a:lnTo>
                <a:lnTo>
                  <a:pt x="693879" y="371326"/>
                </a:lnTo>
                <a:lnTo>
                  <a:pt x="693879" y="335968"/>
                </a:lnTo>
                <a:close/>
                <a:moveTo>
                  <a:pt x="729198" y="335955"/>
                </a:moveTo>
                <a:lnTo>
                  <a:pt x="729198" y="527225"/>
                </a:lnTo>
                <a:lnTo>
                  <a:pt x="770408" y="527225"/>
                </a:lnTo>
                <a:lnTo>
                  <a:pt x="770408" y="449262"/>
                </a:lnTo>
                <a:lnTo>
                  <a:pt x="814557" y="449262"/>
                </a:lnTo>
                <a:cubicBezTo>
                  <a:pt x="826501" y="449262"/>
                  <a:pt x="836679" y="447656"/>
                  <a:pt x="845064" y="444444"/>
                </a:cubicBezTo>
                <a:cubicBezTo>
                  <a:pt x="853449" y="441232"/>
                  <a:pt x="860270" y="436981"/>
                  <a:pt x="865541" y="431705"/>
                </a:cubicBezTo>
                <a:cubicBezTo>
                  <a:pt x="870798" y="426428"/>
                  <a:pt x="874640" y="420369"/>
                  <a:pt x="877053" y="413526"/>
                </a:cubicBezTo>
                <a:cubicBezTo>
                  <a:pt x="879466" y="406684"/>
                  <a:pt x="880666" y="399721"/>
                  <a:pt x="880666" y="392622"/>
                </a:cubicBezTo>
                <a:cubicBezTo>
                  <a:pt x="880666" y="385524"/>
                  <a:pt x="879466" y="378357"/>
                  <a:pt x="877053" y="371596"/>
                </a:cubicBezTo>
                <a:cubicBezTo>
                  <a:pt x="874640" y="364835"/>
                  <a:pt x="870812" y="358816"/>
                  <a:pt x="865541" y="353539"/>
                </a:cubicBezTo>
                <a:lnTo>
                  <a:pt x="865541" y="353526"/>
                </a:lnTo>
                <a:cubicBezTo>
                  <a:pt x="860270" y="348249"/>
                  <a:pt x="853449" y="343998"/>
                  <a:pt x="845064" y="340786"/>
                </a:cubicBezTo>
                <a:cubicBezTo>
                  <a:pt x="836679" y="337574"/>
                  <a:pt x="826501" y="335955"/>
                  <a:pt x="814557" y="335955"/>
                </a:cubicBezTo>
                <a:close/>
                <a:moveTo>
                  <a:pt x="0" y="0"/>
                </a:moveTo>
                <a:lnTo>
                  <a:pt x="5087938" y="0"/>
                </a:lnTo>
                <a:lnTo>
                  <a:pt x="5087938" y="6858000"/>
                </a:lnTo>
                <a:lnTo>
                  <a:pt x="0" y="6858000"/>
                </a:lnTo>
                <a:close/>
              </a:path>
            </a:pathLst>
          </a:custGeom>
        </p:spPr>
        <p:txBody>
          <a:bodyPr xmlns:a="http://schemas.openxmlformats.org/drawingml/2006/main" wrap="square">
            <a:noAutofit/>
          </a:bodyPr>
          <a:lstStyle xmlns:a="http://schemas.openxmlformats.org/drawingml/2006/main"/>
          <a:p xmlns:a="http://schemas.openxmlformats.org/drawingml/2006/main">
            <a:r>
              <a:t>Cliquez sur l'icône pour ajouter une image</a:t>
            </a:r>
          </a:p>
        </p:txBody>
      </p:sp>
      <p:sp>
        <p:nvSpPr>
          <p:cNvPr id="3" name="Content Placeholder 2">
            <a:extLst xmlns:a="http://schemas.openxmlformats.org/drawingml/2006/main">
              <a:ext uri="{FF2B5EF4-FFF2-40B4-BE49-F238E27FC236}">
                <a16:creationId xmlns:a16="http://schemas.microsoft.com/office/drawing/2014/main" id="{021B2532-2EA1-43D6-8636-DE052252ABDB}"/>
              </a:ext>
            </a:extLst>
          </p:cNvPr>
          <p:cNvSpPr>
            <a:spLocks xmlns:a="http://schemas.openxmlformats.org/drawingml/2006/main" noGrp="1"/>
          </p:cNvSpPr>
          <p:nvPr>
            <p:ph idx="1"/>
          </p:nvPr>
        </p:nvSpPr>
        <p:spPr>
          <a:xfrm xmlns:a="http://schemas.openxmlformats.org/drawingml/2006/main">
            <a:off x="5232400" y="3122613"/>
            <a:ext cx="6423768" cy="3402012"/>
          </a:xfrm>
        </p:spPr>
        <p:txBody>
          <a:bodyPr xmlns:a="http://schemas.openxmlformats.org/drawingml/2006/main"/>
          <a:lstStyle xmlns:a="http://schemas.openxmlformats.org/drawingml/2006/main"/>
          <a:p xmlns:a="http://schemas.openxmlformats.org/drawingml/2006/main">
            <a:pPr lvl="0">
              <a:buNone/>
            </a:pPr>
            <a:r>
              <a:t>Cliquez pour modifier les styles du texte du masque</a:t>
            </a:r>
          </a:p>
        </p:txBody>
      </p:sp>
      <p:sp>
        <p:nvSpPr>
          <p:cNvPr id="2" name="Titre 1">
            <a:extLst xmlns:a="http://schemas.openxmlformats.org/drawingml/2006/main">
              <a:ext uri="{FF2B5EF4-FFF2-40B4-BE49-F238E27FC236}">
                <a16:creationId xmlns:a16="http://schemas.microsoft.com/office/drawing/2014/main" id="{0172B795-3D3B-CF04-8F9C-98724619782B}"/>
              </a:ext>
            </a:extLst>
          </p:cNvPr>
          <p:cNvSpPr>
            <a:spLocks xmlns:a="http://schemas.openxmlformats.org/drawingml/2006/main" noGrp="1"/>
          </p:cNvSpPr>
          <p:nvPr>
            <p:ph type="title" idx="0"/>
          </p:nvPr>
        </p:nvSpPr>
        <p:spPr>
          <a:xfrm xmlns:a="http://schemas.openxmlformats.org/drawingml/2006/main">
            <a:off x="5232400" y="635264"/>
            <a:ext cx="4514939" cy="2106613"/>
          </a:xfrm>
        </p:spPr>
        <p:txBody>
          <a:bodyPr xmlns:a="http://schemas.openxmlformats.org/drawingml/2006/main"/>
          <a:lstStyle xmlns:a="http://schemas.openxmlformats.org/drawingml/2006/main"/>
          <a:p xmlns:a="http://schemas.openxmlformats.org/drawingml/2006/main">
            <a:r>
              <a:t>Modifiez le style du titre</a:t>
            </a:r>
            <a:endParaRPr/>
          </a:p>
        </p:txBody>
      </p:sp>
      <p:sp>
        <p:nvSpPr>
          <p:cNvPr id="4" name="Espace réservé de la date 3">
            <a:extLst xmlns:a="http://schemas.openxmlformats.org/drawingml/2006/main">
              <a:ext uri="{FF2B5EF4-FFF2-40B4-BE49-F238E27FC236}">
                <a16:creationId xmlns:a16="http://schemas.microsoft.com/office/drawing/2014/main" id="{C7B7D5B9-A0FB-66F6-6235-067EFD19769C}"/>
              </a:ext>
            </a:extLst>
          </p:cNvPr>
          <p:cNvSpPr>
            <a:spLocks xmlns:a="http://schemas.openxmlformats.org/drawingml/2006/main" noGrp="1"/>
          </p:cNvSpPr>
          <p:nvPr>
            <p:ph type="dt" idx="14"/>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5" name="Espace réservé du pied de page 4">
            <a:extLst xmlns:a="http://schemas.openxmlformats.org/drawingml/2006/main">
              <a:ext uri="{FF2B5EF4-FFF2-40B4-BE49-F238E27FC236}">
                <a16:creationId xmlns:a16="http://schemas.microsoft.com/office/drawing/2014/main" id="{B44FF79E-463D-E0D5-E51F-74864AFBF591}"/>
              </a:ext>
            </a:extLst>
          </p:cNvPr>
          <p:cNvSpPr>
            <a:spLocks xmlns:a="http://schemas.openxmlformats.org/drawingml/2006/main" noGrp="1"/>
          </p:cNvSpPr>
          <p:nvPr>
            <p:ph type="ftr" idx="15"/>
          </p:nvPr>
        </p:nvSpPr>
        <p:spPr/>
        <p:txBody>
          <a:bodyPr xmlns:a="http://schemas.openxmlformats.org/drawingml/2006/main"/>
          <a:lstStyle xmlns:a="http://schemas.openxmlformats.org/drawingml/2006/main"/>
          <a:p xmlns:a="http://schemas.openxmlformats.org/drawingml/2006/main">
            <a:endParaRPr/>
          </a:p>
        </p:txBody>
      </p:sp>
      <p:sp>
        <p:nvSpPr>
          <p:cNvPr id="6" name="Espace réservé du numéro de diapositive 5">
            <a:extLst xmlns:a="http://schemas.openxmlformats.org/drawingml/2006/main">
              <a:ext uri="{FF2B5EF4-FFF2-40B4-BE49-F238E27FC236}">
                <a16:creationId xmlns:a16="http://schemas.microsoft.com/office/drawing/2014/main" id="{762546CC-8E0E-6399-FA48-C7DD92265EFF}"/>
              </a:ext>
            </a:extLst>
          </p:cNvPr>
          <p:cNvSpPr>
            <a:spLocks xmlns:a="http://schemas.openxmlformats.org/drawingml/2006/main" noGrp="1"/>
          </p:cNvSpPr>
          <p:nvPr>
            <p:ph type="sldNum" idx="16"/>
          </p:nvPr>
        </p:nvSpPr>
        <p:spPr/>
        <p:txBody>
          <a:bodyPr xmlns:a="http://schemas.openxmlformats.org/drawingml/2006/main"/>
          <a:lstStyle xmlns:a="http://schemas.openxmlformats.org/drawingml/2006/main"/>
          <a:p xmlns:a="http://schemas.openxmlformats.org/drawingml/2006/main">
            <a:fld id="{E1E1CD7C-2161-7D43-862E-CE4C333CD873}" type="slidenum">
              <a:t>‹#›</a:t>
            </a:fld>
            <a:endParaRPr/>
          </a:p>
        </p:txBody>
      </p:sp>
    </p:spTree>
  </p:cSld>
</p:sldLayout>
</file>

<file path=ppt/slideLayouts/slideLayout19.xml><?xml version="1.0" encoding="utf-8"?>
<p:sldLayout xmlns:p="http://schemas.openxmlformats.org/presentationml/2006/main" preserve="1" userDrawn="1">
  <p:cSld name="3 columns">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4C42F47B-2E3C-4D8A-A8BC-CC9C9B657B5E}"/>
              </a:ext>
            </a:extLst>
          </p:cNvPr>
          <p:cNvSpPr>
            <a:spLocks xmlns:a="http://schemas.openxmlformats.org/drawingml/2006/main" noGrp="1"/>
          </p:cNvSpPr>
          <p:nvPr>
            <p:ph idx="1"/>
          </p:nvPr>
        </p:nvSpPr>
        <p:spPr>
          <a:xfrm xmlns:a="http://schemas.openxmlformats.org/drawingml/2006/main">
            <a:off x="550862" y="878457"/>
            <a:ext cx="3600451" cy="3131858"/>
          </a:xfrm>
        </p:spPr>
        <p:txBody>
          <a:bodyPr xmlns:a="http://schemas.openxmlformats.org/drawingml/2006/main"/>
          <a:lstStyle xmlns:a="http://schemas.openxmlformats.org/drawingml/2006/main">
            <a:lvl1pPr>
              <a:buNone/>
              <a:defRPr sz="2000">
                <a:latin typeface="+mn-lt"/>
                <a:ea typeface="+mn-lt"/>
                <a:cs typeface="+mn-lt"/>
              </a:defRPr>
            </a:lvl1pPr>
          </a:lstStyle>
          <a:p xmlns:a="http://schemas.openxmlformats.org/drawingml/2006/main">
            <a:pPr lvl="0">
              <a:buNone/>
            </a:pPr>
            <a:r>
              <a:t>Cliquez pour modifier les styles du texte du masque</a:t>
            </a:r>
          </a:p>
        </p:txBody>
      </p:sp>
      <p:sp>
        <p:nvSpPr>
          <p:cNvPr id="4" name="Content Placeholder 3">
            <a:extLst xmlns:a="http://schemas.openxmlformats.org/drawingml/2006/main">
              <a:ext uri="{FF2B5EF4-FFF2-40B4-BE49-F238E27FC236}">
                <a16:creationId xmlns:a16="http://schemas.microsoft.com/office/drawing/2014/main" id="{08B3F45C-503C-4FFB-9E57-6488BC36ABB2}"/>
              </a:ext>
            </a:extLst>
          </p:cNvPr>
          <p:cNvSpPr>
            <a:spLocks xmlns:a="http://schemas.openxmlformats.org/drawingml/2006/main" noGrp="1"/>
          </p:cNvSpPr>
          <p:nvPr>
            <p:ph idx="2"/>
          </p:nvPr>
        </p:nvSpPr>
        <p:spPr>
          <a:xfrm xmlns:a="http://schemas.openxmlformats.org/drawingml/2006/main">
            <a:off x="4295775" y="873125"/>
            <a:ext cx="3600450" cy="3137782"/>
          </a:xfrm>
        </p:spPr>
        <p:txBody>
          <a:bodyPr xmlns:a="http://schemas.openxmlformats.org/drawingml/2006/main"/>
          <a:lstStyle xmlns:a="http://schemas.openxmlformats.org/drawingml/2006/main">
            <a:lvl1pPr>
              <a:buNone/>
              <a:defRPr sz="2000">
                <a:latin typeface="+mn-lt"/>
                <a:ea typeface="+mn-lt"/>
                <a:cs typeface="+mn-lt"/>
              </a:defRPr>
            </a:lvl1pPr>
          </a:lstStyle>
          <a:p xmlns:a="http://schemas.openxmlformats.org/drawingml/2006/main">
            <a:pPr lvl="0">
              <a:buNone/>
            </a:pPr>
            <a:r>
              <a:t>Cliquez pour modifier les styles du texte du masque</a:t>
            </a:r>
          </a:p>
        </p:txBody>
      </p:sp>
      <p:sp>
        <p:nvSpPr>
          <p:cNvPr id="8" name="Titre 7">
            <a:extLst xmlns:a="http://schemas.openxmlformats.org/drawingml/2006/main">
              <a:ext uri="{FF2B5EF4-FFF2-40B4-BE49-F238E27FC236}">
                <a16:creationId xmlns:a16="http://schemas.microsoft.com/office/drawing/2014/main" id="{6897D737-724C-984A-82E1-2A2DBD5F6249}"/>
              </a:ext>
            </a:extLst>
          </p:cNvPr>
          <p:cNvSpPr>
            <a:spLocks xmlns:a="http://schemas.openxmlformats.org/drawingml/2006/main" noGrp="1"/>
          </p:cNvSpPr>
          <p:nvPr>
            <p:ph type="title" idx="0"/>
          </p:nvPr>
        </p:nvSpPr>
        <p:spPr>
          <a:xfrm xmlns:a="http://schemas.openxmlformats.org/drawingml/2006/main">
            <a:off x="550862" y="4629752"/>
            <a:ext cx="11090275" cy="1894873"/>
          </a:xfrm>
        </p:spPr>
        <p:txBody>
          <a:bodyPr xmlns:a="http://schemas.openxmlformats.org/drawingml/2006/main" anchor="b">
            <a:noAutofit/>
          </a:bodyPr>
          <a:lstStyle xmlns:a="http://schemas.openxmlformats.org/drawingml/2006/main">
            <a:lvl1pPr algn="ctr">
              <a:buNone/>
              <a:defRPr sz="8800" spc="-150"/>
            </a:lvl1pPr>
          </a:lstStyle>
          <a:p xmlns:a="http://schemas.openxmlformats.org/drawingml/2006/main">
            <a:r>
              <a:t>Modifiez le style du titre</a:t>
            </a:r>
          </a:p>
        </p:txBody>
      </p:sp>
      <p:sp>
        <p:nvSpPr>
          <p:cNvPr id="5" name="Espace réservé du contenu 4">
            <a:extLst xmlns:a="http://schemas.openxmlformats.org/drawingml/2006/main">
              <a:ext uri="{FF2B5EF4-FFF2-40B4-BE49-F238E27FC236}">
                <a16:creationId xmlns:a16="http://schemas.microsoft.com/office/drawing/2014/main" id="{66DCA857-BB38-4F22-E8B1-B4ED66B54DB5}"/>
              </a:ext>
            </a:extLst>
          </p:cNvPr>
          <p:cNvSpPr>
            <a:spLocks xmlns:a="http://schemas.openxmlformats.org/drawingml/2006/main" noGrp="1"/>
          </p:cNvSpPr>
          <p:nvPr>
            <p:ph idx="13"/>
          </p:nvPr>
        </p:nvSpPr>
        <p:spPr>
          <a:xfrm xmlns:a="http://schemas.openxmlformats.org/drawingml/2006/main">
            <a:off x="8040688" y="877888"/>
            <a:ext cx="3600450" cy="3132137"/>
          </a:xfrm>
        </p:spPr>
        <p:txBody>
          <a:bodyPr xmlns:a="http://schemas.openxmlformats.org/drawingml/2006/main">
            <a:noAutofit/>
          </a:bodyPr>
          <a:lstStyle xmlns:a="http://schemas.openxmlformats.org/drawingml/2006/main">
            <a:lvl1pPr>
              <a:buNone/>
              <a:defRPr sz="2000">
                <a:latin typeface="+mn-lt"/>
                <a:ea typeface="+mn-lt"/>
                <a:cs typeface="+mn-lt"/>
              </a:defRPr>
            </a:lvl1pPr>
            <a:lvl2pPr>
              <a:buNone/>
              <a:defRPr sz="2000">
                <a:latin typeface="+mn-lt"/>
                <a:ea typeface="+mn-lt"/>
                <a:cs typeface="+mn-lt"/>
              </a:defRPr>
            </a:lvl2pPr>
            <a:lvl3pPr>
              <a:buNone/>
              <a:defRPr sz="2000">
                <a:latin typeface="+mn-lt"/>
                <a:ea typeface="+mn-lt"/>
                <a:cs typeface="+mn-lt"/>
              </a:defRPr>
            </a:lvl3pPr>
            <a:lvl4pPr>
              <a:buNone/>
              <a:defRPr sz="2000">
                <a:latin typeface="+mn-lt"/>
                <a:ea typeface="+mn-lt"/>
                <a:cs typeface="+mn-lt"/>
              </a:defRPr>
            </a:lvl4pPr>
            <a:lvl5pPr>
              <a:buNone/>
              <a:defRPr sz="2000">
                <a:latin typeface="+mn-lt"/>
                <a:ea typeface="+mn-lt"/>
                <a:cs typeface="+mn-lt"/>
              </a:defRPr>
            </a:lvl5pPr>
          </a:lstStyle>
          <a:p xmlns:a="http://schemas.openxmlformats.org/drawingml/2006/main">
            <a:pPr lvl="0">
              <a:buNone/>
            </a:pPr>
            <a:r>
              <a:t>Cliquez pour modifier les styles du texte du masque</a:t>
            </a:r>
          </a:p>
          <a:p xmlns:a="http://schemas.openxmlformats.org/drawingml/2006/main">
            <a:pPr lvl="1">
              <a:buNone/>
            </a:pPr>
            <a:r>
              <a:t>Deuxième niveau</a:t>
            </a:r>
          </a:p>
          <a:p xmlns:a="http://schemas.openxmlformats.org/drawingml/2006/main">
            <a:pPr lvl="2">
              <a:buNone/>
            </a:pPr>
            <a:r>
              <a:t>Troisième niveau</a:t>
            </a:r>
          </a:p>
          <a:p xmlns:a="http://schemas.openxmlformats.org/drawingml/2006/main">
            <a:pPr lvl="3">
              <a:buNone/>
            </a:pPr>
            <a:r>
              <a:t>Quatrième niveau</a:t>
            </a:r>
          </a:p>
          <a:p xmlns:a="http://schemas.openxmlformats.org/drawingml/2006/main">
            <a:pPr lvl="4">
              <a:buNone/>
            </a:pPr>
            <a:r>
              <a:t>Cinquième niveau</a:t>
            </a:r>
            <a:endParaRPr/>
          </a:p>
        </p:txBody>
      </p:sp>
      <p:sp>
        <p:nvSpPr>
          <p:cNvPr id="2" name="Espace réservé de la date 1">
            <a:extLst xmlns:a="http://schemas.openxmlformats.org/drawingml/2006/main">
              <a:ext uri="{FF2B5EF4-FFF2-40B4-BE49-F238E27FC236}">
                <a16:creationId xmlns:a16="http://schemas.microsoft.com/office/drawing/2014/main" id="{411A7E87-4B7A-CFD6-6B20-E86B243D5545}"/>
              </a:ext>
            </a:extLst>
          </p:cNvPr>
          <p:cNvSpPr>
            <a:spLocks xmlns:a="http://schemas.openxmlformats.org/drawingml/2006/main" noGrp="1"/>
          </p:cNvSpPr>
          <p:nvPr>
            <p:ph type="dt" idx="14"/>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6" name="Espace réservé du pied de page 5">
            <a:extLst xmlns:a="http://schemas.openxmlformats.org/drawingml/2006/main">
              <a:ext uri="{FF2B5EF4-FFF2-40B4-BE49-F238E27FC236}">
                <a16:creationId xmlns:a16="http://schemas.microsoft.com/office/drawing/2014/main" id="{29663B78-8811-7847-374B-E04CB9D21886}"/>
              </a:ext>
            </a:extLst>
          </p:cNvPr>
          <p:cNvSpPr>
            <a:spLocks xmlns:a="http://schemas.openxmlformats.org/drawingml/2006/main" noGrp="1"/>
          </p:cNvSpPr>
          <p:nvPr>
            <p:ph type="ftr" idx="15"/>
          </p:nvPr>
        </p:nvSpPr>
        <p:spPr/>
        <p:txBody>
          <a:bodyPr xmlns:a="http://schemas.openxmlformats.org/drawingml/2006/main"/>
          <a:lstStyle xmlns:a="http://schemas.openxmlformats.org/drawingml/2006/main"/>
          <a:p xmlns:a="http://schemas.openxmlformats.org/drawingml/2006/main">
            <a:endParaRPr/>
          </a:p>
        </p:txBody>
      </p:sp>
      <p:sp>
        <p:nvSpPr>
          <p:cNvPr id="7" name="Espace réservé du numéro de diapositive 6">
            <a:extLst xmlns:a="http://schemas.openxmlformats.org/drawingml/2006/main">
              <a:ext uri="{FF2B5EF4-FFF2-40B4-BE49-F238E27FC236}">
                <a16:creationId xmlns:a16="http://schemas.microsoft.com/office/drawing/2014/main" id="{41606B9C-EE70-75A4-32F1-EBA7FEEB43BD}"/>
              </a:ext>
            </a:extLst>
          </p:cNvPr>
          <p:cNvSpPr>
            <a:spLocks xmlns:a="http://schemas.openxmlformats.org/drawingml/2006/main" noGrp="1"/>
          </p:cNvSpPr>
          <p:nvPr>
            <p:ph type="sldNum" idx="16"/>
          </p:nvPr>
        </p:nvSpPr>
        <p:spPr/>
        <p:txBody>
          <a:bodyPr xmlns:a="http://schemas.openxmlformats.org/drawingml/2006/main"/>
          <a:lstStyle xmlns:a="http://schemas.openxmlformats.org/drawingml/2006/main"/>
          <a:p xmlns:a="http://schemas.openxmlformats.org/drawingml/2006/main">
            <a:fld id="{E1E1CD7C-2161-7D43-862E-CE4C333CD873}" type="slidenum">
              <a:t>‹#›</a:t>
            </a:fld>
            <a:endParaRPr/>
          </a:p>
        </p:txBody>
      </p:sp>
    </p:spTree>
  </p:cSld>
</p:sldLayout>
</file>

<file path=ppt/slideLayouts/slideLayout20.xml><?xml version="1.0" encoding="utf-8"?>
<p:sldLayout xmlns:p="http://schemas.openxmlformats.org/presentationml/2006/main" preserve="1" userDrawn="1">
  <p:cSld name="1_3 columns">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52DA9DE9-E48D-4A63-8098-42DB57327DC6}"/>
              </a:ext>
            </a:extLst>
          </p:cNvPr>
          <p:cNvSpPr>
            <a:spLocks xmlns:a="http://schemas.openxmlformats.org/drawingml/2006/main" noGrp="1"/>
          </p:cNvSpPr>
          <p:nvPr>
            <p:ph idx="1"/>
          </p:nvPr>
        </p:nvSpPr>
        <p:spPr>
          <a:xfrm xmlns:a="http://schemas.openxmlformats.org/drawingml/2006/main">
            <a:off x="550862" y="3392175"/>
            <a:ext cx="3600451" cy="3131858"/>
          </a:xfrm>
        </p:spPr>
        <p:txBody>
          <a:bodyPr xmlns:a="http://schemas.openxmlformats.org/drawingml/2006/main"/>
          <a:lstStyle xmlns:a="http://schemas.openxmlformats.org/drawingml/2006/main">
            <a:lvl1pPr>
              <a:buNone/>
              <a:defRPr sz="2000">
                <a:latin typeface="+mn-lt"/>
                <a:ea typeface="+mn-lt"/>
                <a:cs typeface="+mn-lt"/>
              </a:defRPr>
            </a:lvl1pPr>
          </a:lstStyle>
          <a:p xmlns:a="http://schemas.openxmlformats.org/drawingml/2006/main">
            <a:pPr lvl="0">
              <a:buNone/>
            </a:pPr>
            <a:r>
              <a:t>Cliquez pour modifier les styles du texte du masque</a:t>
            </a:r>
          </a:p>
        </p:txBody>
      </p:sp>
      <p:sp>
        <p:nvSpPr>
          <p:cNvPr id="4" name="Content Placeholder 3">
            <a:extLst xmlns:a="http://schemas.openxmlformats.org/drawingml/2006/main">
              <a:ext uri="{FF2B5EF4-FFF2-40B4-BE49-F238E27FC236}">
                <a16:creationId xmlns:a16="http://schemas.microsoft.com/office/drawing/2014/main" id="{DF44C90A-253A-4419-991D-8D3E60E5369C}"/>
              </a:ext>
            </a:extLst>
          </p:cNvPr>
          <p:cNvSpPr>
            <a:spLocks xmlns:a="http://schemas.openxmlformats.org/drawingml/2006/main" noGrp="1"/>
          </p:cNvSpPr>
          <p:nvPr>
            <p:ph idx="2"/>
          </p:nvPr>
        </p:nvSpPr>
        <p:spPr>
          <a:xfrm xmlns:a="http://schemas.openxmlformats.org/drawingml/2006/main">
            <a:off x="4295775" y="3386843"/>
            <a:ext cx="3600450" cy="3137782"/>
          </a:xfrm>
        </p:spPr>
        <p:txBody>
          <a:bodyPr xmlns:a="http://schemas.openxmlformats.org/drawingml/2006/main"/>
          <a:lstStyle xmlns:a="http://schemas.openxmlformats.org/drawingml/2006/main">
            <a:lvl1pPr>
              <a:buNone/>
              <a:defRPr sz="2000">
                <a:latin typeface="+mn-lt"/>
                <a:ea typeface="+mn-lt"/>
                <a:cs typeface="+mn-lt"/>
              </a:defRPr>
            </a:lvl1pPr>
          </a:lstStyle>
          <a:p xmlns:a="http://schemas.openxmlformats.org/drawingml/2006/main">
            <a:pPr lvl="0">
              <a:buNone/>
            </a:pPr>
            <a:r>
              <a:t>Cliquez pour modifier les styles du texte du masque</a:t>
            </a:r>
          </a:p>
        </p:txBody>
      </p:sp>
      <p:sp>
        <p:nvSpPr>
          <p:cNvPr id="8" name="Titre 7">
            <a:extLst xmlns:a="http://schemas.openxmlformats.org/drawingml/2006/main">
              <a:ext uri="{FF2B5EF4-FFF2-40B4-BE49-F238E27FC236}">
                <a16:creationId xmlns:a16="http://schemas.microsoft.com/office/drawing/2014/main" id="{6897D737-724C-984A-82E1-2A2DBD5F6249}"/>
              </a:ext>
            </a:extLst>
          </p:cNvPr>
          <p:cNvSpPr>
            <a:spLocks xmlns:a="http://schemas.openxmlformats.org/drawingml/2006/main" noGrp="1"/>
          </p:cNvSpPr>
          <p:nvPr>
            <p:ph type="title" idx="0"/>
          </p:nvPr>
        </p:nvSpPr>
        <p:spPr>
          <a:xfrm xmlns:a="http://schemas.openxmlformats.org/drawingml/2006/main">
            <a:off x="550862" y="554010"/>
            <a:ext cx="11090275" cy="2314872"/>
          </a:xfrm>
        </p:spPr>
        <p:txBody>
          <a:bodyPr xmlns:a="http://schemas.openxmlformats.org/drawingml/2006/main" anchor="t">
            <a:noAutofit/>
          </a:bodyPr>
          <a:lstStyle xmlns:a="http://schemas.openxmlformats.org/drawingml/2006/main">
            <a:lvl1pPr algn="ctr">
              <a:buNone/>
              <a:defRPr sz="8800" spc="-150"/>
            </a:lvl1pPr>
          </a:lstStyle>
          <a:p xmlns:a="http://schemas.openxmlformats.org/drawingml/2006/main">
            <a:r>
              <a:t>Modifiez le style du titre</a:t>
            </a:r>
          </a:p>
        </p:txBody>
      </p:sp>
      <p:sp>
        <p:nvSpPr>
          <p:cNvPr id="5" name="Espace réservé du contenu 4">
            <a:extLst xmlns:a="http://schemas.openxmlformats.org/drawingml/2006/main">
              <a:ext uri="{FF2B5EF4-FFF2-40B4-BE49-F238E27FC236}">
                <a16:creationId xmlns:a16="http://schemas.microsoft.com/office/drawing/2014/main" id="{66DCA857-BB38-4F22-E8B1-B4ED66B54DB5}"/>
              </a:ext>
            </a:extLst>
          </p:cNvPr>
          <p:cNvSpPr>
            <a:spLocks xmlns:a="http://schemas.openxmlformats.org/drawingml/2006/main" noGrp="1"/>
          </p:cNvSpPr>
          <p:nvPr>
            <p:ph idx="13"/>
          </p:nvPr>
        </p:nvSpPr>
        <p:spPr>
          <a:xfrm xmlns:a="http://schemas.openxmlformats.org/drawingml/2006/main">
            <a:off x="8040688" y="3391606"/>
            <a:ext cx="3600450" cy="3132137"/>
          </a:xfrm>
        </p:spPr>
        <p:txBody>
          <a:bodyPr xmlns:a="http://schemas.openxmlformats.org/drawingml/2006/main">
            <a:noAutofit/>
          </a:bodyPr>
          <a:lstStyle xmlns:a="http://schemas.openxmlformats.org/drawingml/2006/main">
            <a:lvl1pPr>
              <a:buNone/>
              <a:defRPr sz="2000">
                <a:latin typeface="+mn-lt"/>
                <a:ea typeface="+mn-lt"/>
                <a:cs typeface="+mn-lt"/>
              </a:defRPr>
            </a:lvl1pPr>
            <a:lvl2pPr>
              <a:buNone/>
              <a:defRPr sz="2000">
                <a:latin typeface="+mn-lt"/>
                <a:ea typeface="+mn-lt"/>
                <a:cs typeface="+mn-lt"/>
              </a:defRPr>
            </a:lvl2pPr>
            <a:lvl3pPr>
              <a:buNone/>
              <a:defRPr sz="2000">
                <a:latin typeface="+mn-lt"/>
                <a:ea typeface="+mn-lt"/>
                <a:cs typeface="+mn-lt"/>
              </a:defRPr>
            </a:lvl3pPr>
            <a:lvl4pPr>
              <a:buNone/>
              <a:defRPr sz="2000">
                <a:latin typeface="+mn-lt"/>
                <a:ea typeface="+mn-lt"/>
                <a:cs typeface="+mn-lt"/>
              </a:defRPr>
            </a:lvl4pPr>
            <a:lvl5pPr>
              <a:buNone/>
              <a:defRPr sz="2000">
                <a:latin typeface="+mn-lt"/>
                <a:ea typeface="+mn-lt"/>
                <a:cs typeface="+mn-lt"/>
              </a:defRPr>
            </a:lvl5pPr>
          </a:lstStyle>
          <a:p xmlns:a="http://schemas.openxmlformats.org/drawingml/2006/main">
            <a:pPr lvl="0">
              <a:buNone/>
            </a:pPr>
            <a:r>
              <a:t>Cliquez pour modifier les styles du texte du masque</a:t>
            </a:r>
          </a:p>
          <a:p xmlns:a="http://schemas.openxmlformats.org/drawingml/2006/main">
            <a:pPr lvl="1">
              <a:buNone/>
            </a:pPr>
            <a:r>
              <a:t>Deuxième niveau</a:t>
            </a:r>
          </a:p>
          <a:p xmlns:a="http://schemas.openxmlformats.org/drawingml/2006/main">
            <a:pPr lvl="2">
              <a:buNone/>
            </a:pPr>
            <a:r>
              <a:t>Troisième niveau</a:t>
            </a:r>
          </a:p>
          <a:p xmlns:a="http://schemas.openxmlformats.org/drawingml/2006/main">
            <a:pPr lvl="3">
              <a:buNone/>
            </a:pPr>
            <a:r>
              <a:t>Quatrième niveau</a:t>
            </a:r>
          </a:p>
          <a:p xmlns:a="http://schemas.openxmlformats.org/drawingml/2006/main">
            <a:pPr lvl="4">
              <a:buNone/>
            </a:pPr>
            <a:r>
              <a:t>Cinquième niveau</a:t>
            </a:r>
            <a:endParaRPr/>
          </a:p>
        </p:txBody>
      </p:sp>
      <p:sp>
        <p:nvSpPr>
          <p:cNvPr id="2" name="Espace réservé de la date 1">
            <a:extLst xmlns:a="http://schemas.openxmlformats.org/drawingml/2006/main">
              <a:ext uri="{FF2B5EF4-FFF2-40B4-BE49-F238E27FC236}">
                <a16:creationId xmlns:a16="http://schemas.microsoft.com/office/drawing/2014/main" id="{411A7E87-4B7A-CFD6-6B20-E86B243D5545}"/>
              </a:ext>
            </a:extLst>
          </p:cNvPr>
          <p:cNvSpPr>
            <a:spLocks xmlns:a="http://schemas.openxmlformats.org/drawingml/2006/main" noGrp="1"/>
          </p:cNvSpPr>
          <p:nvPr>
            <p:ph type="dt" idx="14"/>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6" name="Espace réservé du pied de page 5">
            <a:extLst xmlns:a="http://schemas.openxmlformats.org/drawingml/2006/main">
              <a:ext uri="{FF2B5EF4-FFF2-40B4-BE49-F238E27FC236}">
                <a16:creationId xmlns:a16="http://schemas.microsoft.com/office/drawing/2014/main" id="{29663B78-8811-7847-374B-E04CB9D21886}"/>
              </a:ext>
            </a:extLst>
          </p:cNvPr>
          <p:cNvSpPr>
            <a:spLocks xmlns:a="http://schemas.openxmlformats.org/drawingml/2006/main" noGrp="1"/>
          </p:cNvSpPr>
          <p:nvPr>
            <p:ph type="ftr" idx="15"/>
          </p:nvPr>
        </p:nvSpPr>
        <p:spPr/>
        <p:txBody>
          <a:bodyPr xmlns:a="http://schemas.openxmlformats.org/drawingml/2006/main"/>
          <a:lstStyle xmlns:a="http://schemas.openxmlformats.org/drawingml/2006/main"/>
          <a:p xmlns:a="http://schemas.openxmlformats.org/drawingml/2006/main">
            <a:endParaRPr/>
          </a:p>
        </p:txBody>
      </p:sp>
      <p:sp>
        <p:nvSpPr>
          <p:cNvPr id="7" name="Espace réservé du numéro de diapositive 6">
            <a:extLst xmlns:a="http://schemas.openxmlformats.org/drawingml/2006/main">
              <a:ext uri="{FF2B5EF4-FFF2-40B4-BE49-F238E27FC236}">
                <a16:creationId xmlns:a16="http://schemas.microsoft.com/office/drawing/2014/main" id="{41606B9C-EE70-75A4-32F1-EBA7FEEB43BD}"/>
              </a:ext>
            </a:extLst>
          </p:cNvPr>
          <p:cNvSpPr>
            <a:spLocks xmlns:a="http://schemas.openxmlformats.org/drawingml/2006/main" noGrp="1"/>
          </p:cNvSpPr>
          <p:nvPr>
            <p:ph type="sldNum" idx="16"/>
          </p:nvPr>
        </p:nvSpPr>
        <p:spPr/>
        <p:txBody>
          <a:bodyPr xmlns:a="http://schemas.openxmlformats.org/drawingml/2006/main"/>
          <a:lstStyle xmlns:a="http://schemas.openxmlformats.org/drawingml/2006/main"/>
          <a:p xmlns:a="http://schemas.openxmlformats.org/drawingml/2006/main">
            <a:fld id="{E1E1CD7C-2161-7D43-862E-CE4C333CD873}" type="slidenum">
              <a:t>‹#›</a:t>
            </a:fld>
            <a:endParaRPr/>
          </a:p>
        </p:txBody>
      </p:sp>
    </p:spTree>
  </p:cSld>
</p:sldLayout>
</file>

<file path=ppt/slideLayouts/slideLayout21.xml><?xml version="1.0" encoding="utf-8"?>
<p:sldLayout xmlns:p="http://schemas.openxmlformats.org/presentationml/2006/main" preserve="1" userDrawn="1">
  <p:cSld name="10_Titre et contenu">
    <p:bg>
      <p:bgPr>
        <a:solidFill xmlns:a="http://schemas.openxmlformats.org/drawingml/2006/main">
          <a:schemeClr val="tx2"/>
        </a:solidFill>
      </p:bgPr>
    </p:bg>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58EE6761-2DA1-4935-BA2B-B90440FB0D9C}"/>
              </a:ext>
            </a:extLst>
          </p:cNvPr>
          <p:cNvSpPr>
            <a:spLocks xmlns:a="http://schemas.openxmlformats.org/drawingml/2006/main" noGrp="1"/>
          </p:cNvSpPr>
          <p:nvPr>
            <p:ph idx="1"/>
          </p:nvPr>
        </p:nvSpPr>
        <p:spPr>
          <a:xfrm xmlns:a="http://schemas.openxmlformats.org/drawingml/2006/main">
            <a:off x="550863" y="3122613"/>
            <a:ext cx="11090274" cy="3402012"/>
          </a:xfrm>
        </p:spPr>
        <p:txBody>
          <a:bodyPr xmlns:a="http://schemas.openxmlformats.org/drawingml/2006/main"/>
          <a:lstStyle xmlns:a="http://schemas.openxmlformats.org/drawingml/2006/main">
            <a:lvl1pPr>
              <a:buClrTx/>
              <a:buNone/>
              <a:defRPr>
                <a:solidFill>
                  <a:schemeClr val="bg1"/>
                </a:solidFill>
              </a:defRPr>
            </a:lvl1pPr>
          </a:lstStyle>
          <a:p xmlns:a="http://schemas.openxmlformats.org/drawingml/2006/main">
            <a:pPr lvl="0">
              <a:buNone/>
            </a:pPr>
            <a:r>
              <a:t>Cliquez pour modifier les styles du texte du masque</a:t>
            </a:r>
          </a:p>
        </p:txBody>
      </p:sp>
      <p:sp>
        <p:nvSpPr>
          <p:cNvPr id="2" name="Titre 1">
            <a:extLst xmlns:a="http://schemas.openxmlformats.org/drawingml/2006/main">
              <a:ext uri="{FF2B5EF4-FFF2-40B4-BE49-F238E27FC236}">
                <a16:creationId xmlns:a16="http://schemas.microsoft.com/office/drawing/2014/main" id="{96942D0D-07B5-D98B-14DE-AA7EF42087E1}"/>
              </a:ext>
            </a:extLst>
          </p:cNvPr>
          <p:cNvSpPr>
            <a:spLocks xmlns:a="http://schemas.openxmlformats.org/drawingml/2006/main" noGrp="1"/>
          </p:cNvSpPr>
          <p:nvPr>
            <p:ph type="title" idx="0"/>
          </p:nvPr>
        </p:nvSpPr>
        <p:spPr>
          <a:xfrm xmlns:a="http://schemas.openxmlformats.org/drawingml/2006/main">
            <a:off x="526000" y="613439"/>
            <a:ext cx="11130168" cy="2106613"/>
          </a:xfrm>
        </p:spPr>
        <p:txBody>
          <a:bodyPr xmlns:a="http://schemas.openxmlformats.org/drawingml/2006/main">
            <a:normAutofit/>
          </a:bodyPr>
          <a:lstStyle xmlns:a="http://schemas.openxmlformats.org/drawingml/2006/main">
            <a:lvl1pPr algn="ctr">
              <a:buNone/>
              <a:defRPr sz="8000">
                <a:solidFill>
                  <a:schemeClr val="bg1"/>
                </a:solidFill>
              </a:defRPr>
            </a:lvl1pPr>
          </a:lstStyle>
          <a:p xmlns:a="http://schemas.openxmlformats.org/drawingml/2006/main">
            <a:r>
              <a:t>Modifiez le style du titre</a:t>
            </a:r>
            <a:endParaRPr/>
          </a:p>
        </p:txBody>
      </p:sp>
      <p:sp>
        <p:nvSpPr>
          <p:cNvPr id="9" name="Forme libre 8">
            <a:extLst xmlns:a="http://schemas.openxmlformats.org/drawingml/2006/main">
              <a:ext uri="{FF2B5EF4-FFF2-40B4-BE49-F238E27FC236}">
                <a16:creationId xmlns:a16="http://schemas.microsoft.com/office/drawing/2014/main" id="{13EF8F51-3EA2-359B-1A23-D9F373527745}"/>
              </a:ext>
            </a:extLst>
          </p:cNvPr>
          <p:cNvSpPr>
            <a:spLocks xmlns:a="http://schemas.openxmlformats.org/drawingml/2006/main" noGrp="1"/>
          </p:cNvSpPr>
          <p:nvPr/>
        </p:nvSpPr>
        <p:spPr>
          <a:xfrm xmlns:a="http://schemas.openxmlformats.org/drawingml/2006/main">
            <a:off x="555663" y="335968"/>
            <a:ext cx="138216" cy="77949"/>
          </a:xfrm>
          <a:custGeom xmlns:a="http://schemas.openxmlformats.org/drawingml/2006/main">
            <a:gdLst>
              <a:gd name="connsiteX0" fmla="*/ 0 w 138216"/>
              <a:gd name="connsiteY0" fmla="*/ 77949 h 77949"/>
              <a:gd name="connsiteX1" fmla="*/ 41210 w 138216"/>
              <a:gd name="connsiteY1" fmla="*/ 77949 h 77949"/>
              <a:gd name="connsiteX2" fmla="*/ 41210 w 138216"/>
              <a:gd name="connsiteY2" fmla="*/ 35358 h 77949"/>
              <a:gd name="connsiteX3" fmla="*/ 138217 w 138216"/>
              <a:gd name="connsiteY3" fmla="*/ 35358 h 77949"/>
              <a:gd name="connsiteX4" fmla="*/ 138217 w 138216"/>
              <a:gd name="connsiteY4" fmla="*/ 0 h 77949"/>
              <a:gd name="connsiteX5" fmla="*/ 0 w 138216"/>
              <a:gd name="connsiteY5" fmla="*/ 0 h 77949"/>
              <a:gd name="connsiteX6" fmla="*/ 0 w 138216"/>
              <a:gd name="connsiteY6" fmla="*/ 77949 h 77949"/>
            </a:gdLst>
            <a:rect l="l" t="t" r="r" b="b"/>
            <a:pathLst>
              <a:path w="138216" h="77949">
                <a:moveTo>
                  <a:pt x="0" y="77949"/>
                </a:moveTo>
                <a:lnTo>
                  <a:pt x="41210" y="77949"/>
                </a:lnTo>
                <a:lnTo>
                  <a:pt x="41210" y="35358"/>
                </a:lnTo>
                <a:lnTo>
                  <a:pt x="138217" y="35358"/>
                </a:lnTo>
                <a:lnTo>
                  <a:pt x="138217" y="0"/>
                </a:lnTo>
                <a:lnTo>
                  <a:pt x="0" y="0"/>
                </a:lnTo>
                <a:lnTo>
                  <a:pt x="0" y="77949"/>
                </a:ln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0" name="Forme libre 9">
            <a:extLst xmlns:a="http://schemas.openxmlformats.org/drawingml/2006/main">
              <a:ext uri="{FF2B5EF4-FFF2-40B4-BE49-F238E27FC236}">
                <a16:creationId xmlns:a16="http://schemas.microsoft.com/office/drawing/2014/main" id="{E5B494A9-D288-4545-5699-3384315D576E}"/>
              </a:ext>
            </a:extLst>
          </p:cNvPr>
          <p:cNvSpPr>
            <a:spLocks xmlns:a="http://schemas.openxmlformats.org/drawingml/2006/main" noGrp="1"/>
          </p:cNvSpPr>
          <p:nvPr/>
        </p:nvSpPr>
        <p:spPr>
          <a:xfrm xmlns:a="http://schemas.openxmlformats.org/drawingml/2006/main">
            <a:off x="555663" y="449275"/>
            <a:ext cx="138216" cy="77962"/>
          </a:xfrm>
          <a:custGeom xmlns:a="http://schemas.openxmlformats.org/drawingml/2006/main">
            <a:gdLst>
              <a:gd name="connsiteX0" fmla="*/ 0 w 138216"/>
              <a:gd name="connsiteY0" fmla="*/ 77963 h 77962"/>
              <a:gd name="connsiteX1" fmla="*/ 138217 w 138216"/>
              <a:gd name="connsiteY1" fmla="*/ 77963 h 77962"/>
              <a:gd name="connsiteX2" fmla="*/ 138217 w 138216"/>
              <a:gd name="connsiteY2" fmla="*/ 42591 h 77962"/>
              <a:gd name="connsiteX3" fmla="*/ 41210 w 138216"/>
              <a:gd name="connsiteY3" fmla="*/ 42591 h 77962"/>
              <a:gd name="connsiteX4" fmla="*/ 41210 w 138216"/>
              <a:gd name="connsiteY4" fmla="*/ 0 h 77962"/>
              <a:gd name="connsiteX5" fmla="*/ 0 w 138216"/>
              <a:gd name="connsiteY5" fmla="*/ 0 h 77962"/>
              <a:gd name="connsiteX6" fmla="*/ 0 w 138216"/>
              <a:gd name="connsiteY6" fmla="*/ 77963 h 77962"/>
            </a:gdLst>
            <a:rect l="l" t="t" r="r" b="b"/>
            <a:pathLst>
              <a:path w="138216" h="77962">
                <a:moveTo>
                  <a:pt x="0" y="77963"/>
                </a:moveTo>
                <a:lnTo>
                  <a:pt x="138217" y="77963"/>
                </a:lnTo>
                <a:lnTo>
                  <a:pt x="138217" y="42591"/>
                </a:lnTo>
                <a:lnTo>
                  <a:pt x="41210" y="42591"/>
                </a:lnTo>
                <a:lnTo>
                  <a:pt x="41210" y="0"/>
                </a:lnTo>
                <a:lnTo>
                  <a:pt x="0" y="0"/>
                </a:lnTo>
                <a:lnTo>
                  <a:pt x="0" y="77963"/>
                </a:ln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1" name="Forme libre 10">
            <a:extLst xmlns:a="http://schemas.openxmlformats.org/drawingml/2006/main">
              <a:ext uri="{FF2B5EF4-FFF2-40B4-BE49-F238E27FC236}">
                <a16:creationId xmlns:a16="http://schemas.microsoft.com/office/drawing/2014/main" id="{A5227256-2CB5-C66B-5A1C-3E1C7C775414}"/>
              </a:ext>
            </a:extLst>
          </p:cNvPr>
          <p:cNvSpPr>
            <a:spLocks xmlns:a="http://schemas.openxmlformats.org/drawingml/2006/main" noGrp="1"/>
          </p:cNvSpPr>
          <p:nvPr/>
        </p:nvSpPr>
        <p:spPr>
          <a:xfrm xmlns:a="http://schemas.openxmlformats.org/drawingml/2006/main">
            <a:off x="596874" y="413918"/>
            <a:ext cx="88715" cy="35357"/>
          </a:xfrm>
          <a:custGeom xmlns:a="http://schemas.openxmlformats.org/drawingml/2006/main">
            <a:gdLst>
              <a:gd name="connsiteX0" fmla="*/ 0 w 88715"/>
              <a:gd name="connsiteY0" fmla="*/ 0 h 35357"/>
              <a:gd name="connsiteX1" fmla="*/ 88716 w 88715"/>
              <a:gd name="connsiteY1" fmla="*/ 0 h 35357"/>
              <a:gd name="connsiteX2" fmla="*/ 88716 w 88715"/>
              <a:gd name="connsiteY2" fmla="*/ 35358 h 35357"/>
              <a:gd name="connsiteX3" fmla="*/ 0 w 88715"/>
              <a:gd name="connsiteY3" fmla="*/ 35358 h 35357"/>
            </a:gdLst>
            <a:rect l="l" t="t" r="r" b="b"/>
            <a:pathLst>
              <a:path w="88715" h="35357">
                <a:moveTo>
                  <a:pt x="0" y="0"/>
                </a:moveTo>
                <a:lnTo>
                  <a:pt x="88716" y="0"/>
                </a:lnTo>
                <a:lnTo>
                  <a:pt x="88716" y="35358"/>
                </a:lnTo>
                <a:lnTo>
                  <a:pt x="0" y="35358"/>
                </a:ln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2" name="Forme libre 11">
            <a:extLst xmlns:a="http://schemas.openxmlformats.org/drawingml/2006/main">
              <a:ext uri="{FF2B5EF4-FFF2-40B4-BE49-F238E27FC236}">
                <a16:creationId xmlns:a16="http://schemas.microsoft.com/office/drawing/2014/main" id="{613513A6-A38B-81D3-C93C-32D8AC097F4F}"/>
              </a:ext>
            </a:extLst>
          </p:cNvPr>
          <p:cNvSpPr>
            <a:spLocks xmlns:a="http://schemas.openxmlformats.org/drawingml/2006/main" noGrp="1"/>
          </p:cNvSpPr>
          <p:nvPr/>
        </p:nvSpPr>
        <p:spPr>
          <a:xfrm xmlns:a="http://schemas.openxmlformats.org/drawingml/2006/main">
            <a:off x="729199" y="335955"/>
            <a:ext cx="151468" cy="191270"/>
          </a:xfrm>
          <a:custGeom xmlns:a="http://schemas.openxmlformats.org/drawingml/2006/main">
            <a:gdLst>
              <a:gd name="connsiteX0" fmla="*/ 136343 w 151468"/>
              <a:gd name="connsiteY0" fmla="*/ 17571 h 191270"/>
              <a:gd name="connsiteX1" fmla="*/ 115866 w 151468"/>
              <a:gd name="connsiteY1" fmla="*/ 4831 h 191270"/>
              <a:gd name="connsiteX2" fmla="*/ 85359 w 151468"/>
              <a:gd name="connsiteY2" fmla="*/ 0 h 191270"/>
              <a:gd name="connsiteX3" fmla="*/ 0 w 151468"/>
              <a:gd name="connsiteY3" fmla="*/ 0 h 191270"/>
              <a:gd name="connsiteX4" fmla="*/ 0 w 151468"/>
              <a:gd name="connsiteY4" fmla="*/ 191270 h 191270"/>
              <a:gd name="connsiteX5" fmla="*/ 41210 w 151468"/>
              <a:gd name="connsiteY5" fmla="*/ 191270 h 191270"/>
              <a:gd name="connsiteX6" fmla="*/ 41210 w 151468"/>
              <a:gd name="connsiteY6" fmla="*/ 113307 h 191270"/>
              <a:gd name="connsiteX7" fmla="*/ 85359 w 151468"/>
              <a:gd name="connsiteY7" fmla="*/ 113307 h 191270"/>
              <a:gd name="connsiteX8" fmla="*/ 115866 w 151468"/>
              <a:gd name="connsiteY8" fmla="*/ 108489 h 191270"/>
              <a:gd name="connsiteX9" fmla="*/ 136343 w 151468"/>
              <a:gd name="connsiteY9" fmla="*/ 95750 h 191270"/>
              <a:gd name="connsiteX10" fmla="*/ 147855 w 151468"/>
              <a:gd name="connsiteY10" fmla="*/ 77571 h 191270"/>
              <a:gd name="connsiteX11" fmla="*/ 151468 w 151468"/>
              <a:gd name="connsiteY11" fmla="*/ 56667 h 191270"/>
              <a:gd name="connsiteX12" fmla="*/ 147855 w 151468"/>
              <a:gd name="connsiteY12" fmla="*/ 35641 h 191270"/>
              <a:gd name="connsiteX13" fmla="*/ 136343 w 151468"/>
              <a:gd name="connsiteY13" fmla="*/ 17584 h 191270"/>
              <a:gd name="connsiteX14" fmla="*/ 107710 w 151468"/>
              <a:gd name="connsiteY14" fmla="*/ 67612 h 191270"/>
              <a:gd name="connsiteX15" fmla="*/ 99554 w 151468"/>
              <a:gd name="connsiteY15" fmla="*/ 74076 h 191270"/>
              <a:gd name="connsiteX16" fmla="*/ 87786 w 151468"/>
              <a:gd name="connsiteY16" fmla="*/ 77167 h 191270"/>
              <a:gd name="connsiteX17" fmla="*/ 73874 w 151468"/>
              <a:gd name="connsiteY17" fmla="*/ 77963 h 191270"/>
              <a:gd name="connsiteX18" fmla="*/ 41224 w 151468"/>
              <a:gd name="connsiteY18" fmla="*/ 77963 h 191270"/>
              <a:gd name="connsiteX19" fmla="*/ 41224 w 151468"/>
              <a:gd name="connsiteY19" fmla="*/ 35371 h 191270"/>
              <a:gd name="connsiteX20" fmla="*/ 73874 w 151468"/>
              <a:gd name="connsiteY20" fmla="*/ 35371 h 191270"/>
              <a:gd name="connsiteX21" fmla="*/ 87786 w 151468"/>
              <a:gd name="connsiteY21" fmla="*/ 36168 h 191270"/>
              <a:gd name="connsiteX22" fmla="*/ 99554 w 151468"/>
              <a:gd name="connsiteY22" fmla="*/ 39258 h 191270"/>
              <a:gd name="connsiteX23" fmla="*/ 107710 w 151468"/>
              <a:gd name="connsiteY23" fmla="*/ 45722 h 191270"/>
              <a:gd name="connsiteX24" fmla="*/ 110784 w 151468"/>
              <a:gd name="connsiteY24" fmla="*/ 56667 h 191270"/>
              <a:gd name="connsiteX25" fmla="*/ 107710 w 151468"/>
              <a:gd name="connsiteY25" fmla="*/ 67612 h 191270"/>
            </a:gdLst>
            <a:rect l="l" t="t" r="r" b="b"/>
            <a:pathLst>
              <a:path w="151468" h="191270">
                <a:moveTo>
                  <a:pt x="136343" y="17571"/>
                </a:moveTo>
                <a:cubicBezTo>
                  <a:pt x="131072" y="12294"/>
                  <a:pt x="124251" y="8043"/>
                  <a:pt x="115866" y="4831"/>
                </a:cubicBezTo>
                <a:cubicBezTo>
                  <a:pt x="107481" y="1619"/>
                  <a:pt x="97303" y="0"/>
                  <a:pt x="85359" y="0"/>
                </a:cubicBezTo>
                <a:lnTo>
                  <a:pt x="0" y="0"/>
                </a:lnTo>
                <a:lnTo>
                  <a:pt x="0" y="191270"/>
                </a:lnTo>
                <a:lnTo>
                  <a:pt x="41210" y="191270"/>
                </a:lnTo>
                <a:lnTo>
                  <a:pt x="41210" y="113307"/>
                </a:lnTo>
                <a:lnTo>
                  <a:pt x="85359" y="113307"/>
                </a:lnTo>
                <a:cubicBezTo>
                  <a:pt x="97303" y="113307"/>
                  <a:pt x="107481" y="111701"/>
                  <a:pt x="115866" y="108489"/>
                </a:cubicBezTo>
                <a:cubicBezTo>
                  <a:pt x="124251" y="105277"/>
                  <a:pt x="131072" y="101026"/>
                  <a:pt x="136343" y="95750"/>
                </a:cubicBezTo>
                <a:cubicBezTo>
                  <a:pt x="141600" y="90473"/>
                  <a:pt x="145442" y="84414"/>
                  <a:pt x="147855" y="77571"/>
                </a:cubicBezTo>
                <a:cubicBezTo>
                  <a:pt x="150268" y="70729"/>
                  <a:pt x="151468" y="63766"/>
                  <a:pt x="151468" y="56667"/>
                </a:cubicBezTo>
                <a:cubicBezTo>
                  <a:pt x="151468" y="49569"/>
                  <a:pt x="150268" y="42402"/>
                  <a:pt x="147855" y="35641"/>
                </a:cubicBezTo>
                <a:cubicBezTo>
                  <a:pt x="145442" y="28880"/>
                  <a:pt x="141614" y="22861"/>
                  <a:pt x="136343" y="17584"/>
                </a:cubicBezTo>
                <a:close/>
                <a:moveTo>
                  <a:pt x="107710" y="67612"/>
                </a:moveTo>
                <a:cubicBezTo>
                  <a:pt x="105661" y="70392"/>
                  <a:pt x="102938" y="72551"/>
                  <a:pt x="99554" y="74076"/>
                </a:cubicBezTo>
                <a:cubicBezTo>
                  <a:pt x="96157" y="75601"/>
                  <a:pt x="92234" y="76627"/>
                  <a:pt x="87786" y="77167"/>
                </a:cubicBezTo>
                <a:cubicBezTo>
                  <a:pt x="83324" y="77693"/>
                  <a:pt x="78686" y="77963"/>
                  <a:pt x="73874" y="77963"/>
                </a:cubicBezTo>
                <a:lnTo>
                  <a:pt x="41224" y="77963"/>
                </a:lnTo>
                <a:lnTo>
                  <a:pt x="41224" y="35371"/>
                </a:lnTo>
                <a:lnTo>
                  <a:pt x="73874" y="35371"/>
                </a:lnTo>
                <a:cubicBezTo>
                  <a:pt x="78686" y="35371"/>
                  <a:pt x="83324" y="35641"/>
                  <a:pt x="87786" y="36168"/>
                </a:cubicBezTo>
                <a:cubicBezTo>
                  <a:pt x="92248" y="36694"/>
                  <a:pt x="96171" y="37733"/>
                  <a:pt x="99554" y="39258"/>
                </a:cubicBezTo>
                <a:cubicBezTo>
                  <a:pt x="102938" y="40783"/>
                  <a:pt x="105661" y="42942"/>
                  <a:pt x="107710" y="45722"/>
                </a:cubicBezTo>
                <a:cubicBezTo>
                  <a:pt x="109759" y="48502"/>
                  <a:pt x="110784" y="52160"/>
                  <a:pt x="110784" y="56667"/>
                </a:cubicBezTo>
                <a:cubicBezTo>
                  <a:pt x="110784" y="61175"/>
                  <a:pt x="109759" y="64832"/>
                  <a:pt x="107710" y="67612"/>
                </a:cubicBez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3" name="Forme libre 12">
            <a:extLst xmlns:a="http://schemas.openxmlformats.org/drawingml/2006/main">
              <a:ext uri="{FF2B5EF4-FFF2-40B4-BE49-F238E27FC236}">
                <a16:creationId xmlns:a16="http://schemas.microsoft.com/office/drawing/2014/main" id="{5B115CEE-A940-BE26-2B43-166F8314B6E7}"/>
              </a:ext>
            </a:extLst>
          </p:cNvPr>
          <p:cNvSpPr>
            <a:spLocks xmlns:a="http://schemas.openxmlformats.org/drawingml/2006/main" noGrp="1"/>
          </p:cNvSpPr>
          <p:nvPr/>
        </p:nvSpPr>
        <p:spPr>
          <a:xfrm xmlns:a="http://schemas.openxmlformats.org/drawingml/2006/main">
            <a:off x="1074937" y="335968"/>
            <a:ext cx="138203" cy="191269"/>
          </a:xfrm>
          <a:custGeom xmlns:a="http://schemas.openxmlformats.org/drawingml/2006/main">
            <a:gdLst>
              <a:gd name="connsiteX0" fmla="*/ 41197 w 138203"/>
              <a:gd name="connsiteY0" fmla="*/ 155899 h 191269"/>
              <a:gd name="connsiteX1" fmla="*/ 41197 w 138203"/>
              <a:gd name="connsiteY1" fmla="*/ 0 h 191269"/>
              <a:gd name="connsiteX2" fmla="*/ 0 w 138203"/>
              <a:gd name="connsiteY2" fmla="*/ 0 h 191269"/>
              <a:gd name="connsiteX3" fmla="*/ 0 w 138203"/>
              <a:gd name="connsiteY3" fmla="*/ 191270 h 191269"/>
              <a:gd name="connsiteX4" fmla="*/ 138203 w 138203"/>
              <a:gd name="connsiteY4" fmla="*/ 191270 h 191269"/>
              <a:gd name="connsiteX5" fmla="*/ 138203 w 138203"/>
              <a:gd name="connsiteY5" fmla="*/ 155899 h 191269"/>
              <a:gd name="connsiteX6" fmla="*/ 41197 w 138203"/>
              <a:gd name="connsiteY6" fmla="*/ 155899 h 191269"/>
            </a:gdLst>
            <a:rect l="l" t="t" r="r" b="b"/>
            <a:pathLst>
              <a:path w="138203" h="191269">
                <a:moveTo>
                  <a:pt x="41197" y="155899"/>
                </a:moveTo>
                <a:lnTo>
                  <a:pt x="41197" y="0"/>
                </a:lnTo>
                <a:lnTo>
                  <a:pt x="0" y="0"/>
                </a:lnTo>
                <a:lnTo>
                  <a:pt x="0" y="191270"/>
                </a:lnTo>
                <a:lnTo>
                  <a:pt x="138203" y="191270"/>
                </a:lnTo>
                <a:lnTo>
                  <a:pt x="138203" y="155899"/>
                </a:lnTo>
                <a:lnTo>
                  <a:pt x="41197" y="155899"/>
                </a:ln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4" name="Forme libre 13">
            <a:extLst xmlns:a="http://schemas.openxmlformats.org/drawingml/2006/main">
              <a:ext uri="{FF2B5EF4-FFF2-40B4-BE49-F238E27FC236}">
                <a16:creationId xmlns:a16="http://schemas.microsoft.com/office/drawing/2014/main" id="{2C4287DA-CF08-EA83-E364-FECE99038CA8}"/>
              </a:ext>
            </a:extLst>
          </p:cNvPr>
          <p:cNvSpPr>
            <a:spLocks xmlns:a="http://schemas.openxmlformats.org/drawingml/2006/main" noGrp="1"/>
          </p:cNvSpPr>
          <p:nvPr/>
        </p:nvSpPr>
        <p:spPr>
          <a:xfrm xmlns:a="http://schemas.openxmlformats.org/drawingml/2006/main">
            <a:off x="906874" y="335968"/>
            <a:ext cx="138216" cy="77949"/>
          </a:xfrm>
          <a:custGeom xmlns:a="http://schemas.openxmlformats.org/drawingml/2006/main">
            <a:gdLst>
              <a:gd name="connsiteX0" fmla="*/ 0 w 138216"/>
              <a:gd name="connsiteY0" fmla="*/ 77949 h 77949"/>
              <a:gd name="connsiteX1" fmla="*/ 41210 w 138216"/>
              <a:gd name="connsiteY1" fmla="*/ 77949 h 77949"/>
              <a:gd name="connsiteX2" fmla="*/ 41210 w 138216"/>
              <a:gd name="connsiteY2" fmla="*/ 35358 h 77949"/>
              <a:gd name="connsiteX3" fmla="*/ 138217 w 138216"/>
              <a:gd name="connsiteY3" fmla="*/ 35358 h 77949"/>
              <a:gd name="connsiteX4" fmla="*/ 138217 w 138216"/>
              <a:gd name="connsiteY4" fmla="*/ 0 h 77949"/>
              <a:gd name="connsiteX5" fmla="*/ 0 w 138216"/>
              <a:gd name="connsiteY5" fmla="*/ 0 h 77949"/>
              <a:gd name="connsiteX6" fmla="*/ 0 w 138216"/>
              <a:gd name="connsiteY6" fmla="*/ 77949 h 77949"/>
            </a:gdLst>
            <a:rect l="l" t="t" r="r" b="b"/>
            <a:pathLst>
              <a:path w="138216" h="77949">
                <a:moveTo>
                  <a:pt x="0" y="77949"/>
                </a:moveTo>
                <a:lnTo>
                  <a:pt x="41210" y="77949"/>
                </a:lnTo>
                <a:lnTo>
                  <a:pt x="41210" y="35358"/>
                </a:lnTo>
                <a:lnTo>
                  <a:pt x="138217" y="35358"/>
                </a:lnTo>
                <a:lnTo>
                  <a:pt x="138217" y="0"/>
                </a:lnTo>
                <a:lnTo>
                  <a:pt x="0" y="0"/>
                </a:lnTo>
                <a:lnTo>
                  <a:pt x="0" y="77949"/>
                </a:ln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5" name="Forme libre 14">
            <a:extLst xmlns:a="http://schemas.openxmlformats.org/drawingml/2006/main">
              <a:ext uri="{FF2B5EF4-FFF2-40B4-BE49-F238E27FC236}">
                <a16:creationId xmlns:a16="http://schemas.microsoft.com/office/drawing/2014/main" id="{816D4154-ADD8-7CD7-5EE4-31C06E12F124}"/>
              </a:ext>
            </a:extLst>
          </p:cNvPr>
          <p:cNvSpPr>
            <a:spLocks xmlns:a="http://schemas.openxmlformats.org/drawingml/2006/main" noGrp="1"/>
          </p:cNvSpPr>
          <p:nvPr/>
        </p:nvSpPr>
        <p:spPr>
          <a:xfrm xmlns:a="http://schemas.openxmlformats.org/drawingml/2006/main">
            <a:off x="906874" y="449275"/>
            <a:ext cx="41210" cy="77949"/>
          </a:xfrm>
          <a:custGeom xmlns:a="http://schemas.openxmlformats.org/drawingml/2006/main">
            <a:gdLst>
              <a:gd name="connsiteX0" fmla="*/ 0 w 41210"/>
              <a:gd name="connsiteY0" fmla="*/ 0 h 77949"/>
              <a:gd name="connsiteX1" fmla="*/ 41210 w 41210"/>
              <a:gd name="connsiteY1" fmla="*/ 0 h 77949"/>
              <a:gd name="connsiteX2" fmla="*/ 41210 w 41210"/>
              <a:gd name="connsiteY2" fmla="*/ 77949 h 77949"/>
              <a:gd name="connsiteX3" fmla="*/ 0 w 41210"/>
              <a:gd name="connsiteY3" fmla="*/ 77949 h 77949"/>
            </a:gdLst>
            <a:rect l="l" t="t" r="r" b="b"/>
            <a:pathLst>
              <a:path w="41210" h="77949">
                <a:moveTo>
                  <a:pt x="0" y="0"/>
                </a:moveTo>
                <a:lnTo>
                  <a:pt x="41210" y="0"/>
                </a:lnTo>
                <a:lnTo>
                  <a:pt x="41210" y="77949"/>
                </a:lnTo>
                <a:lnTo>
                  <a:pt x="0" y="77949"/>
                </a:ln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6" name="Forme libre 15">
            <a:extLst xmlns:a="http://schemas.openxmlformats.org/drawingml/2006/main">
              <a:ext uri="{FF2B5EF4-FFF2-40B4-BE49-F238E27FC236}">
                <a16:creationId xmlns:a16="http://schemas.microsoft.com/office/drawing/2014/main" id="{0A5651A8-D780-F7AB-9F78-EFD12AA98E74}"/>
              </a:ext>
            </a:extLst>
          </p:cNvPr>
          <p:cNvSpPr>
            <a:spLocks xmlns:a="http://schemas.openxmlformats.org/drawingml/2006/main" noGrp="1"/>
          </p:cNvSpPr>
          <p:nvPr/>
        </p:nvSpPr>
        <p:spPr>
          <a:xfrm xmlns:a="http://schemas.openxmlformats.org/drawingml/2006/main">
            <a:off x="948084" y="413918"/>
            <a:ext cx="88715" cy="35357"/>
          </a:xfrm>
          <a:custGeom xmlns:a="http://schemas.openxmlformats.org/drawingml/2006/main">
            <a:gdLst>
              <a:gd name="connsiteX0" fmla="*/ 0 w 88715"/>
              <a:gd name="connsiteY0" fmla="*/ 0 h 35357"/>
              <a:gd name="connsiteX1" fmla="*/ 88716 w 88715"/>
              <a:gd name="connsiteY1" fmla="*/ 0 h 35357"/>
              <a:gd name="connsiteX2" fmla="*/ 88716 w 88715"/>
              <a:gd name="connsiteY2" fmla="*/ 35358 h 35357"/>
              <a:gd name="connsiteX3" fmla="*/ 0 w 88715"/>
              <a:gd name="connsiteY3" fmla="*/ 35358 h 35357"/>
            </a:gdLst>
            <a:rect l="l" t="t" r="r" b="b"/>
            <a:pathLst>
              <a:path w="88715" h="35357">
                <a:moveTo>
                  <a:pt x="0" y="0"/>
                </a:moveTo>
                <a:lnTo>
                  <a:pt x="88716" y="0"/>
                </a:lnTo>
                <a:lnTo>
                  <a:pt x="88716" y="35358"/>
                </a:lnTo>
                <a:lnTo>
                  <a:pt x="0" y="35358"/>
                </a:lnTo>
                <a:close/>
              </a:path>
            </a:pathLst>
          </a:custGeom>
          <a:solidFill xmlns:a="http://schemas.openxmlformats.org/drawingml/2006/main">
            <a:schemeClr val="bg1"/>
          </a:solidFill>
          <a:ln xmlns:a="http://schemas.openxmlformats.org/drawingml/2006/main" w="1343">
            <a:noFill/>
            <a:prstDash val="solid"/>
          </a:ln>
        </p:spPr>
        <p:txBody>
          <a:bodyPr xmlns:a="http://schemas.openxmlformats.org/drawingml/2006/main" anchor="ctr"/>
          <a:lstStyle xmlns:a="http://schemas.openxmlformats.org/drawingml/2006/main"/>
          <a:p xmlns:a="http://schemas.openxmlformats.org/drawingml/2006/main">
            <a:endParaRPr/>
          </a:p>
        </p:txBody>
      </p:sp>
      <p:sp>
        <p:nvSpPr>
          <p:cNvPr id="17" name="Espace réservé de la date 16">
            <a:extLst xmlns:a="http://schemas.openxmlformats.org/drawingml/2006/main">
              <a:ext uri="{FF2B5EF4-FFF2-40B4-BE49-F238E27FC236}">
                <a16:creationId xmlns:a16="http://schemas.microsoft.com/office/drawing/2014/main" id="{309FD214-C446-3C8F-AD11-A249F4B5998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r>
              <a:t>EPFL AT A GLANCE</a:t>
            </a:r>
            <a:endParaRPr/>
          </a:p>
        </p:txBody>
      </p:sp>
      <p:sp>
        <p:nvSpPr>
          <p:cNvPr id="18" name="Espace réservé du pied de page 17">
            <a:extLst xmlns:a="http://schemas.openxmlformats.org/drawingml/2006/main">
              <a:ext uri="{FF2B5EF4-FFF2-40B4-BE49-F238E27FC236}">
                <a16:creationId xmlns:a16="http://schemas.microsoft.com/office/drawing/2014/main" id="{1A7428E5-FF5A-76BD-D93B-8D61D542AB1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endParaRPr/>
          </a:p>
        </p:txBody>
      </p:sp>
      <p:sp>
        <p:nvSpPr>
          <p:cNvPr id="19" name="Espace réservé du numéro de diapositive 18">
            <a:extLst xmlns:a="http://schemas.openxmlformats.org/drawingml/2006/main">
              <a:ext uri="{FF2B5EF4-FFF2-40B4-BE49-F238E27FC236}">
                <a16:creationId xmlns:a16="http://schemas.microsoft.com/office/drawing/2014/main" id="{43662181-82C7-FB2E-AD48-A29433AC1A0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bg1"/>
                </a:solidFill>
              </a:defRPr>
            </a:lvl1pPr>
          </a:lstStyle>
          <a:p xmlns:a="http://schemas.openxmlformats.org/drawingml/2006/main">
            <a:fld id="{E1E1CD7C-2161-7D43-862E-CE4C333CD873}" type="slidenum">
              <a:t>‹#›</a:t>
            </a:fld>
            <a:endParaRPr/>
          </a:p>
        </p:txBody>
      </p:sp>
    </p:spTree>
  </p:cSld>
</p:sldLayout>
</file>

<file path=ppt/slideLayouts/slideLayout22.xml><?xml version="1.0" encoding="utf-8"?>
<p:sldLayout xmlns:p="http://schemas.openxmlformats.org/presentationml/2006/main" preserve="1" userDrawn="1">
  <p:cSld name="2 columns">
    <p:spTree>
      <p:nvGrpSpPr>
        <p:cNvPr id="1" name=""/>
        <p:cNvGrpSpPr/>
        <p:nvPr/>
      </p:nvGrpSpPr>
      <p:grpSpPr>
        <a:xfrm xmlns:a="http://schemas.openxmlformats.org/drawingml/2006/main"/>
      </p:grpSpPr>
      <p:sp>
        <p:nvSpPr>
          <p:cNvPr id="5" name="Espace réservé du contenu 4">
            <a:extLst xmlns:a="http://schemas.openxmlformats.org/drawingml/2006/main">
              <a:ext uri="{FF2B5EF4-FFF2-40B4-BE49-F238E27FC236}">
                <a16:creationId xmlns:a16="http://schemas.microsoft.com/office/drawing/2014/main" id="{66DCA857-BB38-4F22-E8B1-B4ED66B54DB5}"/>
              </a:ext>
            </a:extLst>
          </p:cNvPr>
          <p:cNvSpPr>
            <a:spLocks xmlns:a="http://schemas.openxmlformats.org/drawingml/2006/main" noGrp="1"/>
          </p:cNvSpPr>
          <p:nvPr>
            <p:ph idx="13"/>
          </p:nvPr>
        </p:nvSpPr>
        <p:spPr>
          <a:xfrm xmlns:a="http://schemas.openxmlformats.org/drawingml/2006/main">
            <a:off x="550864" y="3122044"/>
            <a:ext cx="5473699" cy="3402581"/>
          </a:xfrm>
        </p:spPr>
        <p:txBody>
          <a:bodyPr xmlns:a="http://schemas.openxmlformats.org/drawingml/2006/main">
            <a:noAutofit/>
          </a:bodyPr>
          <a:lstStyle xmlns:a="http://schemas.openxmlformats.org/drawingml/2006/main">
            <a:lvl1pPr>
              <a:buNone/>
              <a:defRPr sz="2000">
                <a:latin typeface="+mn-lt"/>
                <a:ea typeface="+mn-lt"/>
                <a:cs typeface="+mn-lt"/>
              </a:defRPr>
            </a:lvl1pPr>
            <a:lvl2pPr>
              <a:buNone/>
              <a:defRPr sz="2000">
                <a:latin typeface="+mn-lt"/>
                <a:ea typeface="+mn-lt"/>
                <a:cs typeface="+mn-lt"/>
              </a:defRPr>
            </a:lvl2pPr>
            <a:lvl3pPr>
              <a:buNone/>
              <a:defRPr sz="2000">
                <a:latin typeface="+mn-lt"/>
                <a:ea typeface="+mn-lt"/>
                <a:cs typeface="+mn-lt"/>
              </a:defRPr>
            </a:lvl3pPr>
            <a:lvl4pPr>
              <a:buNone/>
              <a:defRPr sz="2000">
                <a:latin typeface="+mn-lt"/>
                <a:ea typeface="+mn-lt"/>
                <a:cs typeface="+mn-lt"/>
              </a:defRPr>
            </a:lvl4pPr>
            <a:lvl5pPr>
              <a:buNone/>
              <a:defRPr sz="2000">
                <a:latin typeface="+mn-lt"/>
                <a:ea typeface="+mn-lt"/>
                <a:cs typeface="+mn-lt"/>
              </a:defRPr>
            </a:lvl5pPr>
          </a:lstStyle>
          <a:p xmlns:a="http://schemas.openxmlformats.org/drawingml/2006/main">
            <a:pPr lvl="0">
              <a:buNone/>
            </a:pPr>
            <a:r>
              <a:t>Cliquez pour modifier les styles du texte du masque</a:t>
            </a:r>
          </a:p>
          <a:p xmlns:a="http://schemas.openxmlformats.org/drawingml/2006/main">
            <a:pPr lvl="1">
              <a:buNone/>
            </a:pPr>
            <a:r>
              <a:t>Deuxième niveau</a:t>
            </a:r>
          </a:p>
          <a:p xmlns:a="http://schemas.openxmlformats.org/drawingml/2006/main">
            <a:pPr lvl="2">
              <a:buNone/>
            </a:pPr>
            <a:r>
              <a:t>Troisième niveau</a:t>
            </a:r>
          </a:p>
          <a:p xmlns:a="http://schemas.openxmlformats.org/drawingml/2006/main">
            <a:pPr lvl="3">
              <a:buNone/>
            </a:pPr>
            <a:r>
              <a:t>Quatrième niveau</a:t>
            </a:r>
          </a:p>
          <a:p xmlns:a="http://schemas.openxmlformats.org/drawingml/2006/main">
            <a:pPr lvl="4">
              <a:buNone/>
            </a:pPr>
            <a:r>
              <a:t>Cinquième niveau</a:t>
            </a:r>
            <a:endParaRPr/>
          </a:p>
        </p:txBody>
      </p:sp>
      <p:sp>
        <p:nvSpPr>
          <p:cNvPr id="2" name="Titre 1">
            <a:extLst xmlns:a="http://schemas.openxmlformats.org/drawingml/2006/main">
              <a:ext uri="{FF2B5EF4-FFF2-40B4-BE49-F238E27FC236}">
                <a16:creationId xmlns:a16="http://schemas.microsoft.com/office/drawing/2014/main" id="{57A40193-4ECA-C390-17D8-77665F45F617}"/>
              </a:ext>
            </a:extLst>
          </p:cNvPr>
          <p:cNvSpPr>
            <a:spLocks xmlns:a="http://schemas.openxmlformats.org/drawingml/2006/main" noGrp="1"/>
          </p:cNvSpPr>
          <p:nvPr>
            <p:ph type="title" idx="0"/>
          </p:nvPr>
        </p:nvSpPr>
        <p:spPr>
          <a:xfrm xmlns:a="http://schemas.openxmlformats.org/drawingml/2006/main">
            <a:off x="526000" y="628493"/>
            <a:ext cx="4537075" cy="2106613"/>
          </a:xfrm>
        </p:spPr>
        <p:txBody>
          <a:bodyPr xmlns:a="http://schemas.openxmlformats.org/drawingml/2006/main"/>
          <a:lstStyle xmlns:a="http://schemas.openxmlformats.org/drawingml/2006/main"/>
          <a:p xmlns:a="http://schemas.openxmlformats.org/drawingml/2006/main">
            <a:r>
              <a:t>Modifiez le style du titre</a:t>
            </a:r>
            <a:endParaRPr/>
          </a:p>
        </p:txBody>
      </p:sp>
      <p:sp>
        <p:nvSpPr>
          <p:cNvPr id="13" name="Espace réservé du contenu 12">
            <a:extLst xmlns:a="http://schemas.openxmlformats.org/drawingml/2006/main">
              <a:ext uri="{FF2B5EF4-FFF2-40B4-BE49-F238E27FC236}">
                <a16:creationId xmlns:a16="http://schemas.microsoft.com/office/drawing/2014/main" id="{2766985E-E042-88C9-5445-DE58D07BF534}"/>
              </a:ext>
            </a:extLst>
          </p:cNvPr>
          <p:cNvSpPr>
            <a:spLocks xmlns:a="http://schemas.openxmlformats.org/drawingml/2006/main" noGrp="1"/>
          </p:cNvSpPr>
          <p:nvPr>
            <p:ph idx="14"/>
          </p:nvPr>
        </p:nvSpPr>
        <p:spPr>
          <a:xfrm xmlns:a="http://schemas.openxmlformats.org/drawingml/2006/main">
            <a:off x="6181726" y="3122613"/>
            <a:ext cx="5473699" cy="3417887"/>
          </a:xfrm>
        </p:spPr>
        <p:txBody>
          <a:bodyPr xmlns:a="http://schemas.openxmlformats.org/drawingml/2006/main">
            <a:noAutofit/>
          </a:bodyPr>
          <a:lstStyle xmlns:a="http://schemas.openxmlformats.org/drawingml/2006/main">
            <a:lvl1pPr>
              <a:buNone/>
              <a:defRPr sz="2000"/>
            </a:lvl1pPr>
            <a:lvl2pPr>
              <a:buNone/>
              <a:defRPr sz="2000"/>
            </a:lvl2pPr>
            <a:lvl3pPr>
              <a:buNone/>
              <a:defRPr sz="1800"/>
            </a:lvl3pPr>
            <a:lvl4pPr>
              <a:buNone/>
              <a:defRPr sz="1600"/>
            </a:lvl4pPr>
            <a:lvl5pPr>
              <a:buNone/>
              <a:defRPr sz="1600"/>
            </a:lvl5pPr>
          </a:lstStyle>
          <a:p xmlns:a="http://schemas.openxmlformats.org/drawingml/2006/main">
            <a:pPr lvl="0">
              <a:buNone/>
            </a:pPr>
            <a:r>
              <a:t>Cliquez pour modifier les styles du texte du masque</a:t>
            </a:r>
          </a:p>
          <a:p xmlns:a="http://schemas.openxmlformats.org/drawingml/2006/main">
            <a:pPr lvl="1">
              <a:buNone/>
            </a:pPr>
            <a:r>
              <a:t>Deuxième niveau</a:t>
            </a:r>
          </a:p>
          <a:p xmlns:a="http://schemas.openxmlformats.org/drawingml/2006/main">
            <a:pPr lvl="2">
              <a:buNone/>
            </a:pPr>
            <a:r>
              <a:t>Troisième niveau</a:t>
            </a:r>
          </a:p>
          <a:p xmlns:a="http://schemas.openxmlformats.org/drawingml/2006/main">
            <a:pPr lvl="3">
              <a:buNone/>
            </a:pPr>
            <a:r>
              <a:t>Quatrième niveau</a:t>
            </a:r>
          </a:p>
          <a:p xmlns:a="http://schemas.openxmlformats.org/drawingml/2006/main">
            <a:pPr lvl="4">
              <a:buNone/>
            </a:pPr>
            <a:r>
              <a:t>Cinquième niveau</a:t>
            </a:r>
            <a:endParaRPr/>
          </a:p>
        </p:txBody>
      </p:sp>
      <p:sp>
        <p:nvSpPr>
          <p:cNvPr id="6" name="Espace réservé de la date 5">
            <a:extLst xmlns:a="http://schemas.openxmlformats.org/drawingml/2006/main">
              <a:ext uri="{FF2B5EF4-FFF2-40B4-BE49-F238E27FC236}">
                <a16:creationId xmlns:a16="http://schemas.microsoft.com/office/drawing/2014/main" id="{7C99EA67-017D-5E36-3D31-35C78A903850}"/>
              </a:ext>
            </a:extLst>
          </p:cNvPr>
          <p:cNvSpPr>
            <a:spLocks xmlns:a="http://schemas.openxmlformats.org/drawingml/2006/main" noGrp="1"/>
          </p:cNvSpPr>
          <p:nvPr>
            <p:ph type="dt" idx="15"/>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7" name="Espace réservé du pied de page 6">
            <a:extLst xmlns:a="http://schemas.openxmlformats.org/drawingml/2006/main">
              <a:ext uri="{FF2B5EF4-FFF2-40B4-BE49-F238E27FC236}">
                <a16:creationId xmlns:a16="http://schemas.microsoft.com/office/drawing/2014/main" id="{3DA3C390-B7C6-FDDC-B2F4-FDC4F9A94192}"/>
              </a:ext>
            </a:extLst>
          </p:cNvPr>
          <p:cNvSpPr>
            <a:spLocks xmlns:a="http://schemas.openxmlformats.org/drawingml/2006/main" noGrp="1"/>
          </p:cNvSpPr>
          <p:nvPr>
            <p:ph type="ftr" idx="16"/>
          </p:nvPr>
        </p:nvSpPr>
        <p:spPr/>
        <p:txBody>
          <a:bodyPr xmlns:a="http://schemas.openxmlformats.org/drawingml/2006/main"/>
          <a:lstStyle xmlns:a="http://schemas.openxmlformats.org/drawingml/2006/main"/>
          <a:p xmlns:a="http://schemas.openxmlformats.org/drawingml/2006/main">
            <a:endParaRPr/>
          </a:p>
        </p:txBody>
      </p:sp>
      <p:sp>
        <p:nvSpPr>
          <p:cNvPr id="8" name="Espace réservé du numéro de diapositive 7">
            <a:extLst xmlns:a="http://schemas.openxmlformats.org/drawingml/2006/main">
              <a:ext uri="{FF2B5EF4-FFF2-40B4-BE49-F238E27FC236}">
                <a16:creationId xmlns:a16="http://schemas.microsoft.com/office/drawing/2014/main" id="{8E95600B-BF9C-E9AB-B807-83458E4CC7A9}"/>
              </a:ext>
            </a:extLst>
          </p:cNvPr>
          <p:cNvSpPr>
            <a:spLocks xmlns:a="http://schemas.openxmlformats.org/drawingml/2006/main" noGrp="1"/>
          </p:cNvSpPr>
          <p:nvPr>
            <p:ph type="sldNum" idx="17"/>
          </p:nvPr>
        </p:nvSpPr>
        <p:spPr/>
        <p:txBody>
          <a:bodyPr xmlns:a="http://schemas.openxmlformats.org/drawingml/2006/main"/>
          <a:lstStyle xmlns:a="http://schemas.openxmlformats.org/drawingml/2006/main"/>
          <a:p xmlns:a="http://schemas.openxmlformats.org/drawingml/2006/main">
            <a:fld id="{E1E1CD7C-2161-7D43-862E-CE4C333CD873}" type="slidenum">
              <a:t>‹#›</a:t>
            </a:fld>
            <a:endParaRPr/>
          </a:p>
        </p:txBody>
      </p:sp>
    </p:spTree>
  </p:cSld>
</p:sldLayout>
</file>

<file path=ppt/slideLayouts/slideLayout23.xml><?xml version="1.0" encoding="utf-8"?>
<p:sldLayout xmlns:p="http://schemas.openxmlformats.org/presentationml/2006/main" preserve="1" userDrawn="1">
  <p:cSld name="3 columns 1">
    <p:spTree>
      <p:nvGrpSpPr>
        <p:cNvPr id="1" name=""/>
        <p:cNvGrpSpPr/>
        <p:nvPr/>
      </p:nvGrpSpPr>
      <p:grpSpPr>
        <a:xfrm xmlns:a="http://schemas.openxmlformats.org/drawingml/2006/main"/>
      </p:grpSpPr>
      <p:sp>
        <p:nvSpPr>
          <p:cNvPr id="5" name="Espace réservé du contenu 4">
            <a:extLst xmlns:a="http://schemas.openxmlformats.org/drawingml/2006/main">
              <a:ext uri="{FF2B5EF4-FFF2-40B4-BE49-F238E27FC236}">
                <a16:creationId xmlns:a16="http://schemas.microsoft.com/office/drawing/2014/main" id="{66DCA857-BB38-4F22-E8B1-B4ED66B54DB5}"/>
              </a:ext>
            </a:extLst>
          </p:cNvPr>
          <p:cNvSpPr>
            <a:spLocks xmlns:a="http://schemas.openxmlformats.org/drawingml/2006/main" noGrp="1"/>
          </p:cNvSpPr>
          <p:nvPr>
            <p:ph idx="13"/>
          </p:nvPr>
        </p:nvSpPr>
        <p:spPr>
          <a:xfrm xmlns:a="http://schemas.openxmlformats.org/drawingml/2006/main">
            <a:off x="550864" y="3122044"/>
            <a:ext cx="3600449" cy="3402581"/>
          </a:xfrm>
        </p:spPr>
        <p:txBody>
          <a:bodyPr xmlns:a="http://schemas.openxmlformats.org/drawingml/2006/main">
            <a:noAutofit/>
          </a:bodyPr>
          <a:lstStyle xmlns:a="http://schemas.openxmlformats.org/drawingml/2006/main">
            <a:lvl1pPr>
              <a:buNone/>
              <a:defRPr sz="2000">
                <a:latin typeface="+mn-lt"/>
                <a:ea typeface="+mn-lt"/>
                <a:cs typeface="+mn-lt"/>
              </a:defRPr>
            </a:lvl1pPr>
            <a:lvl2pPr marL="447675" indent="-157163">
              <a:buNone/>
              <a:defRPr sz="2000">
                <a:latin typeface="+mn-lt"/>
                <a:ea typeface="+mn-lt"/>
                <a:cs typeface="+mn-lt"/>
              </a:defRPr>
            </a:lvl2pPr>
            <a:lvl3pPr>
              <a:buNone/>
              <a:defRPr sz="2000">
                <a:latin typeface="+mn-lt"/>
                <a:ea typeface="+mn-lt"/>
                <a:cs typeface="+mn-lt"/>
              </a:defRPr>
            </a:lvl3pPr>
            <a:lvl4pPr>
              <a:buNone/>
              <a:defRPr sz="2000">
                <a:latin typeface="+mn-lt"/>
                <a:ea typeface="+mn-lt"/>
                <a:cs typeface="+mn-lt"/>
              </a:defRPr>
            </a:lvl4pPr>
            <a:lvl5pPr>
              <a:buNone/>
              <a:defRPr sz="2000">
                <a:latin typeface="+mn-lt"/>
                <a:ea typeface="+mn-lt"/>
                <a:cs typeface="+mn-lt"/>
              </a:defRPr>
            </a:lvl5pPr>
          </a:lstStyle>
          <a:p xmlns:a="http://schemas.openxmlformats.org/drawingml/2006/main">
            <a:pPr lvl="0">
              <a:buNone/>
            </a:pPr>
            <a:r>
              <a:t>Cliquez pour modifier les styles du texte du masque</a:t>
            </a:r>
          </a:p>
          <a:p xmlns:a="http://schemas.openxmlformats.org/drawingml/2006/main">
            <a:pPr lvl="1">
              <a:buNone/>
            </a:pPr>
            <a:r>
              <a:t>Deuxième niveau</a:t>
            </a:r>
          </a:p>
          <a:p xmlns:a="http://schemas.openxmlformats.org/drawingml/2006/main">
            <a:pPr lvl="2">
              <a:buNone/>
            </a:pPr>
            <a:r>
              <a:t>Troisième niveau</a:t>
            </a:r>
          </a:p>
          <a:p xmlns:a="http://schemas.openxmlformats.org/drawingml/2006/main">
            <a:pPr lvl="3">
              <a:buNone/>
            </a:pPr>
            <a:r>
              <a:t>Quatrième niveau</a:t>
            </a:r>
          </a:p>
          <a:p xmlns:a="http://schemas.openxmlformats.org/drawingml/2006/main">
            <a:pPr lvl="4">
              <a:buNone/>
            </a:pPr>
            <a:r>
              <a:t>Cinquième niveau</a:t>
            </a:r>
            <a:endParaRPr/>
          </a:p>
        </p:txBody>
      </p:sp>
      <p:sp>
        <p:nvSpPr>
          <p:cNvPr id="2" name="Titre 1">
            <a:extLst xmlns:a="http://schemas.openxmlformats.org/drawingml/2006/main">
              <a:ext uri="{FF2B5EF4-FFF2-40B4-BE49-F238E27FC236}">
                <a16:creationId xmlns:a16="http://schemas.microsoft.com/office/drawing/2014/main" id="{57A40193-4ECA-C390-17D8-77665F45F617}"/>
              </a:ext>
            </a:extLst>
          </p:cNvPr>
          <p:cNvSpPr>
            <a:spLocks xmlns:a="http://schemas.openxmlformats.org/drawingml/2006/main" noGrp="1"/>
          </p:cNvSpPr>
          <p:nvPr>
            <p:ph type="title" idx="0"/>
          </p:nvPr>
        </p:nvSpPr>
        <p:spPr>
          <a:xfrm xmlns:a="http://schemas.openxmlformats.org/drawingml/2006/main">
            <a:off x="526000" y="628493"/>
            <a:ext cx="4537075" cy="2106613"/>
          </a:xfrm>
        </p:spPr>
        <p:txBody>
          <a:bodyPr xmlns:a="http://schemas.openxmlformats.org/drawingml/2006/main"/>
          <a:lstStyle xmlns:a="http://schemas.openxmlformats.org/drawingml/2006/main"/>
          <a:p xmlns:a="http://schemas.openxmlformats.org/drawingml/2006/main">
            <a:r>
              <a:t>Modifiez le style du titre</a:t>
            </a:r>
            <a:endParaRPr/>
          </a:p>
        </p:txBody>
      </p:sp>
      <p:sp>
        <p:nvSpPr>
          <p:cNvPr id="13" name="Espace réservé du contenu 12">
            <a:extLst xmlns:a="http://schemas.openxmlformats.org/drawingml/2006/main">
              <a:ext uri="{FF2B5EF4-FFF2-40B4-BE49-F238E27FC236}">
                <a16:creationId xmlns:a16="http://schemas.microsoft.com/office/drawing/2014/main" id="{2766985E-E042-88C9-5445-DE58D07BF534}"/>
              </a:ext>
            </a:extLst>
          </p:cNvPr>
          <p:cNvSpPr>
            <a:spLocks xmlns:a="http://schemas.openxmlformats.org/drawingml/2006/main" noGrp="1"/>
          </p:cNvSpPr>
          <p:nvPr>
            <p:ph idx="14"/>
          </p:nvPr>
        </p:nvSpPr>
        <p:spPr>
          <a:xfrm xmlns:a="http://schemas.openxmlformats.org/drawingml/2006/main">
            <a:off x="4295776" y="3122613"/>
            <a:ext cx="3600450" cy="3417887"/>
          </a:xfrm>
        </p:spPr>
        <p:txBody>
          <a:bodyPr xmlns:a="http://schemas.openxmlformats.org/drawingml/2006/main">
            <a:noAutofit/>
          </a:bodyPr>
          <a:lstStyle xmlns:a="http://schemas.openxmlformats.org/drawingml/2006/main">
            <a:lvl1pPr>
              <a:buNone/>
              <a:defRPr sz="2000"/>
            </a:lvl1pPr>
            <a:lvl2pPr marL="622300" indent="-165100">
              <a:buNone/>
              <a:defRPr sz="2000"/>
            </a:lvl2pPr>
            <a:lvl3pPr>
              <a:buNone/>
              <a:defRPr sz="1800"/>
            </a:lvl3pPr>
            <a:lvl4pPr>
              <a:buNone/>
              <a:defRPr sz="1600"/>
            </a:lvl4pPr>
            <a:lvl5pPr>
              <a:buNone/>
              <a:defRPr sz="1600"/>
            </a:lvl5pPr>
          </a:lstStyle>
          <a:p xmlns:a="http://schemas.openxmlformats.org/drawingml/2006/main">
            <a:pPr lvl="0">
              <a:buNone/>
            </a:pPr>
            <a:r>
              <a:t>Cliquez pour modifier les styles du texte du masque</a:t>
            </a:r>
          </a:p>
          <a:p xmlns:a="http://schemas.openxmlformats.org/drawingml/2006/main">
            <a:pPr lvl="1">
              <a:buNone/>
            </a:pPr>
            <a:r>
              <a:t>Deuxième niveau</a:t>
            </a:r>
          </a:p>
          <a:p xmlns:a="http://schemas.openxmlformats.org/drawingml/2006/main">
            <a:pPr lvl="2">
              <a:buNone/>
            </a:pPr>
            <a:r>
              <a:t>Troisième niveau</a:t>
            </a:r>
          </a:p>
          <a:p xmlns:a="http://schemas.openxmlformats.org/drawingml/2006/main">
            <a:pPr lvl="3">
              <a:buNone/>
            </a:pPr>
            <a:r>
              <a:t>Quatrième niveau</a:t>
            </a:r>
          </a:p>
          <a:p xmlns:a="http://schemas.openxmlformats.org/drawingml/2006/main">
            <a:pPr lvl="4">
              <a:buNone/>
            </a:pPr>
            <a:r>
              <a:t>Cinquième niveau</a:t>
            </a:r>
            <a:endParaRPr/>
          </a:p>
        </p:txBody>
      </p:sp>
      <p:sp>
        <p:nvSpPr>
          <p:cNvPr id="6" name="Espace réservé de la date 5">
            <a:extLst xmlns:a="http://schemas.openxmlformats.org/drawingml/2006/main">
              <a:ext uri="{FF2B5EF4-FFF2-40B4-BE49-F238E27FC236}">
                <a16:creationId xmlns:a16="http://schemas.microsoft.com/office/drawing/2014/main" id="{7C99EA67-017D-5E36-3D31-35C78A903850}"/>
              </a:ext>
            </a:extLst>
          </p:cNvPr>
          <p:cNvSpPr>
            <a:spLocks xmlns:a="http://schemas.openxmlformats.org/drawingml/2006/main" noGrp="1"/>
          </p:cNvSpPr>
          <p:nvPr>
            <p:ph type="dt" idx="15"/>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7" name="Espace réservé du pied de page 6">
            <a:extLst xmlns:a="http://schemas.openxmlformats.org/drawingml/2006/main">
              <a:ext uri="{FF2B5EF4-FFF2-40B4-BE49-F238E27FC236}">
                <a16:creationId xmlns:a16="http://schemas.microsoft.com/office/drawing/2014/main" id="{3DA3C390-B7C6-FDDC-B2F4-FDC4F9A94192}"/>
              </a:ext>
            </a:extLst>
          </p:cNvPr>
          <p:cNvSpPr>
            <a:spLocks xmlns:a="http://schemas.openxmlformats.org/drawingml/2006/main" noGrp="1"/>
          </p:cNvSpPr>
          <p:nvPr>
            <p:ph type="ftr" idx="16"/>
          </p:nvPr>
        </p:nvSpPr>
        <p:spPr/>
        <p:txBody>
          <a:bodyPr xmlns:a="http://schemas.openxmlformats.org/drawingml/2006/main"/>
          <a:lstStyle xmlns:a="http://schemas.openxmlformats.org/drawingml/2006/main"/>
          <a:p xmlns:a="http://schemas.openxmlformats.org/drawingml/2006/main">
            <a:endParaRPr/>
          </a:p>
        </p:txBody>
      </p:sp>
      <p:sp>
        <p:nvSpPr>
          <p:cNvPr id="8" name="Espace réservé du numéro de diapositive 7">
            <a:extLst xmlns:a="http://schemas.openxmlformats.org/drawingml/2006/main">
              <a:ext uri="{FF2B5EF4-FFF2-40B4-BE49-F238E27FC236}">
                <a16:creationId xmlns:a16="http://schemas.microsoft.com/office/drawing/2014/main" id="{8E95600B-BF9C-E9AB-B807-83458E4CC7A9}"/>
              </a:ext>
            </a:extLst>
          </p:cNvPr>
          <p:cNvSpPr>
            <a:spLocks xmlns:a="http://schemas.openxmlformats.org/drawingml/2006/main" noGrp="1"/>
          </p:cNvSpPr>
          <p:nvPr>
            <p:ph type="sldNum" idx="17"/>
          </p:nvPr>
        </p:nvSpPr>
        <p:spPr/>
        <p:txBody>
          <a:bodyPr xmlns:a="http://schemas.openxmlformats.org/drawingml/2006/main"/>
          <a:lstStyle xmlns:a="http://schemas.openxmlformats.org/drawingml/2006/main"/>
          <a:p xmlns:a="http://schemas.openxmlformats.org/drawingml/2006/main">
            <a:fld id="{E1E1CD7C-2161-7D43-862E-CE4C333CD873}" type="slidenum">
              <a:t>‹#›</a:t>
            </a:fld>
            <a:endParaRPr/>
          </a:p>
        </p:txBody>
      </p:sp>
      <p:sp>
        <p:nvSpPr>
          <p:cNvPr id="4" name="Espace réservé du texte 3">
            <a:extLst xmlns:a="http://schemas.openxmlformats.org/drawingml/2006/main">
              <a:ext uri="{FF2B5EF4-FFF2-40B4-BE49-F238E27FC236}">
                <a16:creationId xmlns:a16="http://schemas.microsoft.com/office/drawing/2014/main" id="{6705412C-D799-52BC-620F-5066AC3A4DBE}"/>
              </a:ext>
            </a:extLst>
          </p:cNvPr>
          <p:cNvSpPr>
            <a:spLocks xmlns:a="http://schemas.openxmlformats.org/drawingml/2006/main" noGrp="1"/>
          </p:cNvSpPr>
          <p:nvPr>
            <p:ph type="body" idx="18"/>
          </p:nvPr>
        </p:nvSpPr>
        <p:spPr>
          <a:xfrm xmlns:a="http://schemas.openxmlformats.org/drawingml/2006/main">
            <a:off x="8040688" y="3122613"/>
            <a:ext cx="3600450" cy="3402012"/>
          </a:xfrm>
        </p:spPr>
        <p:txBody>
          <a:bodyPr xmlns:a="http://schemas.openxmlformats.org/drawingml/2006/main">
            <a:normAutofit/>
          </a:bodyPr>
          <a:lstStyle xmlns:a="http://schemas.openxmlformats.org/drawingml/2006/main">
            <a:lvl1pPr>
              <a:buNone/>
              <a:defRPr sz="2000"/>
            </a:lvl1pPr>
            <a:lvl2pPr>
              <a:buNone/>
              <a:defRPr sz="2000"/>
            </a:lvl2pPr>
            <a:lvl3pPr>
              <a:buNone/>
              <a:defRPr sz="1800"/>
            </a:lvl3pPr>
            <a:lvl4pPr>
              <a:buNone/>
              <a:defRPr sz="1600"/>
            </a:lvl4pPr>
            <a:lvl5pPr>
              <a:buNone/>
              <a:defRPr sz="1600"/>
            </a:lvl5pPr>
          </a:lstStyle>
          <a:p xmlns:a="http://schemas.openxmlformats.org/drawingml/2006/main">
            <a:pPr lvl="0">
              <a:buNone/>
            </a:pPr>
            <a:r>
              <a:t>Cliquez pour modifier les styles du texte du masque</a:t>
            </a:r>
          </a:p>
          <a:p xmlns:a="http://schemas.openxmlformats.org/drawingml/2006/main">
            <a:pPr lvl="1">
              <a:buNone/>
            </a:pPr>
            <a:r>
              <a:t>Deuxième niveau</a:t>
            </a:r>
          </a:p>
          <a:p xmlns:a="http://schemas.openxmlformats.org/drawingml/2006/main">
            <a:pPr lvl="2">
              <a:buNone/>
            </a:pPr>
            <a:r>
              <a:t>Troisième niveau</a:t>
            </a:r>
          </a:p>
          <a:p xmlns:a="http://schemas.openxmlformats.org/drawingml/2006/main">
            <a:pPr lvl="3">
              <a:buNone/>
            </a:pPr>
            <a:r>
              <a:t>Quatrième niveau</a:t>
            </a:r>
          </a:p>
          <a:p xmlns:a="http://schemas.openxmlformats.org/drawingml/2006/main">
            <a:pPr lvl="4">
              <a:buNone/>
            </a:pPr>
            <a:r>
              <a:t>Cinquième niveau</a:t>
            </a:r>
          </a:p>
        </p:txBody>
      </p:sp>
    </p:spTree>
  </p:cSld>
</p:sldLayout>
</file>

<file path=ppt/slideLayouts/slideLayout24.xml><?xml version="1.0" encoding="utf-8"?>
<p:sldLayout xmlns:p="http://schemas.openxmlformats.org/presentationml/2006/main" preserve="1" userDrawn="1">
  <p:cSld name="4 columns">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18942A7E-649A-4E5B-B8EF-1725975F3FE9}"/>
              </a:ext>
            </a:extLst>
          </p:cNvPr>
          <p:cNvSpPr>
            <a:spLocks xmlns:a="http://schemas.openxmlformats.org/drawingml/2006/main" noGrp="1"/>
          </p:cNvSpPr>
          <p:nvPr>
            <p:ph idx="1"/>
          </p:nvPr>
        </p:nvSpPr>
        <p:spPr>
          <a:xfrm xmlns:a="http://schemas.openxmlformats.org/drawingml/2006/main">
            <a:off x="550863" y="3122613"/>
            <a:ext cx="2663826" cy="3401320"/>
          </a:xfrm>
        </p:spPr>
        <p:txBody>
          <a:bodyPr xmlns:a="http://schemas.openxmlformats.org/drawingml/2006/main"/>
          <a:lstStyle xmlns:a="http://schemas.openxmlformats.org/drawingml/2006/main">
            <a:lvl1pPr>
              <a:buNone/>
              <a:defRPr sz="2000">
                <a:latin typeface="+mn-lt"/>
                <a:ea typeface="+mn-lt"/>
                <a:cs typeface="+mn-lt"/>
              </a:defRPr>
            </a:lvl1pPr>
          </a:lstStyle>
          <a:p xmlns:a="http://schemas.openxmlformats.org/drawingml/2006/main">
            <a:pPr lvl="0">
              <a:buNone/>
            </a:pPr>
            <a:r>
              <a:t>Cliquez pour modifier les styles du texte du masque</a:t>
            </a:r>
          </a:p>
        </p:txBody>
      </p:sp>
      <p:sp>
        <p:nvSpPr>
          <p:cNvPr id="4" name="Content Placeholder 3">
            <a:extLst xmlns:a="http://schemas.openxmlformats.org/drawingml/2006/main">
              <a:ext uri="{FF2B5EF4-FFF2-40B4-BE49-F238E27FC236}">
                <a16:creationId xmlns:a16="http://schemas.microsoft.com/office/drawing/2014/main" id="{4E052302-E141-47B1-B3CE-6E61156D32EF}"/>
              </a:ext>
            </a:extLst>
          </p:cNvPr>
          <p:cNvSpPr>
            <a:spLocks xmlns:a="http://schemas.openxmlformats.org/drawingml/2006/main" noGrp="1"/>
          </p:cNvSpPr>
          <p:nvPr>
            <p:ph idx="2"/>
          </p:nvPr>
        </p:nvSpPr>
        <p:spPr>
          <a:xfrm xmlns:a="http://schemas.openxmlformats.org/drawingml/2006/main">
            <a:off x="3359150" y="3122044"/>
            <a:ext cx="2663825" cy="3402582"/>
          </a:xfrm>
        </p:spPr>
        <p:txBody>
          <a:bodyPr xmlns:a="http://schemas.openxmlformats.org/drawingml/2006/main"/>
          <a:lstStyle xmlns:a="http://schemas.openxmlformats.org/drawingml/2006/main">
            <a:lvl1pPr>
              <a:buNone/>
              <a:defRPr sz="2000">
                <a:latin typeface="+mn-lt"/>
                <a:ea typeface="+mn-lt"/>
                <a:cs typeface="+mn-lt"/>
              </a:defRPr>
            </a:lvl1pPr>
          </a:lstStyle>
          <a:p xmlns:a="http://schemas.openxmlformats.org/drawingml/2006/main">
            <a:pPr lvl="0">
              <a:buNone/>
            </a:pPr>
            <a:r>
              <a:t>Cliquez pour modifier les styles du texte du masque</a:t>
            </a:r>
          </a:p>
        </p:txBody>
      </p:sp>
      <p:sp>
        <p:nvSpPr>
          <p:cNvPr id="5" name="Espace réservé du contenu 4">
            <a:extLst xmlns:a="http://schemas.openxmlformats.org/drawingml/2006/main">
              <a:ext uri="{FF2B5EF4-FFF2-40B4-BE49-F238E27FC236}">
                <a16:creationId xmlns:a16="http://schemas.microsoft.com/office/drawing/2014/main" id="{66DCA857-BB38-4F22-E8B1-B4ED66B54DB5}"/>
              </a:ext>
            </a:extLst>
          </p:cNvPr>
          <p:cNvSpPr>
            <a:spLocks xmlns:a="http://schemas.openxmlformats.org/drawingml/2006/main" noGrp="1"/>
          </p:cNvSpPr>
          <p:nvPr>
            <p:ph idx="13"/>
          </p:nvPr>
        </p:nvSpPr>
        <p:spPr>
          <a:xfrm xmlns:a="http://schemas.openxmlformats.org/drawingml/2006/main">
            <a:off x="6167436" y="3122044"/>
            <a:ext cx="2663825" cy="3401624"/>
          </a:xfrm>
        </p:spPr>
        <p:txBody>
          <a:bodyPr xmlns:a="http://schemas.openxmlformats.org/drawingml/2006/main">
            <a:noAutofit/>
          </a:bodyPr>
          <a:lstStyle xmlns:a="http://schemas.openxmlformats.org/drawingml/2006/main">
            <a:lvl1pPr>
              <a:buNone/>
              <a:defRPr sz="2000">
                <a:latin typeface="+mn-lt"/>
                <a:ea typeface="+mn-lt"/>
                <a:cs typeface="+mn-lt"/>
              </a:defRPr>
            </a:lvl1pPr>
            <a:lvl2pPr>
              <a:buNone/>
              <a:defRPr sz="2000">
                <a:latin typeface="+mn-lt"/>
                <a:ea typeface="+mn-lt"/>
                <a:cs typeface="+mn-lt"/>
              </a:defRPr>
            </a:lvl2pPr>
            <a:lvl3pPr>
              <a:buNone/>
              <a:defRPr sz="2000">
                <a:latin typeface="+mn-lt"/>
                <a:ea typeface="+mn-lt"/>
                <a:cs typeface="+mn-lt"/>
              </a:defRPr>
            </a:lvl3pPr>
            <a:lvl4pPr>
              <a:buNone/>
              <a:defRPr sz="2000">
                <a:latin typeface="+mn-lt"/>
                <a:ea typeface="+mn-lt"/>
                <a:cs typeface="+mn-lt"/>
              </a:defRPr>
            </a:lvl4pPr>
            <a:lvl5pPr>
              <a:buNone/>
              <a:defRPr sz="2000">
                <a:latin typeface="+mn-lt"/>
                <a:ea typeface="+mn-lt"/>
                <a:cs typeface="+mn-lt"/>
              </a:defRPr>
            </a:lvl5pPr>
          </a:lstStyle>
          <a:p xmlns:a="http://schemas.openxmlformats.org/drawingml/2006/main">
            <a:pPr lvl="0">
              <a:buNone/>
            </a:pPr>
            <a:r>
              <a:t>Cliquez pour modifier les styles du texte du masque</a:t>
            </a:r>
          </a:p>
          <a:p xmlns:a="http://schemas.openxmlformats.org/drawingml/2006/main">
            <a:pPr lvl="1">
              <a:buNone/>
            </a:pPr>
            <a:r>
              <a:t>Deuxième niveau</a:t>
            </a:r>
          </a:p>
        </p:txBody>
      </p:sp>
      <p:sp>
        <p:nvSpPr>
          <p:cNvPr id="2" name="Titre 1">
            <a:extLst xmlns:a="http://schemas.openxmlformats.org/drawingml/2006/main">
              <a:ext uri="{FF2B5EF4-FFF2-40B4-BE49-F238E27FC236}">
                <a16:creationId xmlns:a16="http://schemas.microsoft.com/office/drawing/2014/main" id="{57A40193-4ECA-C390-17D8-77665F45F617}"/>
              </a:ext>
            </a:extLst>
          </p:cNvPr>
          <p:cNvSpPr>
            <a:spLocks xmlns:a="http://schemas.openxmlformats.org/drawingml/2006/main" noGrp="1"/>
          </p:cNvSpPr>
          <p:nvPr>
            <p:ph type="title" idx="0"/>
          </p:nvPr>
        </p:nvSpPr>
        <p:spPr>
          <a:xfrm xmlns:a="http://schemas.openxmlformats.org/drawingml/2006/main">
            <a:off x="526000" y="628493"/>
            <a:ext cx="4537075" cy="2106613"/>
          </a:xfrm>
        </p:spPr>
        <p:txBody>
          <a:bodyPr xmlns:a="http://schemas.openxmlformats.org/drawingml/2006/main"/>
          <a:lstStyle xmlns:a="http://schemas.openxmlformats.org/drawingml/2006/main"/>
          <a:p xmlns:a="http://schemas.openxmlformats.org/drawingml/2006/main">
            <a:r>
              <a:t>Modifiez le style du titre</a:t>
            </a:r>
            <a:endParaRPr/>
          </a:p>
        </p:txBody>
      </p:sp>
      <p:sp>
        <p:nvSpPr>
          <p:cNvPr id="13" name="Espace réservé du contenu 12">
            <a:extLst xmlns:a="http://schemas.openxmlformats.org/drawingml/2006/main">
              <a:ext uri="{FF2B5EF4-FFF2-40B4-BE49-F238E27FC236}">
                <a16:creationId xmlns:a16="http://schemas.microsoft.com/office/drawing/2014/main" id="{2766985E-E042-88C9-5445-DE58D07BF534}"/>
              </a:ext>
            </a:extLst>
          </p:cNvPr>
          <p:cNvSpPr>
            <a:spLocks xmlns:a="http://schemas.openxmlformats.org/drawingml/2006/main" noGrp="1"/>
          </p:cNvSpPr>
          <p:nvPr>
            <p:ph idx="14"/>
          </p:nvPr>
        </p:nvSpPr>
        <p:spPr>
          <a:xfrm xmlns:a="http://schemas.openxmlformats.org/drawingml/2006/main">
            <a:off x="8975725" y="3122613"/>
            <a:ext cx="2679700" cy="3401624"/>
          </a:xfrm>
        </p:spPr>
        <p:txBody>
          <a:bodyPr xmlns:a="http://schemas.openxmlformats.org/drawingml/2006/main">
            <a:noAutofit/>
          </a:bodyPr>
          <a:lstStyle xmlns:a="http://schemas.openxmlformats.org/drawingml/2006/main">
            <a:lvl1pPr>
              <a:buNone/>
              <a:defRPr sz="2000"/>
            </a:lvl1pPr>
            <a:lvl2pPr>
              <a:buNone/>
              <a:defRPr sz="2000"/>
            </a:lvl2pPr>
            <a:lvl3pPr>
              <a:buNone/>
              <a:defRPr sz="1800"/>
            </a:lvl3pPr>
            <a:lvl4pPr>
              <a:buNone/>
              <a:defRPr sz="1600"/>
            </a:lvl4pPr>
            <a:lvl5pPr>
              <a:buNone/>
              <a:defRPr sz="1600"/>
            </a:lvl5pPr>
          </a:lstStyle>
          <a:p xmlns:a="http://schemas.openxmlformats.org/drawingml/2006/main">
            <a:pPr lvl="0">
              <a:buNone/>
            </a:pPr>
            <a:r>
              <a:t>Cliquez pour modifier les styles du texte du masque</a:t>
            </a:r>
          </a:p>
          <a:p xmlns:a="http://schemas.openxmlformats.org/drawingml/2006/main">
            <a:pPr lvl="1">
              <a:buNone/>
            </a:pPr>
            <a:r>
              <a:t>Deuxième niveau</a:t>
            </a:r>
          </a:p>
        </p:txBody>
      </p:sp>
      <p:sp>
        <p:nvSpPr>
          <p:cNvPr id="6" name="Espace réservé de la date 5">
            <a:extLst xmlns:a="http://schemas.openxmlformats.org/drawingml/2006/main">
              <a:ext uri="{FF2B5EF4-FFF2-40B4-BE49-F238E27FC236}">
                <a16:creationId xmlns:a16="http://schemas.microsoft.com/office/drawing/2014/main" id="{1DED269A-C79F-3F95-BE6D-8008CF089780}"/>
              </a:ext>
            </a:extLst>
          </p:cNvPr>
          <p:cNvSpPr>
            <a:spLocks xmlns:a="http://schemas.openxmlformats.org/drawingml/2006/main" noGrp="1"/>
          </p:cNvSpPr>
          <p:nvPr>
            <p:ph type="dt" idx="15"/>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7" name="Espace réservé du pied de page 6">
            <a:extLst xmlns:a="http://schemas.openxmlformats.org/drawingml/2006/main">
              <a:ext uri="{FF2B5EF4-FFF2-40B4-BE49-F238E27FC236}">
                <a16:creationId xmlns:a16="http://schemas.microsoft.com/office/drawing/2014/main" id="{0230432B-6A23-E581-EEEF-B30407CBD229}"/>
              </a:ext>
            </a:extLst>
          </p:cNvPr>
          <p:cNvSpPr>
            <a:spLocks xmlns:a="http://schemas.openxmlformats.org/drawingml/2006/main" noGrp="1"/>
          </p:cNvSpPr>
          <p:nvPr>
            <p:ph type="ftr" idx="16"/>
          </p:nvPr>
        </p:nvSpPr>
        <p:spPr/>
        <p:txBody>
          <a:bodyPr xmlns:a="http://schemas.openxmlformats.org/drawingml/2006/main"/>
          <a:lstStyle xmlns:a="http://schemas.openxmlformats.org/drawingml/2006/main"/>
          <a:p xmlns:a="http://schemas.openxmlformats.org/drawingml/2006/main">
            <a:endParaRPr/>
          </a:p>
        </p:txBody>
      </p:sp>
      <p:sp>
        <p:nvSpPr>
          <p:cNvPr id="8" name="Espace réservé du numéro de diapositive 7">
            <a:extLst xmlns:a="http://schemas.openxmlformats.org/drawingml/2006/main">
              <a:ext uri="{FF2B5EF4-FFF2-40B4-BE49-F238E27FC236}">
                <a16:creationId xmlns:a16="http://schemas.microsoft.com/office/drawing/2014/main" id="{FD243C14-9FA0-E923-D04E-420D9DC16909}"/>
              </a:ext>
            </a:extLst>
          </p:cNvPr>
          <p:cNvSpPr>
            <a:spLocks xmlns:a="http://schemas.openxmlformats.org/drawingml/2006/main" noGrp="1"/>
          </p:cNvSpPr>
          <p:nvPr>
            <p:ph type="sldNum" idx="17"/>
          </p:nvPr>
        </p:nvSpPr>
        <p:spPr/>
        <p:txBody>
          <a:bodyPr xmlns:a="http://schemas.openxmlformats.org/drawingml/2006/main"/>
          <a:lstStyle xmlns:a="http://schemas.openxmlformats.org/drawingml/2006/main"/>
          <a:p xmlns:a="http://schemas.openxmlformats.org/drawingml/2006/main">
            <a:fld id="{E1E1CD7C-2161-7D43-862E-CE4C333CD873}" type="slidenum">
              <a:t>‹#›</a:t>
            </a:fld>
            <a:endParaRPr/>
          </a:p>
        </p:txBody>
      </p:sp>
    </p:spTree>
  </p:cSld>
</p:sldLayout>
</file>

<file path=ppt/slideLayouts/slideLayout25.xml><?xml version="1.0" encoding="utf-8"?>
<p:sldLayout xmlns:p="http://schemas.openxmlformats.org/presentationml/2006/main" preserve="1" userDrawn="1">
  <p:cSld name="4 columns grey">
    <p:bg>
      <p:bgPr>
        <a:gradFill xmlns:a="http://schemas.openxmlformats.org/drawingml/2006/main">
          <a:gsLst>
            <a:gs pos="0">
              <a:schemeClr val="bg2">
                <a:lumMod val="40000"/>
                <a:lumOff val="60000"/>
              </a:schemeClr>
            </a:gs>
            <a:gs pos="32000">
              <a:schemeClr val="bg2"/>
            </a:gs>
            <a:gs pos="99000">
              <a:schemeClr val="bg2"/>
            </a:gs>
          </a:gsLst>
          <a:lin ang="5400000" scaled="1"/>
        </a:gradFill>
      </p:bgPr>
    </p:bg>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1D5312A0-4C89-4F9F-83BD-0C315CC4C098}"/>
              </a:ext>
            </a:extLst>
          </p:cNvPr>
          <p:cNvSpPr>
            <a:spLocks xmlns:a="http://schemas.openxmlformats.org/drawingml/2006/main" noGrp="1"/>
          </p:cNvSpPr>
          <p:nvPr>
            <p:ph idx="1"/>
          </p:nvPr>
        </p:nvSpPr>
        <p:spPr>
          <a:xfrm xmlns:a="http://schemas.openxmlformats.org/drawingml/2006/main">
            <a:off x="550863" y="3122613"/>
            <a:ext cx="2663826" cy="3131858"/>
          </a:xfrm>
        </p:spPr>
        <p:txBody>
          <a:bodyPr xmlns:a="http://schemas.openxmlformats.org/drawingml/2006/main"/>
          <a:lstStyle xmlns:a="http://schemas.openxmlformats.org/drawingml/2006/main">
            <a:lvl1pPr>
              <a:buNone/>
              <a:defRPr sz="2000">
                <a:latin typeface="+mn-lt"/>
                <a:ea typeface="+mn-lt"/>
                <a:cs typeface="+mn-lt"/>
              </a:defRPr>
            </a:lvl1pPr>
          </a:lstStyle>
          <a:p xmlns:a="http://schemas.openxmlformats.org/drawingml/2006/main">
            <a:pPr lvl="0">
              <a:buNone/>
            </a:pPr>
            <a:r>
              <a:t>Cliquez pour modifier les styles du texte du masque</a:t>
            </a:r>
          </a:p>
        </p:txBody>
      </p:sp>
      <p:sp>
        <p:nvSpPr>
          <p:cNvPr id="4" name="Content Placeholder 3">
            <a:extLst xmlns:a="http://schemas.openxmlformats.org/drawingml/2006/main">
              <a:ext uri="{FF2B5EF4-FFF2-40B4-BE49-F238E27FC236}">
                <a16:creationId xmlns:a16="http://schemas.microsoft.com/office/drawing/2014/main" id="{D290037D-E2C7-4EC4-8404-53FFBB0620B0}"/>
              </a:ext>
            </a:extLst>
          </p:cNvPr>
          <p:cNvSpPr>
            <a:spLocks xmlns:a="http://schemas.openxmlformats.org/drawingml/2006/main" noGrp="1"/>
          </p:cNvSpPr>
          <p:nvPr>
            <p:ph idx="2"/>
          </p:nvPr>
        </p:nvSpPr>
        <p:spPr>
          <a:xfrm xmlns:a="http://schemas.openxmlformats.org/drawingml/2006/main">
            <a:off x="3359150" y="3122043"/>
            <a:ext cx="2663825" cy="3133019"/>
          </a:xfrm>
        </p:spPr>
        <p:txBody>
          <a:bodyPr xmlns:a="http://schemas.openxmlformats.org/drawingml/2006/main"/>
          <a:lstStyle xmlns:a="http://schemas.openxmlformats.org/drawingml/2006/main">
            <a:lvl1pPr>
              <a:buNone/>
              <a:defRPr sz="2000">
                <a:latin typeface="+mn-lt"/>
                <a:ea typeface="+mn-lt"/>
                <a:cs typeface="+mn-lt"/>
              </a:defRPr>
            </a:lvl1pPr>
          </a:lstStyle>
          <a:p xmlns:a="http://schemas.openxmlformats.org/drawingml/2006/main">
            <a:pPr lvl="0">
              <a:buNone/>
            </a:pPr>
            <a:r>
              <a:t>Cliquez pour modifier les styles du texte du masque</a:t>
            </a:r>
          </a:p>
        </p:txBody>
      </p:sp>
      <p:sp>
        <p:nvSpPr>
          <p:cNvPr id="5" name="Espace réservé du contenu 4">
            <a:extLst xmlns:a="http://schemas.openxmlformats.org/drawingml/2006/main">
              <a:ext uri="{FF2B5EF4-FFF2-40B4-BE49-F238E27FC236}">
                <a16:creationId xmlns:a16="http://schemas.microsoft.com/office/drawing/2014/main" id="{66DCA857-BB38-4F22-E8B1-B4ED66B54DB5}"/>
              </a:ext>
            </a:extLst>
          </p:cNvPr>
          <p:cNvSpPr>
            <a:spLocks xmlns:a="http://schemas.openxmlformats.org/drawingml/2006/main" noGrp="1"/>
          </p:cNvSpPr>
          <p:nvPr>
            <p:ph idx="13"/>
          </p:nvPr>
        </p:nvSpPr>
        <p:spPr>
          <a:xfrm xmlns:a="http://schemas.openxmlformats.org/drawingml/2006/main">
            <a:off x="6167436" y="3122044"/>
            <a:ext cx="2663825" cy="3132137"/>
          </a:xfrm>
        </p:spPr>
        <p:txBody>
          <a:bodyPr xmlns:a="http://schemas.openxmlformats.org/drawingml/2006/main">
            <a:noAutofit/>
          </a:bodyPr>
          <a:lstStyle xmlns:a="http://schemas.openxmlformats.org/drawingml/2006/main">
            <a:lvl1pPr>
              <a:buNone/>
              <a:defRPr sz="2000">
                <a:latin typeface="+mn-lt"/>
                <a:ea typeface="+mn-lt"/>
                <a:cs typeface="+mn-lt"/>
              </a:defRPr>
            </a:lvl1pPr>
            <a:lvl2pPr>
              <a:buNone/>
              <a:defRPr sz="2000">
                <a:latin typeface="+mn-lt"/>
                <a:ea typeface="+mn-lt"/>
                <a:cs typeface="+mn-lt"/>
              </a:defRPr>
            </a:lvl2pPr>
            <a:lvl3pPr>
              <a:buNone/>
              <a:defRPr sz="2000">
                <a:latin typeface="+mn-lt"/>
                <a:ea typeface="+mn-lt"/>
                <a:cs typeface="+mn-lt"/>
              </a:defRPr>
            </a:lvl3pPr>
            <a:lvl4pPr>
              <a:buNone/>
              <a:defRPr sz="2000">
                <a:latin typeface="+mn-lt"/>
                <a:ea typeface="+mn-lt"/>
                <a:cs typeface="+mn-lt"/>
              </a:defRPr>
            </a:lvl4pPr>
            <a:lvl5pPr>
              <a:buNone/>
              <a:defRPr sz="2000">
                <a:latin typeface="+mn-lt"/>
                <a:ea typeface="+mn-lt"/>
                <a:cs typeface="+mn-lt"/>
              </a:defRPr>
            </a:lvl5pPr>
          </a:lstStyle>
          <a:p xmlns:a="http://schemas.openxmlformats.org/drawingml/2006/main">
            <a:pPr lvl="0">
              <a:buNone/>
            </a:pPr>
            <a:r>
              <a:t>Cliquez pour modifier les styles du texte du masque</a:t>
            </a:r>
          </a:p>
          <a:p xmlns:a="http://schemas.openxmlformats.org/drawingml/2006/main">
            <a:pPr lvl="1">
              <a:buNone/>
            </a:pPr>
            <a:r>
              <a:t>Deuxième niveau</a:t>
            </a:r>
          </a:p>
        </p:txBody>
      </p:sp>
      <p:sp>
        <p:nvSpPr>
          <p:cNvPr id="2" name="Titre 1">
            <a:extLst xmlns:a="http://schemas.openxmlformats.org/drawingml/2006/main">
              <a:ext uri="{FF2B5EF4-FFF2-40B4-BE49-F238E27FC236}">
                <a16:creationId xmlns:a16="http://schemas.microsoft.com/office/drawing/2014/main" id="{57A40193-4ECA-C390-17D8-77665F45F617}"/>
              </a:ext>
            </a:extLst>
          </p:cNvPr>
          <p:cNvSpPr>
            <a:spLocks xmlns:a="http://schemas.openxmlformats.org/drawingml/2006/main" noGrp="1"/>
          </p:cNvSpPr>
          <p:nvPr>
            <p:ph type="title" idx="0"/>
          </p:nvPr>
        </p:nvSpPr>
        <p:spPr>
          <a:xfrm xmlns:a="http://schemas.openxmlformats.org/drawingml/2006/main">
            <a:off x="526000" y="628493"/>
            <a:ext cx="4537075" cy="2106613"/>
          </a:xfrm>
        </p:spPr>
        <p:txBody>
          <a:bodyPr xmlns:a="http://schemas.openxmlformats.org/drawingml/2006/main"/>
          <a:lstStyle xmlns:a="http://schemas.openxmlformats.org/drawingml/2006/main"/>
          <a:p xmlns:a="http://schemas.openxmlformats.org/drawingml/2006/main">
            <a:r>
              <a:t>Modifiez le style du titre</a:t>
            </a:r>
            <a:endParaRPr/>
          </a:p>
        </p:txBody>
      </p:sp>
      <p:sp>
        <p:nvSpPr>
          <p:cNvPr id="13" name="Espace réservé du contenu 12">
            <a:extLst xmlns:a="http://schemas.openxmlformats.org/drawingml/2006/main">
              <a:ext uri="{FF2B5EF4-FFF2-40B4-BE49-F238E27FC236}">
                <a16:creationId xmlns:a16="http://schemas.microsoft.com/office/drawing/2014/main" id="{2766985E-E042-88C9-5445-DE58D07BF534}"/>
              </a:ext>
            </a:extLst>
          </p:cNvPr>
          <p:cNvSpPr>
            <a:spLocks xmlns:a="http://schemas.openxmlformats.org/drawingml/2006/main" noGrp="1"/>
          </p:cNvSpPr>
          <p:nvPr>
            <p:ph idx="14"/>
          </p:nvPr>
        </p:nvSpPr>
        <p:spPr>
          <a:xfrm xmlns:a="http://schemas.openxmlformats.org/drawingml/2006/main">
            <a:off x="8975725" y="3122613"/>
            <a:ext cx="2679700" cy="3132137"/>
          </a:xfrm>
        </p:spPr>
        <p:txBody>
          <a:bodyPr xmlns:a="http://schemas.openxmlformats.org/drawingml/2006/main">
            <a:noAutofit/>
          </a:bodyPr>
          <a:lstStyle xmlns:a="http://schemas.openxmlformats.org/drawingml/2006/main">
            <a:lvl1pPr>
              <a:buNone/>
              <a:defRPr sz="2000"/>
            </a:lvl1pPr>
            <a:lvl2pPr>
              <a:buNone/>
              <a:defRPr sz="2000"/>
            </a:lvl2pPr>
            <a:lvl3pPr>
              <a:buNone/>
              <a:defRPr sz="1800"/>
            </a:lvl3pPr>
            <a:lvl4pPr>
              <a:buNone/>
              <a:defRPr sz="1600"/>
            </a:lvl4pPr>
            <a:lvl5pPr>
              <a:buNone/>
              <a:defRPr sz="1600"/>
            </a:lvl5pPr>
          </a:lstStyle>
          <a:p xmlns:a="http://schemas.openxmlformats.org/drawingml/2006/main">
            <a:pPr lvl="0">
              <a:buNone/>
            </a:pPr>
            <a:r>
              <a:t>Cliquez pour modifier les styles du texte du masque</a:t>
            </a:r>
          </a:p>
          <a:p xmlns:a="http://schemas.openxmlformats.org/drawingml/2006/main">
            <a:pPr lvl="1">
              <a:buNone/>
            </a:pPr>
            <a:r>
              <a:t>Deuxième niveau</a:t>
            </a:r>
          </a:p>
        </p:txBody>
      </p:sp>
      <p:sp>
        <p:nvSpPr>
          <p:cNvPr id="6" name="Espace réservé de la date 5">
            <a:extLst xmlns:a="http://schemas.openxmlformats.org/drawingml/2006/main">
              <a:ext uri="{FF2B5EF4-FFF2-40B4-BE49-F238E27FC236}">
                <a16:creationId xmlns:a16="http://schemas.microsoft.com/office/drawing/2014/main" id="{5788EF65-FC86-CA51-7666-C634CC6E43D5}"/>
              </a:ext>
            </a:extLst>
          </p:cNvPr>
          <p:cNvSpPr>
            <a:spLocks xmlns:a="http://schemas.openxmlformats.org/drawingml/2006/main" noGrp="1"/>
          </p:cNvSpPr>
          <p:nvPr>
            <p:ph type="dt" idx="15"/>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7" name="Espace réservé du pied de page 6">
            <a:extLst xmlns:a="http://schemas.openxmlformats.org/drawingml/2006/main">
              <a:ext uri="{FF2B5EF4-FFF2-40B4-BE49-F238E27FC236}">
                <a16:creationId xmlns:a16="http://schemas.microsoft.com/office/drawing/2014/main" id="{ACE4CA97-11D2-A0C2-E9A8-5AA2A62B8B8B}"/>
              </a:ext>
            </a:extLst>
          </p:cNvPr>
          <p:cNvSpPr>
            <a:spLocks xmlns:a="http://schemas.openxmlformats.org/drawingml/2006/main" noGrp="1"/>
          </p:cNvSpPr>
          <p:nvPr>
            <p:ph type="ftr" idx="16"/>
          </p:nvPr>
        </p:nvSpPr>
        <p:spPr/>
        <p:txBody>
          <a:bodyPr xmlns:a="http://schemas.openxmlformats.org/drawingml/2006/main"/>
          <a:lstStyle xmlns:a="http://schemas.openxmlformats.org/drawingml/2006/main"/>
          <a:p xmlns:a="http://schemas.openxmlformats.org/drawingml/2006/main">
            <a:endParaRPr/>
          </a:p>
        </p:txBody>
      </p:sp>
      <p:sp>
        <p:nvSpPr>
          <p:cNvPr id="8" name="Espace réservé du numéro de diapositive 7">
            <a:extLst xmlns:a="http://schemas.openxmlformats.org/drawingml/2006/main">
              <a:ext uri="{FF2B5EF4-FFF2-40B4-BE49-F238E27FC236}">
                <a16:creationId xmlns:a16="http://schemas.microsoft.com/office/drawing/2014/main" id="{DD6A5DCB-257B-ABB5-3508-281E7C0090AE}"/>
              </a:ext>
            </a:extLst>
          </p:cNvPr>
          <p:cNvSpPr>
            <a:spLocks xmlns:a="http://schemas.openxmlformats.org/drawingml/2006/main" noGrp="1"/>
          </p:cNvSpPr>
          <p:nvPr>
            <p:ph type="sldNum" idx="17"/>
          </p:nvPr>
        </p:nvSpPr>
        <p:spPr/>
        <p:txBody>
          <a:bodyPr xmlns:a="http://schemas.openxmlformats.org/drawingml/2006/main"/>
          <a:lstStyle xmlns:a="http://schemas.openxmlformats.org/drawingml/2006/main"/>
          <a:p xmlns:a="http://schemas.openxmlformats.org/drawingml/2006/main">
            <a:fld id="{E1E1CD7C-2161-7D43-862E-CE4C333CD873}" type="slidenum">
              <a:t>‹#›</a:t>
            </a:fld>
            <a:endParaRPr/>
          </a:p>
        </p:txBody>
      </p:sp>
    </p:spTree>
  </p:cSld>
</p:sldLayout>
</file>

<file path=ppt/slideLayouts/slideLayout2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2" name="Titre 1">
            <a:extLst xmlns:a="http://schemas.openxmlformats.org/drawingml/2006/main">
              <a:ext uri="{FF2B5EF4-FFF2-40B4-BE49-F238E27FC236}">
                <a16:creationId xmlns:a16="http://schemas.microsoft.com/office/drawing/2014/main" id="{D6D68D3A-BE52-3CFA-EEBB-E265EA02732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Modifiez le style du titre</a:t>
            </a:r>
            <a:endParaRPr/>
          </a:p>
        </p:txBody>
      </p:sp>
      <p:sp>
        <p:nvSpPr>
          <p:cNvPr id="3" name="Espace réservé de la date 2">
            <a:extLst xmlns:a="http://schemas.openxmlformats.org/drawingml/2006/main">
              <a:ext uri="{FF2B5EF4-FFF2-40B4-BE49-F238E27FC236}">
                <a16:creationId xmlns:a16="http://schemas.microsoft.com/office/drawing/2014/main" id="{81C3619F-6739-7018-D8F3-4B783EAF11E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4" name="Espace réservé du pied de page 3">
            <a:extLst xmlns:a="http://schemas.openxmlformats.org/drawingml/2006/main">
              <a:ext uri="{FF2B5EF4-FFF2-40B4-BE49-F238E27FC236}">
                <a16:creationId xmlns:a16="http://schemas.microsoft.com/office/drawing/2014/main" id="{28F2FAA6-5480-8421-1675-22FA21F4825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Espace réservé du numéro de diapositive 4">
            <a:extLst xmlns:a="http://schemas.openxmlformats.org/drawingml/2006/main">
              <a:ext uri="{FF2B5EF4-FFF2-40B4-BE49-F238E27FC236}">
                <a16:creationId xmlns:a16="http://schemas.microsoft.com/office/drawing/2014/main" id="{4675D5D2-7CED-091C-0B10-7B2731AD40F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1E1CD7C-2161-7D43-862E-CE4C333CD873}" type="slidenum">
              <a:t>‹#›</a:t>
            </a:fld>
            <a:endParaRPr/>
          </a:p>
        </p:txBody>
      </p:sp>
    </p:spTree>
  </p:cSld>
</p:sldLayout>
</file>

<file path=ppt/slideLayouts/slideLayout27.xml><?xml version="1.0" encoding="utf-8"?>
<p:sldLayout xmlns:p="http://schemas.openxmlformats.org/presentationml/2006/main" preserve="1" userDrawn="1">
  <p:cSld name="Image">
    <p:spTree>
      <p:nvGrpSpPr>
        <p:cNvPr id="1" name=""/>
        <p:cNvGrpSpPr/>
        <p:nvPr/>
      </p:nvGrpSpPr>
      <p:grpSpPr>
        <a:xfrm xmlns:a="http://schemas.openxmlformats.org/drawingml/2006/main"/>
      </p:grpSpPr>
      <p:sp>
        <p:nvSpPr>
          <p:cNvPr id="7" name="Espace réservé pour une image  6">
            <a:extLst xmlns:a="http://schemas.openxmlformats.org/drawingml/2006/main">
              <a:ext uri="{FF2B5EF4-FFF2-40B4-BE49-F238E27FC236}">
                <a16:creationId xmlns:a16="http://schemas.microsoft.com/office/drawing/2014/main" id="{625DAC6D-23F0-6941-BE81-E7A79CA3AFFD}"/>
              </a:ext>
            </a:extLst>
          </p:cNvPr>
          <p:cNvSpPr>
            <a:spLocks xmlns:a="http://schemas.openxmlformats.org/drawingml/2006/main" noGrp="1"/>
          </p:cNvSpPr>
          <p:nvPr>
            <p:ph type="pic" idx="13"/>
          </p:nvPr>
        </p:nvSpPr>
        <p:spPr>
          <a:xfrm xmlns:a="http://schemas.openxmlformats.org/drawingml/2006/main">
            <a:off x="0" y="873124"/>
            <a:ext cx="12191999" cy="5984875"/>
          </a:xfrm>
        </p:spPr>
        <p:txBody>
          <a:bodyPr xmlns:a="http://schemas.openxmlformats.org/drawingml/2006/main"/>
          <a:lstStyle xmlns:a="http://schemas.openxmlformats.org/drawingml/2006/main"/>
          <a:p xmlns:a="http://schemas.openxmlformats.org/drawingml/2006/main">
            <a:r>
              <a:t>Cliquez sur l'icône pour ajouter une image</a:t>
            </a:r>
          </a:p>
        </p:txBody>
      </p:sp>
      <p:sp>
        <p:nvSpPr>
          <p:cNvPr id="2" name="Espace réservé de la date 1">
            <a:extLst xmlns:a="http://schemas.openxmlformats.org/drawingml/2006/main">
              <a:ext uri="{FF2B5EF4-FFF2-40B4-BE49-F238E27FC236}">
                <a16:creationId xmlns:a16="http://schemas.microsoft.com/office/drawing/2014/main" id="{75BED1A9-9D09-E324-D507-8547BD8EDE5F}"/>
              </a:ext>
            </a:extLst>
          </p:cNvPr>
          <p:cNvSpPr>
            <a:spLocks xmlns:a="http://schemas.openxmlformats.org/drawingml/2006/main" noGrp="1"/>
          </p:cNvSpPr>
          <p:nvPr>
            <p:ph type="dt" idx="14"/>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3" name="Espace réservé du pied de page 2">
            <a:extLst xmlns:a="http://schemas.openxmlformats.org/drawingml/2006/main">
              <a:ext uri="{FF2B5EF4-FFF2-40B4-BE49-F238E27FC236}">
                <a16:creationId xmlns:a16="http://schemas.microsoft.com/office/drawing/2014/main" id="{A6DAC261-7DF0-187A-D0C1-AF0B45E8E51E}"/>
              </a:ext>
            </a:extLst>
          </p:cNvPr>
          <p:cNvSpPr>
            <a:spLocks xmlns:a="http://schemas.openxmlformats.org/drawingml/2006/main" noGrp="1"/>
          </p:cNvSpPr>
          <p:nvPr>
            <p:ph type="ftr" idx="15"/>
          </p:nvPr>
        </p:nvSpPr>
        <p:spPr/>
        <p:txBody>
          <a:bodyPr xmlns:a="http://schemas.openxmlformats.org/drawingml/2006/main"/>
          <a:lstStyle xmlns:a="http://schemas.openxmlformats.org/drawingml/2006/main"/>
          <a:p xmlns:a="http://schemas.openxmlformats.org/drawingml/2006/main">
            <a:endParaRPr/>
          </a:p>
        </p:txBody>
      </p:sp>
      <p:sp>
        <p:nvSpPr>
          <p:cNvPr id="4" name="Espace réservé du numéro de diapositive 3">
            <a:extLst xmlns:a="http://schemas.openxmlformats.org/drawingml/2006/main">
              <a:ext uri="{FF2B5EF4-FFF2-40B4-BE49-F238E27FC236}">
                <a16:creationId xmlns:a16="http://schemas.microsoft.com/office/drawing/2014/main" id="{A014B235-7E68-AF61-29B8-77CF8DD321EF}"/>
              </a:ext>
            </a:extLst>
          </p:cNvPr>
          <p:cNvSpPr>
            <a:spLocks xmlns:a="http://schemas.openxmlformats.org/drawingml/2006/main" noGrp="1"/>
          </p:cNvSpPr>
          <p:nvPr>
            <p:ph type="sldNum" idx="16"/>
          </p:nvPr>
        </p:nvSpPr>
        <p:spPr/>
        <p:txBody>
          <a:bodyPr xmlns:a="http://schemas.openxmlformats.org/drawingml/2006/main"/>
          <a:lstStyle xmlns:a="http://schemas.openxmlformats.org/drawingml/2006/main"/>
          <a:p xmlns:a="http://schemas.openxmlformats.org/drawingml/2006/main">
            <a:fld id="{E1E1CD7C-2161-7D43-862E-CE4C333CD873}" type="slidenum">
              <a:t>‹#›</a:t>
            </a:fld>
            <a:endParaRPr/>
          </a:p>
        </p:txBody>
      </p:sp>
    </p:spTree>
  </p:cSld>
</p:sldLayout>
</file>

<file path=ppt/slideLayouts/slideLayout28.xml><?xml version="1.0" encoding="utf-8"?>
<p:sldLayout xmlns:p="http://schemas.openxmlformats.org/presentationml/2006/main" preserve="1" userDrawn="1">
  <p:cSld name="full image">
    <p:spTree>
      <p:nvGrpSpPr>
        <p:cNvPr id="1" name=""/>
        <p:cNvGrpSpPr/>
        <p:nvPr/>
      </p:nvGrpSpPr>
      <p:grpSpPr>
        <a:xfrm xmlns:a="http://schemas.openxmlformats.org/drawingml/2006/main"/>
      </p:grpSpPr>
      <p:sp>
        <p:nvSpPr>
          <p:cNvPr id="18" name="Espace réservé pour une image  17">
            <a:extLst xmlns:a="http://schemas.openxmlformats.org/drawingml/2006/main">
              <a:ext uri="{FF2B5EF4-FFF2-40B4-BE49-F238E27FC236}">
                <a16:creationId xmlns:a16="http://schemas.microsoft.com/office/drawing/2014/main" id="{B5DEE997-6BE2-8721-E274-AB6D2BAD8AD3}"/>
              </a:ext>
            </a:extLst>
          </p:cNvPr>
          <p:cNvSpPr>
            <a:spLocks xmlns:a="http://schemas.openxmlformats.org/drawingml/2006/main" noGrp="1"/>
          </p:cNvSpPr>
          <p:nvPr>
            <p:ph type="pic" idx="13"/>
          </p:nvPr>
        </p:nvSpPr>
        <p:spPr>
          <a:xfrm xmlns:a="http://schemas.openxmlformats.org/drawingml/2006/main">
            <a:off x="0" y="0"/>
            <a:ext cx="12191999" cy="6857999"/>
          </a:xfrm>
          <a:custGeom xmlns:a="http://schemas.openxmlformats.org/drawingml/2006/main">
            <a:gdLst>
              <a:gd name="connsiteX0" fmla="*/ 555663 w 12191999"/>
              <a:gd name="connsiteY0" fmla="*/ 449275 h 6857999"/>
              <a:gd name="connsiteX1" fmla="*/ 555663 w 12191999"/>
              <a:gd name="connsiteY1" fmla="*/ 527238 h 6857999"/>
              <a:gd name="connsiteX2" fmla="*/ 693880 w 12191999"/>
              <a:gd name="connsiteY2" fmla="*/ 527238 h 6857999"/>
              <a:gd name="connsiteX3" fmla="*/ 693880 w 12191999"/>
              <a:gd name="connsiteY3" fmla="*/ 491866 h 6857999"/>
              <a:gd name="connsiteX4" fmla="*/ 596873 w 12191999"/>
              <a:gd name="connsiteY4" fmla="*/ 491866 h 6857999"/>
              <a:gd name="connsiteX5" fmla="*/ 596873 w 12191999"/>
              <a:gd name="connsiteY5" fmla="*/ 449275 h 6857999"/>
              <a:gd name="connsiteX6" fmla="*/ 948084 w 12191999"/>
              <a:gd name="connsiteY6" fmla="*/ 413918 h 6857999"/>
              <a:gd name="connsiteX7" fmla="*/ 948084 w 12191999"/>
              <a:gd name="connsiteY7" fmla="*/ 449275 h 6857999"/>
              <a:gd name="connsiteX8" fmla="*/ 906874 w 12191999"/>
              <a:gd name="connsiteY8" fmla="*/ 449275 h 6857999"/>
              <a:gd name="connsiteX9" fmla="*/ 906874 w 12191999"/>
              <a:gd name="connsiteY9" fmla="*/ 527224 h 6857999"/>
              <a:gd name="connsiteX10" fmla="*/ 948084 w 12191999"/>
              <a:gd name="connsiteY10" fmla="*/ 527224 h 6857999"/>
              <a:gd name="connsiteX11" fmla="*/ 948084 w 12191999"/>
              <a:gd name="connsiteY11" fmla="*/ 449276 h 6857999"/>
              <a:gd name="connsiteX12" fmla="*/ 1036800 w 12191999"/>
              <a:gd name="connsiteY12" fmla="*/ 449276 h 6857999"/>
              <a:gd name="connsiteX13" fmla="*/ 1036800 w 12191999"/>
              <a:gd name="connsiteY13" fmla="*/ 413918 h 6857999"/>
              <a:gd name="connsiteX14" fmla="*/ 596874 w 12191999"/>
              <a:gd name="connsiteY14" fmla="*/ 413918 h 6857999"/>
              <a:gd name="connsiteX15" fmla="*/ 596874 w 12191999"/>
              <a:gd name="connsiteY15" fmla="*/ 449276 h 6857999"/>
              <a:gd name="connsiteX16" fmla="*/ 685590 w 12191999"/>
              <a:gd name="connsiteY16" fmla="*/ 449276 h 6857999"/>
              <a:gd name="connsiteX17" fmla="*/ 685590 w 12191999"/>
              <a:gd name="connsiteY17" fmla="*/ 413918 h 6857999"/>
              <a:gd name="connsiteX18" fmla="*/ 770423 w 12191999"/>
              <a:gd name="connsiteY18" fmla="*/ 371326 h 6857999"/>
              <a:gd name="connsiteX19" fmla="*/ 803073 w 12191999"/>
              <a:gd name="connsiteY19" fmla="*/ 371326 h 6857999"/>
              <a:gd name="connsiteX20" fmla="*/ 816985 w 12191999"/>
              <a:gd name="connsiteY20" fmla="*/ 372123 h 6857999"/>
              <a:gd name="connsiteX21" fmla="*/ 828753 w 12191999"/>
              <a:gd name="connsiteY21" fmla="*/ 375213 h 6857999"/>
              <a:gd name="connsiteX22" fmla="*/ 836909 w 12191999"/>
              <a:gd name="connsiteY22" fmla="*/ 381677 h 6857999"/>
              <a:gd name="connsiteX23" fmla="*/ 839983 w 12191999"/>
              <a:gd name="connsiteY23" fmla="*/ 392622 h 6857999"/>
              <a:gd name="connsiteX24" fmla="*/ 836909 w 12191999"/>
              <a:gd name="connsiteY24" fmla="*/ 403567 h 6857999"/>
              <a:gd name="connsiteX25" fmla="*/ 828753 w 12191999"/>
              <a:gd name="connsiteY25" fmla="*/ 410031 h 6857999"/>
              <a:gd name="connsiteX26" fmla="*/ 816985 w 12191999"/>
              <a:gd name="connsiteY26" fmla="*/ 413122 h 6857999"/>
              <a:gd name="connsiteX27" fmla="*/ 803073 w 12191999"/>
              <a:gd name="connsiteY27" fmla="*/ 413918 h 6857999"/>
              <a:gd name="connsiteX28" fmla="*/ 770423 w 12191999"/>
              <a:gd name="connsiteY28" fmla="*/ 413918 h 6857999"/>
              <a:gd name="connsiteX29" fmla="*/ 1074937 w 12191999"/>
              <a:gd name="connsiteY29" fmla="*/ 335968 h 6857999"/>
              <a:gd name="connsiteX30" fmla="*/ 1074937 w 12191999"/>
              <a:gd name="connsiteY30" fmla="*/ 527238 h 6857999"/>
              <a:gd name="connsiteX31" fmla="*/ 1213140 w 12191999"/>
              <a:gd name="connsiteY31" fmla="*/ 527238 h 6857999"/>
              <a:gd name="connsiteX32" fmla="*/ 1213140 w 12191999"/>
              <a:gd name="connsiteY32" fmla="*/ 491867 h 6857999"/>
              <a:gd name="connsiteX33" fmla="*/ 1116134 w 12191999"/>
              <a:gd name="connsiteY33" fmla="*/ 491867 h 6857999"/>
              <a:gd name="connsiteX34" fmla="*/ 1116134 w 12191999"/>
              <a:gd name="connsiteY34" fmla="*/ 335968 h 6857999"/>
              <a:gd name="connsiteX35" fmla="*/ 906874 w 12191999"/>
              <a:gd name="connsiteY35" fmla="*/ 335968 h 6857999"/>
              <a:gd name="connsiteX36" fmla="*/ 906874 w 12191999"/>
              <a:gd name="connsiteY36" fmla="*/ 413917 h 6857999"/>
              <a:gd name="connsiteX37" fmla="*/ 948084 w 12191999"/>
              <a:gd name="connsiteY37" fmla="*/ 413917 h 6857999"/>
              <a:gd name="connsiteX38" fmla="*/ 948084 w 12191999"/>
              <a:gd name="connsiteY38" fmla="*/ 371326 h 6857999"/>
              <a:gd name="connsiteX39" fmla="*/ 1045091 w 12191999"/>
              <a:gd name="connsiteY39" fmla="*/ 371326 h 6857999"/>
              <a:gd name="connsiteX40" fmla="*/ 1045091 w 12191999"/>
              <a:gd name="connsiteY40" fmla="*/ 335968 h 6857999"/>
              <a:gd name="connsiteX41" fmla="*/ 555663 w 12191999"/>
              <a:gd name="connsiteY41" fmla="*/ 335968 h 6857999"/>
              <a:gd name="connsiteX42" fmla="*/ 555663 w 12191999"/>
              <a:gd name="connsiteY42" fmla="*/ 413917 h 6857999"/>
              <a:gd name="connsiteX43" fmla="*/ 596873 w 12191999"/>
              <a:gd name="connsiteY43" fmla="*/ 413917 h 6857999"/>
              <a:gd name="connsiteX44" fmla="*/ 596873 w 12191999"/>
              <a:gd name="connsiteY44" fmla="*/ 371326 h 6857999"/>
              <a:gd name="connsiteX45" fmla="*/ 693880 w 12191999"/>
              <a:gd name="connsiteY45" fmla="*/ 371326 h 6857999"/>
              <a:gd name="connsiteX46" fmla="*/ 693880 w 12191999"/>
              <a:gd name="connsiteY46" fmla="*/ 335968 h 6857999"/>
              <a:gd name="connsiteX47" fmla="*/ 729199 w 12191999"/>
              <a:gd name="connsiteY47" fmla="*/ 335955 h 6857999"/>
              <a:gd name="connsiteX48" fmla="*/ 729199 w 12191999"/>
              <a:gd name="connsiteY48" fmla="*/ 527225 h 6857999"/>
              <a:gd name="connsiteX49" fmla="*/ 770409 w 12191999"/>
              <a:gd name="connsiteY49" fmla="*/ 527225 h 6857999"/>
              <a:gd name="connsiteX50" fmla="*/ 770409 w 12191999"/>
              <a:gd name="connsiteY50" fmla="*/ 449262 h 6857999"/>
              <a:gd name="connsiteX51" fmla="*/ 814558 w 12191999"/>
              <a:gd name="connsiteY51" fmla="*/ 449262 h 6857999"/>
              <a:gd name="connsiteX52" fmla="*/ 845065 w 12191999"/>
              <a:gd name="connsiteY52" fmla="*/ 444444 h 6857999"/>
              <a:gd name="connsiteX53" fmla="*/ 865542 w 12191999"/>
              <a:gd name="connsiteY53" fmla="*/ 431705 h 6857999"/>
              <a:gd name="connsiteX54" fmla="*/ 877054 w 12191999"/>
              <a:gd name="connsiteY54" fmla="*/ 413526 h 6857999"/>
              <a:gd name="connsiteX55" fmla="*/ 880667 w 12191999"/>
              <a:gd name="connsiteY55" fmla="*/ 392622 h 6857999"/>
              <a:gd name="connsiteX56" fmla="*/ 877054 w 12191999"/>
              <a:gd name="connsiteY56" fmla="*/ 371596 h 6857999"/>
              <a:gd name="connsiteX57" fmla="*/ 865542 w 12191999"/>
              <a:gd name="connsiteY57" fmla="*/ 353539 h 6857999"/>
              <a:gd name="connsiteX58" fmla="*/ 865542 w 12191999"/>
              <a:gd name="connsiteY58" fmla="*/ 353526 h 6857999"/>
              <a:gd name="connsiteX59" fmla="*/ 845065 w 12191999"/>
              <a:gd name="connsiteY59" fmla="*/ 340786 h 6857999"/>
              <a:gd name="connsiteX60" fmla="*/ 814558 w 12191999"/>
              <a:gd name="connsiteY60" fmla="*/ 335955 h 6857999"/>
              <a:gd name="connsiteX61" fmla="*/ 0 w 12191999"/>
              <a:gd name="connsiteY61" fmla="*/ 0 h 6857999"/>
              <a:gd name="connsiteX62" fmla="*/ 12191999 w 12191999"/>
              <a:gd name="connsiteY62" fmla="*/ 0 h 6857999"/>
              <a:gd name="connsiteX63" fmla="*/ 12191999 w 12191999"/>
              <a:gd name="connsiteY63" fmla="*/ 6857999 h 6857999"/>
              <a:gd name="connsiteX64" fmla="*/ 0 w 12191999"/>
              <a:gd name="connsiteY64" fmla="*/ 6857999 h 6857999"/>
            </a:gdLst>
            <a:rect l="l" t="t" r="r" b="b"/>
            <a:pathLst>
              <a:path w="12191999" h="6857999">
                <a:moveTo>
                  <a:pt x="555663" y="449275"/>
                </a:moveTo>
                <a:lnTo>
                  <a:pt x="555663" y="527238"/>
                </a:lnTo>
                <a:lnTo>
                  <a:pt x="693880" y="527238"/>
                </a:lnTo>
                <a:lnTo>
                  <a:pt x="693880" y="491866"/>
                </a:lnTo>
                <a:lnTo>
                  <a:pt x="596873" y="491866"/>
                </a:lnTo>
                <a:lnTo>
                  <a:pt x="596873" y="449275"/>
                </a:lnTo>
                <a:close/>
                <a:moveTo>
                  <a:pt x="948084" y="413918"/>
                </a:moveTo>
                <a:lnTo>
                  <a:pt x="948084" y="449275"/>
                </a:lnTo>
                <a:lnTo>
                  <a:pt x="906874" y="449275"/>
                </a:lnTo>
                <a:lnTo>
                  <a:pt x="906874" y="527224"/>
                </a:lnTo>
                <a:lnTo>
                  <a:pt x="948084" y="527224"/>
                </a:lnTo>
                <a:lnTo>
                  <a:pt x="948084" y="449276"/>
                </a:lnTo>
                <a:lnTo>
                  <a:pt x="1036800" y="449276"/>
                </a:lnTo>
                <a:lnTo>
                  <a:pt x="1036800" y="413918"/>
                </a:lnTo>
                <a:close/>
                <a:moveTo>
                  <a:pt x="596874" y="413918"/>
                </a:moveTo>
                <a:lnTo>
                  <a:pt x="596874" y="449276"/>
                </a:lnTo>
                <a:lnTo>
                  <a:pt x="685590" y="449276"/>
                </a:lnTo>
                <a:lnTo>
                  <a:pt x="685590" y="413918"/>
                </a:lnTo>
                <a:close/>
                <a:moveTo>
                  <a:pt x="770423" y="371326"/>
                </a:moveTo>
                <a:lnTo>
                  <a:pt x="803073" y="371326"/>
                </a:lnTo>
                <a:cubicBezTo>
                  <a:pt x="807885" y="371326"/>
                  <a:pt x="812523" y="371596"/>
                  <a:pt x="816985" y="372123"/>
                </a:cubicBezTo>
                <a:cubicBezTo>
                  <a:pt x="821447" y="372649"/>
                  <a:pt x="825370" y="373688"/>
                  <a:pt x="828753" y="375213"/>
                </a:cubicBezTo>
                <a:cubicBezTo>
                  <a:pt x="832137" y="376738"/>
                  <a:pt x="834860" y="378897"/>
                  <a:pt x="836909" y="381677"/>
                </a:cubicBezTo>
                <a:cubicBezTo>
                  <a:pt x="838958" y="384457"/>
                  <a:pt x="839983" y="388115"/>
                  <a:pt x="839983" y="392622"/>
                </a:cubicBezTo>
                <a:cubicBezTo>
                  <a:pt x="839983" y="397130"/>
                  <a:pt x="838958" y="400787"/>
                  <a:pt x="836909" y="403567"/>
                </a:cubicBezTo>
                <a:cubicBezTo>
                  <a:pt x="834860" y="406347"/>
                  <a:pt x="832137" y="408506"/>
                  <a:pt x="828753" y="410031"/>
                </a:cubicBezTo>
                <a:cubicBezTo>
                  <a:pt x="825356" y="411556"/>
                  <a:pt x="821433" y="412582"/>
                  <a:pt x="816985" y="413122"/>
                </a:cubicBezTo>
                <a:cubicBezTo>
                  <a:pt x="812523" y="413648"/>
                  <a:pt x="807885" y="413918"/>
                  <a:pt x="803073" y="413918"/>
                </a:cubicBezTo>
                <a:lnTo>
                  <a:pt x="770423" y="413918"/>
                </a:lnTo>
                <a:close/>
                <a:moveTo>
                  <a:pt x="1074937" y="335968"/>
                </a:moveTo>
                <a:lnTo>
                  <a:pt x="1074937" y="527238"/>
                </a:lnTo>
                <a:lnTo>
                  <a:pt x="1213140" y="527238"/>
                </a:lnTo>
                <a:lnTo>
                  <a:pt x="1213140" y="491867"/>
                </a:lnTo>
                <a:lnTo>
                  <a:pt x="1116134" y="491867"/>
                </a:lnTo>
                <a:lnTo>
                  <a:pt x="1116134" y="335968"/>
                </a:lnTo>
                <a:close/>
                <a:moveTo>
                  <a:pt x="906874" y="335968"/>
                </a:moveTo>
                <a:lnTo>
                  <a:pt x="906874" y="413917"/>
                </a:lnTo>
                <a:lnTo>
                  <a:pt x="948084" y="413917"/>
                </a:lnTo>
                <a:lnTo>
                  <a:pt x="948084" y="371326"/>
                </a:lnTo>
                <a:lnTo>
                  <a:pt x="1045091" y="371326"/>
                </a:lnTo>
                <a:lnTo>
                  <a:pt x="1045091" y="335968"/>
                </a:lnTo>
                <a:close/>
                <a:moveTo>
                  <a:pt x="555663" y="335968"/>
                </a:moveTo>
                <a:lnTo>
                  <a:pt x="555663" y="413917"/>
                </a:lnTo>
                <a:lnTo>
                  <a:pt x="596873" y="413917"/>
                </a:lnTo>
                <a:lnTo>
                  <a:pt x="596873" y="371326"/>
                </a:lnTo>
                <a:lnTo>
                  <a:pt x="693880" y="371326"/>
                </a:lnTo>
                <a:lnTo>
                  <a:pt x="693880" y="335968"/>
                </a:lnTo>
                <a:close/>
                <a:moveTo>
                  <a:pt x="729199" y="335955"/>
                </a:moveTo>
                <a:lnTo>
                  <a:pt x="729199" y="527225"/>
                </a:lnTo>
                <a:lnTo>
                  <a:pt x="770409" y="527225"/>
                </a:lnTo>
                <a:lnTo>
                  <a:pt x="770409" y="449262"/>
                </a:lnTo>
                <a:lnTo>
                  <a:pt x="814558" y="449262"/>
                </a:lnTo>
                <a:cubicBezTo>
                  <a:pt x="826502" y="449262"/>
                  <a:pt x="836680" y="447656"/>
                  <a:pt x="845065" y="444444"/>
                </a:cubicBezTo>
                <a:cubicBezTo>
                  <a:pt x="853450" y="441232"/>
                  <a:pt x="860271" y="436981"/>
                  <a:pt x="865542" y="431705"/>
                </a:cubicBezTo>
                <a:cubicBezTo>
                  <a:pt x="870799" y="426428"/>
                  <a:pt x="874641" y="420369"/>
                  <a:pt x="877054" y="413526"/>
                </a:cubicBezTo>
                <a:cubicBezTo>
                  <a:pt x="879467" y="406684"/>
                  <a:pt x="880667" y="399721"/>
                  <a:pt x="880667" y="392622"/>
                </a:cubicBezTo>
                <a:cubicBezTo>
                  <a:pt x="880667" y="385524"/>
                  <a:pt x="879467" y="378357"/>
                  <a:pt x="877054" y="371596"/>
                </a:cubicBezTo>
                <a:cubicBezTo>
                  <a:pt x="874641" y="364835"/>
                  <a:pt x="870813" y="358816"/>
                  <a:pt x="865542" y="353539"/>
                </a:cubicBezTo>
                <a:lnTo>
                  <a:pt x="865542" y="353526"/>
                </a:lnTo>
                <a:cubicBezTo>
                  <a:pt x="860271" y="348249"/>
                  <a:pt x="853450" y="343998"/>
                  <a:pt x="845065" y="340786"/>
                </a:cubicBezTo>
                <a:cubicBezTo>
                  <a:pt x="836680" y="337574"/>
                  <a:pt x="826502" y="335955"/>
                  <a:pt x="814558" y="335955"/>
                </a:cubicBezTo>
                <a:close/>
                <a:moveTo>
                  <a:pt x="0" y="0"/>
                </a:moveTo>
                <a:lnTo>
                  <a:pt x="12191999" y="0"/>
                </a:lnTo>
                <a:lnTo>
                  <a:pt x="12191999" y="6857999"/>
                </a:lnTo>
                <a:lnTo>
                  <a:pt x="0" y="6857999"/>
                </a:lnTo>
                <a:close/>
              </a:path>
            </a:pathLst>
          </a:custGeom>
        </p:spPr>
        <p:txBody>
          <a:bodyPr xmlns:a="http://schemas.openxmlformats.org/drawingml/2006/main" wrap="square">
            <a:noAutofit/>
          </a:bodyPr>
          <a:lstStyle xmlns:a="http://schemas.openxmlformats.org/drawingml/2006/main"/>
          <a:p xmlns:a="http://schemas.openxmlformats.org/drawingml/2006/main">
            <a:r>
              <a:t>Cliquez sur l'icône pour ajouter une image</a:t>
            </a:r>
          </a:p>
        </p:txBody>
      </p:sp>
      <p:sp>
        <p:nvSpPr>
          <p:cNvPr id="2" name="Espace réservé de la date 1">
            <a:extLst xmlns:a="http://schemas.openxmlformats.org/drawingml/2006/main">
              <a:ext uri="{FF2B5EF4-FFF2-40B4-BE49-F238E27FC236}">
                <a16:creationId xmlns:a16="http://schemas.microsoft.com/office/drawing/2014/main" id="{22F0DAA2-4F8C-57C5-70AF-C09C85FE85E3}"/>
              </a:ext>
            </a:extLst>
          </p:cNvPr>
          <p:cNvSpPr>
            <a:spLocks xmlns:a="http://schemas.openxmlformats.org/drawingml/2006/main" noGrp="1"/>
          </p:cNvSpPr>
          <p:nvPr>
            <p:ph type="dt" idx="14"/>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3" name="Espace réservé du pied de page 2">
            <a:extLst xmlns:a="http://schemas.openxmlformats.org/drawingml/2006/main">
              <a:ext uri="{FF2B5EF4-FFF2-40B4-BE49-F238E27FC236}">
                <a16:creationId xmlns:a16="http://schemas.microsoft.com/office/drawing/2014/main" id="{6EA54448-3D98-55D4-A93A-919F2D091CD3}"/>
              </a:ext>
            </a:extLst>
          </p:cNvPr>
          <p:cNvSpPr>
            <a:spLocks xmlns:a="http://schemas.openxmlformats.org/drawingml/2006/main" noGrp="1"/>
          </p:cNvSpPr>
          <p:nvPr>
            <p:ph type="ftr" idx="15"/>
          </p:nvPr>
        </p:nvSpPr>
        <p:spPr/>
        <p:txBody>
          <a:bodyPr xmlns:a="http://schemas.openxmlformats.org/drawingml/2006/main"/>
          <a:lstStyle xmlns:a="http://schemas.openxmlformats.org/drawingml/2006/main"/>
          <a:p xmlns:a="http://schemas.openxmlformats.org/drawingml/2006/main">
            <a:endParaRPr/>
          </a:p>
        </p:txBody>
      </p:sp>
      <p:sp>
        <p:nvSpPr>
          <p:cNvPr id="4" name="Espace réservé du numéro de diapositive 3">
            <a:extLst xmlns:a="http://schemas.openxmlformats.org/drawingml/2006/main">
              <a:ext uri="{FF2B5EF4-FFF2-40B4-BE49-F238E27FC236}">
                <a16:creationId xmlns:a16="http://schemas.microsoft.com/office/drawing/2014/main" id="{751EDA2B-8A2F-D33E-C6F9-727DD4FC59FF}"/>
              </a:ext>
            </a:extLst>
          </p:cNvPr>
          <p:cNvSpPr>
            <a:spLocks xmlns:a="http://schemas.openxmlformats.org/drawingml/2006/main" noGrp="1"/>
          </p:cNvSpPr>
          <p:nvPr>
            <p:ph type="sldNum" idx="16"/>
          </p:nvPr>
        </p:nvSpPr>
        <p:spPr/>
        <p:txBody>
          <a:bodyPr xmlns:a="http://schemas.openxmlformats.org/drawingml/2006/main"/>
          <a:lstStyle xmlns:a="http://schemas.openxmlformats.org/drawingml/2006/main"/>
          <a:p xmlns:a="http://schemas.openxmlformats.org/drawingml/2006/main">
            <a:fld id="{E1E1CD7C-2161-7D43-862E-CE4C333CD873}" type="slidenum">
              <a:t>‹#›</a:t>
            </a:fld>
            <a:endParaRPr/>
          </a:p>
        </p:txBody>
      </p:sp>
    </p:spTree>
  </p:cSld>
</p:sldLayout>
</file>

<file path=ppt/slideLayouts/slideLayout29.xml><?xml version="1.0" encoding="utf-8"?>
<p:sldLayout xmlns:p="http://schemas.openxmlformats.org/presentationml/2006/main" preserve="1" userDrawn="1">
  <p:cSld name="Full image title">
    <p:spTree>
      <p:nvGrpSpPr>
        <p:cNvPr id="1" name=""/>
        <p:cNvGrpSpPr/>
        <p:nvPr/>
      </p:nvGrpSpPr>
      <p:grpSpPr>
        <a:xfrm xmlns:a="http://schemas.openxmlformats.org/drawingml/2006/main"/>
      </p:grpSpPr>
      <p:sp>
        <p:nvSpPr>
          <p:cNvPr id="18" name="Espace réservé pour une image  17">
            <a:extLst xmlns:a="http://schemas.openxmlformats.org/drawingml/2006/main">
              <a:ext uri="{FF2B5EF4-FFF2-40B4-BE49-F238E27FC236}">
                <a16:creationId xmlns:a16="http://schemas.microsoft.com/office/drawing/2014/main" id="{B5DEE997-6BE2-8721-E274-AB6D2BAD8AD3}"/>
              </a:ext>
            </a:extLst>
          </p:cNvPr>
          <p:cNvSpPr>
            <a:spLocks xmlns:a="http://schemas.openxmlformats.org/drawingml/2006/main" noGrp="1"/>
          </p:cNvSpPr>
          <p:nvPr>
            <p:ph type="pic" idx="13"/>
          </p:nvPr>
        </p:nvSpPr>
        <p:spPr>
          <a:xfrm xmlns:a="http://schemas.openxmlformats.org/drawingml/2006/main">
            <a:off x="0" y="0"/>
            <a:ext cx="12191999" cy="6857999"/>
          </a:xfrm>
          <a:custGeom xmlns:a="http://schemas.openxmlformats.org/drawingml/2006/main">
            <a:gdLst>
              <a:gd name="connsiteX0" fmla="*/ 555663 w 12191999"/>
              <a:gd name="connsiteY0" fmla="*/ 449275 h 6857999"/>
              <a:gd name="connsiteX1" fmla="*/ 555663 w 12191999"/>
              <a:gd name="connsiteY1" fmla="*/ 527238 h 6857999"/>
              <a:gd name="connsiteX2" fmla="*/ 693880 w 12191999"/>
              <a:gd name="connsiteY2" fmla="*/ 527238 h 6857999"/>
              <a:gd name="connsiteX3" fmla="*/ 693880 w 12191999"/>
              <a:gd name="connsiteY3" fmla="*/ 491866 h 6857999"/>
              <a:gd name="connsiteX4" fmla="*/ 596873 w 12191999"/>
              <a:gd name="connsiteY4" fmla="*/ 491866 h 6857999"/>
              <a:gd name="connsiteX5" fmla="*/ 596873 w 12191999"/>
              <a:gd name="connsiteY5" fmla="*/ 449275 h 6857999"/>
              <a:gd name="connsiteX6" fmla="*/ 948084 w 12191999"/>
              <a:gd name="connsiteY6" fmla="*/ 413918 h 6857999"/>
              <a:gd name="connsiteX7" fmla="*/ 948084 w 12191999"/>
              <a:gd name="connsiteY7" fmla="*/ 449275 h 6857999"/>
              <a:gd name="connsiteX8" fmla="*/ 906874 w 12191999"/>
              <a:gd name="connsiteY8" fmla="*/ 449275 h 6857999"/>
              <a:gd name="connsiteX9" fmla="*/ 906874 w 12191999"/>
              <a:gd name="connsiteY9" fmla="*/ 527224 h 6857999"/>
              <a:gd name="connsiteX10" fmla="*/ 948084 w 12191999"/>
              <a:gd name="connsiteY10" fmla="*/ 527224 h 6857999"/>
              <a:gd name="connsiteX11" fmla="*/ 948084 w 12191999"/>
              <a:gd name="connsiteY11" fmla="*/ 449276 h 6857999"/>
              <a:gd name="connsiteX12" fmla="*/ 1036800 w 12191999"/>
              <a:gd name="connsiteY12" fmla="*/ 449276 h 6857999"/>
              <a:gd name="connsiteX13" fmla="*/ 1036800 w 12191999"/>
              <a:gd name="connsiteY13" fmla="*/ 413918 h 6857999"/>
              <a:gd name="connsiteX14" fmla="*/ 596874 w 12191999"/>
              <a:gd name="connsiteY14" fmla="*/ 413918 h 6857999"/>
              <a:gd name="connsiteX15" fmla="*/ 596874 w 12191999"/>
              <a:gd name="connsiteY15" fmla="*/ 449276 h 6857999"/>
              <a:gd name="connsiteX16" fmla="*/ 685590 w 12191999"/>
              <a:gd name="connsiteY16" fmla="*/ 449276 h 6857999"/>
              <a:gd name="connsiteX17" fmla="*/ 685590 w 12191999"/>
              <a:gd name="connsiteY17" fmla="*/ 413918 h 6857999"/>
              <a:gd name="connsiteX18" fmla="*/ 770423 w 12191999"/>
              <a:gd name="connsiteY18" fmla="*/ 371326 h 6857999"/>
              <a:gd name="connsiteX19" fmla="*/ 803073 w 12191999"/>
              <a:gd name="connsiteY19" fmla="*/ 371326 h 6857999"/>
              <a:gd name="connsiteX20" fmla="*/ 816985 w 12191999"/>
              <a:gd name="connsiteY20" fmla="*/ 372123 h 6857999"/>
              <a:gd name="connsiteX21" fmla="*/ 828753 w 12191999"/>
              <a:gd name="connsiteY21" fmla="*/ 375213 h 6857999"/>
              <a:gd name="connsiteX22" fmla="*/ 836909 w 12191999"/>
              <a:gd name="connsiteY22" fmla="*/ 381677 h 6857999"/>
              <a:gd name="connsiteX23" fmla="*/ 839983 w 12191999"/>
              <a:gd name="connsiteY23" fmla="*/ 392622 h 6857999"/>
              <a:gd name="connsiteX24" fmla="*/ 836909 w 12191999"/>
              <a:gd name="connsiteY24" fmla="*/ 403567 h 6857999"/>
              <a:gd name="connsiteX25" fmla="*/ 828753 w 12191999"/>
              <a:gd name="connsiteY25" fmla="*/ 410031 h 6857999"/>
              <a:gd name="connsiteX26" fmla="*/ 816985 w 12191999"/>
              <a:gd name="connsiteY26" fmla="*/ 413122 h 6857999"/>
              <a:gd name="connsiteX27" fmla="*/ 803073 w 12191999"/>
              <a:gd name="connsiteY27" fmla="*/ 413918 h 6857999"/>
              <a:gd name="connsiteX28" fmla="*/ 770423 w 12191999"/>
              <a:gd name="connsiteY28" fmla="*/ 413918 h 6857999"/>
              <a:gd name="connsiteX29" fmla="*/ 1074937 w 12191999"/>
              <a:gd name="connsiteY29" fmla="*/ 335968 h 6857999"/>
              <a:gd name="connsiteX30" fmla="*/ 1074937 w 12191999"/>
              <a:gd name="connsiteY30" fmla="*/ 527238 h 6857999"/>
              <a:gd name="connsiteX31" fmla="*/ 1213140 w 12191999"/>
              <a:gd name="connsiteY31" fmla="*/ 527238 h 6857999"/>
              <a:gd name="connsiteX32" fmla="*/ 1213140 w 12191999"/>
              <a:gd name="connsiteY32" fmla="*/ 491867 h 6857999"/>
              <a:gd name="connsiteX33" fmla="*/ 1116134 w 12191999"/>
              <a:gd name="connsiteY33" fmla="*/ 491867 h 6857999"/>
              <a:gd name="connsiteX34" fmla="*/ 1116134 w 12191999"/>
              <a:gd name="connsiteY34" fmla="*/ 335968 h 6857999"/>
              <a:gd name="connsiteX35" fmla="*/ 906874 w 12191999"/>
              <a:gd name="connsiteY35" fmla="*/ 335968 h 6857999"/>
              <a:gd name="connsiteX36" fmla="*/ 906874 w 12191999"/>
              <a:gd name="connsiteY36" fmla="*/ 413917 h 6857999"/>
              <a:gd name="connsiteX37" fmla="*/ 948084 w 12191999"/>
              <a:gd name="connsiteY37" fmla="*/ 413917 h 6857999"/>
              <a:gd name="connsiteX38" fmla="*/ 948084 w 12191999"/>
              <a:gd name="connsiteY38" fmla="*/ 371326 h 6857999"/>
              <a:gd name="connsiteX39" fmla="*/ 1045091 w 12191999"/>
              <a:gd name="connsiteY39" fmla="*/ 371326 h 6857999"/>
              <a:gd name="connsiteX40" fmla="*/ 1045091 w 12191999"/>
              <a:gd name="connsiteY40" fmla="*/ 335968 h 6857999"/>
              <a:gd name="connsiteX41" fmla="*/ 555663 w 12191999"/>
              <a:gd name="connsiteY41" fmla="*/ 335968 h 6857999"/>
              <a:gd name="connsiteX42" fmla="*/ 555663 w 12191999"/>
              <a:gd name="connsiteY42" fmla="*/ 413917 h 6857999"/>
              <a:gd name="connsiteX43" fmla="*/ 596873 w 12191999"/>
              <a:gd name="connsiteY43" fmla="*/ 413917 h 6857999"/>
              <a:gd name="connsiteX44" fmla="*/ 596873 w 12191999"/>
              <a:gd name="connsiteY44" fmla="*/ 371326 h 6857999"/>
              <a:gd name="connsiteX45" fmla="*/ 693880 w 12191999"/>
              <a:gd name="connsiteY45" fmla="*/ 371326 h 6857999"/>
              <a:gd name="connsiteX46" fmla="*/ 693880 w 12191999"/>
              <a:gd name="connsiteY46" fmla="*/ 335968 h 6857999"/>
              <a:gd name="connsiteX47" fmla="*/ 729199 w 12191999"/>
              <a:gd name="connsiteY47" fmla="*/ 335955 h 6857999"/>
              <a:gd name="connsiteX48" fmla="*/ 729199 w 12191999"/>
              <a:gd name="connsiteY48" fmla="*/ 527225 h 6857999"/>
              <a:gd name="connsiteX49" fmla="*/ 770409 w 12191999"/>
              <a:gd name="connsiteY49" fmla="*/ 527225 h 6857999"/>
              <a:gd name="connsiteX50" fmla="*/ 770409 w 12191999"/>
              <a:gd name="connsiteY50" fmla="*/ 449262 h 6857999"/>
              <a:gd name="connsiteX51" fmla="*/ 814558 w 12191999"/>
              <a:gd name="connsiteY51" fmla="*/ 449262 h 6857999"/>
              <a:gd name="connsiteX52" fmla="*/ 845065 w 12191999"/>
              <a:gd name="connsiteY52" fmla="*/ 444444 h 6857999"/>
              <a:gd name="connsiteX53" fmla="*/ 865542 w 12191999"/>
              <a:gd name="connsiteY53" fmla="*/ 431705 h 6857999"/>
              <a:gd name="connsiteX54" fmla="*/ 877054 w 12191999"/>
              <a:gd name="connsiteY54" fmla="*/ 413526 h 6857999"/>
              <a:gd name="connsiteX55" fmla="*/ 880667 w 12191999"/>
              <a:gd name="connsiteY55" fmla="*/ 392622 h 6857999"/>
              <a:gd name="connsiteX56" fmla="*/ 877054 w 12191999"/>
              <a:gd name="connsiteY56" fmla="*/ 371596 h 6857999"/>
              <a:gd name="connsiteX57" fmla="*/ 865542 w 12191999"/>
              <a:gd name="connsiteY57" fmla="*/ 353539 h 6857999"/>
              <a:gd name="connsiteX58" fmla="*/ 865542 w 12191999"/>
              <a:gd name="connsiteY58" fmla="*/ 353526 h 6857999"/>
              <a:gd name="connsiteX59" fmla="*/ 845065 w 12191999"/>
              <a:gd name="connsiteY59" fmla="*/ 340786 h 6857999"/>
              <a:gd name="connsiteX60" fmla="*/ 814558 w 12191999"/>
              <a:gd name="connsiteY60" fmla="*/ 335955 h 6857999"/>
              <a:gd name="connsiteX61" fmla="*/ 0 w 12191999"/>
              <a:gd name="connsiteY61" fmla="*/ 0 h 6857999"/>
              <a:gd name="connsiteX62" fmla="*/ 12191999 w 12191999"/>
              <a:gd name="connsiteY62" fmla="*/ 0 h 6857999"/>
              <a:gd name="connsiteX63" fmla="*/ 12191999 w 12191999"/>
              <a:gd name="connsiteY63" fmla="*/ 6857999 h 6857999"/>
              <a:gd name="connsiteX64" fmla="*/ 0 w 12191999"/>
              <a:gd name="connsiteY64" fmla="*/ 6857999 h 6857999"/>
            </a:gdLst>
            <a:rect l="l" t="t" r="r" b="b"/>
            <a:pathLst>
              <a:path w="12191999" h="6857999">
                <a:moveTo>
                  <a:pt x="555663" y="449275"/>
                </a:moveTo>
                <a:lnTo>
                  <a:pt x="555663" y="527238"/>
                </a:lnTo>
                <a:lnTo>
                  <a:pt x="693880" y="527238"/>
                </a:lnTo>
                <a:lnTo>
                  <a:pt x="693880" y="491866"/>
                </a:lnTo>
                <a:lnTo>
                  <a:pt x="596873" y="491866"/>
                </a:lnTo>
                <a:lnTo>
                  <a:pt x="596873" y="449275"/>
                </a:lnTo>
                <a:close/>
                <a:moveTo>
                  <a:pt x="948084" y="413918"/>
                </a:moveTo>
                <a:lnTo>
                  <a:pt x="948084" y="449275"/>
                </a:lnTo>
                <a:lnTo>
                  <a:pt x="906874" y="449275"/>
                </a:lnTo>
                <a:lnTo>
                  <a:pt x="906874" y="527224"/>
                </a:lnTo>
                <a:lnTo>
                  <a:pt x="948084" y="527224"/>
                </a:lnTo>
                <a:lnTo>
                  <a:pt x="948084" y="449276"/>
                </a:lnTo>
                <a:lnTo>
                  <a:pt x="1036800" y="449276"/>
                </a:lnTo>
                <a:lnTo>
                  <a:pt x="1036800" y="413918"/>
                </a:lnTo>
                <a:close/>
                <a:moveTo>
                  <a:pt x="596874" y="413918"/>
                </a:moveTo>
                <a:lnTo>
                  <a:pt x="596874" y="449276"/>
                </a:lnTo>
                <a:lnTo>
                  <a:pt x="685590" y="449276"/>
                </a:lnTo>
                <a:lnTo>
                  <a:pt x="685590" y="413918"/>
                </a:lnTo>
                <a:close/>
                <a:moveTo>
                  <a:pt x="770423" y="371326"/>
                </a:moveTo>
                <a:lnTo>
                  <a:pt x="803073" y="371326"/>
                </a:lnTo>
                <a:cubicBezTo>
                  <a:pt x="807885" y="371326"/>
                  <a:pt x="812523" y="371596"/>
                  <a:pt x="816985" y="372123"/>
                </a:cubicBezTo>
                <a:cubicBezTo>
                  <a:pt x="821447" y="372649"/>
                  <a:pt x="825370" y="373688"/>
                  <a:pt x="828753" y="375213"/>
                </a:cubicBezTo>
                <a:cubicBezTo>
                  <a:pt x="832137" y="376738"/>
                  <a:pt x="834860" y="378897"/>
                  <a:pt x="836909" y="381677"/>
                </a:cubicBezTo>
                <a:cubicBezTo>
                  <a:pt x="838958" y="384457"/>
                  <a:pt x="839983" y="388115"/>
                  <a:pt x="839983" y="392622"/>
                </a:cubicBezTo>
                <a:cubicBezTo>
                  <a:pt x="839983" y="397130"/>
                  <a:pt x="838958" y="400787"/>
                  <a:pt x="836909" y="403567"/>
                </a:cubicBezTo>
                <a:cubicBezTo>
                  <a:pt x="834860" y="406347"/>
                  <a:pt x="832137" y="408506"/>
                  <a:pt x="828753" y="410031"/>
                </a:cubicBezTo>
                <a:cubicBezTo>
                  <a:pt x="825356" y="411556"/>
                  <a:pt x="821433" y="412582"/>
                  <a:pt x="816985" y="413122"/>
                </a:cubicBezTo>
                <a:cubicBezTo>
                  <a:pt x="812523" y="413648"/>
                  <a:pt x="807885" y="413918"/>
                  <a:pt x="803073" y="413918"/>
                </a:cubicBezTo>
                <a:lnTo>
                  <a:pt x="770423" y="413918"/>
                </a:lnTo>
                <a:close/>
                <a:moveTo>
                  <a:pt x="1074937" y="335968"/>
                </a:moveTo>
                <a:lnTo>
                  <a:pt x="1074937" y="527238"/>
                </a:lnTo>
                <a:lnTo>
                  <a:pt x="1213140" y="527238"/>
                </a:lnTo>
                <a:lnTo>
                  <a:pt x="1213140" y="491867"/>
                </a:lnTo>
                <a:lnTo>
                  <a:pt x="1116134" y="491867"/>
                </a:lnTo>
                <a:lnTo>
                  <a:pt x="1116134" y="335968"/>
                </a:lnTo>
                <a:close/>
                <a:moveTo>
                  <a:pt x="906874" y="335968"/>
                </a:moveTo>
                <a:lnTo>
                  <a:pt x="906874" y="413917"/>
                </a:lnTo>
                <a:lnTo>
                  <a:pt x="948084" y="413917"/>
                </a:lnTo>
                <a:lnTo>
                  <a:pt x="948084" y="371326"/>
                </a:lnTo>
                <a:lnTo>
                  <a:pt x="1045091" y="371326"/>
                </a:lnTo>
                <a:lnTo>
                  <a:pt x="1045091" y="335968"/>
                </a:lnTo>
                <a:close/>
                <a:moveTo>
                  <a:pt x="555663" y="335968"/>
                </a:moveTo>
                <a:lnTo>
                  <a:pt x="555663" y="413917"/>
                </a:lnTo>
                <a:lnTo>
                  <a:pt x="596873" y="413917"/>
                </a:lnTo>
                <a:lnTo>
                  <a:pt x="596873" y="371326"/>
                </a:lnTo>
                <a:lnTo>
                  <a:pt x="693880" y="371326"/>
                </a:lnTo>
                <a:lnTo>
                  <a:pt x="693880" y="335968"/>
                </a:lnTo>
                <a:close/>
                <a:moveTo>
                  <a:pt x="729199" y="335955"/>
                </a:moveTo>
                <a:lnTo>
                  <a:pt x="729199" y="527225"/>
                </a:lnTo>
                <a:lnTo>
                  <a:pt x="770409" y="527225"/>
                </a:lnTo>
                <a:lnTo>
                  <a:pt x="770409" y="449262"/>
                </a:lnTo>
                <a:lnTo>
                  <a:pt x="814558" y="449262"/>
                </a:lnTo>
                <a:cubicBezTo>
                  <a:pt x="826502" y="449262"/>
                  <a:pt x="836680" y="447656"/>
                  <a:pt x="845065" y="444444"/>
                </a:cubicBezTo>
                <a:cubicBezTo>
                  <a:pt x="853450" y="441232"/>
                  <a:pt x="860271" y="436981"/>
                  <a:pt x="865542" y="431705"/>
                </a:cubicBezTo>
                <a:cubicBezTo>
                  <a:pt x="870799" y="426428"/>
                  <a:pt x="874641" y="420369"/>
                  <a:pt x="877054" y="413526"/>
                </a:cubicBezTo>
                <a:cubicBezTo>
                  <a:pt x="879467" y="406684"/>
                  <a:pt x="880667" y="399721"/>
                  <a:pt x="880667" y="392622"/>
                </a:cubicBezTo>
                <a:cubicBezTo>
                  <a:pt x="880667" y="385524"/>
                  <a:pt x="879467" y="378357"/>
                  <a:pt x="877054" y="371596"/>
                </a:cubicBezTo>
                <a:cubicBezTo>
                  <a:pt x="874641" y="364835"/>
                  <a:pt x="870813" y="358816"/>
                  <a:pt x="865542" y="353539"/>
                </a:cubicBezTo>
                <a:lnTo>
                  <a:pt x="865542" y="353526"/>
                </a:lnTo>
                <a:cubicBezTo>
                  <a:pt x="860271" y="348249"/>
                  <a:pt x="853450" y="343998"/>
                  <a:pt x="845065" y="340786"/>
                </a:cubicBezTo>
                <a:cubicBezTo>
                  <a:pt x="836680" y="337574"/>
                  <a:pt x="826502" y="335955"/>
                  <a:pt x="814558" y="335955"/>
                </a:cubicBezTo>
                <a:close/>
                <a:moveTo>
                  <a:pt x="0" y="0"/>
                </a:moveTo>
                <a:lnTo>
                  <a:pt x="12191999" y="0"/>
                </a:lnTo>
                <a:lnTo>
                  <a:pt x="12191999" y="6857999"/>
                </a:lnTo>
                <a:lnTo>
                  <a:pt x="0" y="6857999"/>
                </a:lnTo>
                <a:close/>
              </a:path>
            </a:pathLst>
          </a:custGeom>
        </p:spPr>
        <p:txBody>
          <a:bodyPr xmlns:a="http://schemas.openxmlformats.org/drawingml/2006/main" wrap="square">
            <a:noAutofit/>
          </a:bodyPr>
          <a:lstStyle xmlns:a="http://schemas.openxmlformats.org/drawingml/2006/main"/>
          <a:p xmlns:a="http://schemas.openxmlformats.org/drawingml/2006/main">
            <a:r>
              <a:t>Cliquez sur l'icône pour ajouter une image</a:t>
            </a:r>
          </a:p>
        </p:txBody>
      </p:sp>
      <p:sp>
        <p:nvSpPr>
          <p:cNvPr id="2" name="Titre 1">
            <a:extLst xmlns:a="http://schemas.openxmlformats.org/drawingml/2006/main">
              <a:ext uri="{FF2B5EF4-FFF2-40B4-BE49-F238E27FC236}">
                <a16:creationId xmlns:a16="http://schemas.microsoft.com/office/drawing/2014/main" id="{C596DC45-A2F3-ED7E-0FA3-50FAE375C6A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Modifiez le style du titre</a:t>
            </a:r>
            <a:endParaRPr/>
          </a:p>
        </p:txBody>
      </p:sp>
      <p:sp>
        <p:nvSpPr>
          <p:cNvPr id="3" name="Espace réservé de la date 2">
            <a:extLst xmlns:a="http://schemas.openxmlformats.org/drawingml/2006/main">
              <a:ext uri="{FF2B5EF4-FFF2-40B4-BE49-F238E27FC236}">
                <a16:creationId xmlns:a16="http://schemas.microsoft.com/office/drawing/2014/main" id="{E537400C-1017-B66F-9CB5-7D2B04E5F6B3}"/>
              </a:ext>
            </a:extLst>
          </p:cNvPr>
          <p:cNvSpPr>
            <a:spLocks xmlns:a="http://schemas.openxmlformats.org/drawingml/2006/main" noGrp="1"/>
          </p:cNvSpPr>
          <p:nvPr>
            <p:ph type="dt" idx="14"/>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4" name="Espace réservé du pied de page 3">
            <a:extLst xmlns:a="http://schemas.openxmlformats.org/drawingml/2006/main">
              <a:ext uri="{FF2B5EF4-FFF2-40B4-BE49-F238E27FC236}">
                <a16:creationId xmlns:a16="http://schemas.microsoft.com/office/drawing/2014/main" id="{BE6CCDED-88C0-1A5D-5485-599A78795388}"/>
              </a:ext>
            </a:extLst>
          </p:cNvPr>
          <p:cNvSpPr>
            <a:spLocks xmlns:a="http://schemas.openxmlformats.org/drawingml/2006/main" noGrp="1"/>
          </p:cNvSpPr>
          <p:nvPr>
            <p:ph type="ftr" idx="15"/>
          </p:nvPr>
        </p:nvSpPr>
        <p:spPr/>
        <p:txBody>
          <a:bodyPr xmlns:a="http://schemas.openxmlformats.org/drawingml/2006/main"/>
          <a:lstStyle xmlns:a="http://schemas.openxmlformats.org/drawingml/2006/main"/>
          <a:p xmlns:a="http://schemas.openxmlformats.org/drawingml/2006/main">
            <a:endParaRPr/>
          </a:p>
        </p:txBody>
      </p:sp>
      <p:sp>
        <p:nvSpPr>
          <p:cNvPr id="7" name="Espace réservé du numéro de diapositive 6">
            <a:extLst xmlns:a="http://schemas.openxmlformats.org/drawingml/2006/main">
              <a:ext uri="{FF2B5EF4-FFF2-40B4-BE49-F238E27FC236}">
                <a16:creationId xmlns:a16="http://schemas.microsoft.com/office/drawing/2014/main" id="{D210E308-8E16-948D-3328-AA3B12D0FCE8}"/>
              </a:ext>
            </a:extLst>
          </p:cNvPr>
          <p:cNvSpPr>
            <a:spLocks xmlns:a="http://schemas.openxmlformats.org/drawingml/2006/main" noGrp="1"/>
          </p:cNvSpPr>
          <p:nvPr>
            <p:ph type="sldNum" idx="16"/>
          </p:nvPr>
        </p:nvSpPr>
        <p:spPr/>
        <p:txBody>
          <a:bodyPr xmlns:a="http://schemas.openxmlformats.org/drawingml/2006/main"/>
          <a:lstStyle xmlns:a="http://schemas.openxmlformats.org/drawingml/2006/main"/>
          <a:p xmlns:a="http://schemas.openxmlformats.org/drawingml/2006/main">
            <a:fld id="{E1E1CD7C-2161-7D43-862E-CE4C333CD873}" type="slidenum">
              <a:t>‹#›</a:t>
            </a:fld>
            <a:endParaRPr/>
          </a:p>
        </p:txBody>
      </p:sp>
    </p:spTree>
  </p:cSld>
</p:sldLayout>
</file>

<file path=ppt/slideLayouts/slideLayout30.xml><?xml version="1.0" encoding="utf-8"?>
<p:sldLayout xmlns:p="http://schemas.openxmlformats.org/presentationml/2006/main" preserve="1" userDrawn="1">
  <p:cSld name="1_Full image title">
    <p:spTree>
      <p:nvGrpSpPr>
        <p:cNvPr id="1" name=""/>
        <p:cNvGrpSpPr/>
        <p:nvPr/>
      </p:nvGrpSpPr>
      <p:grpSpPr>
        <a:xfrm xmlns:a="http://schemas.openxmlformats.org/drawingml/2006/main"/>
      </p:grpSpPr>
      <p:sp>
        <p:nvSpPr>
          <p:cNvPr id="18" name="Espace réservé pour une image  17">
            <a:extLst xmlns:a="http://schemas.openxmlformats.org/drawingml/2006/main">
              <a:ext uri="{FF2B5EF4-FFF2-40B4-BE49-F238E27FC236}">
                <a16:creationId xmlns:a16="http://schemas.microsoft.com/office/drawing/2014/main" id="{B5DEE997-6BE2-8721-E274-AB6D2BAD8AD3}"/>
              </a:ext>
            </a:extLst>
          </p:cNvPr>
          <p:cNvSpPr>
            <a:spLocks xmlns:a="http://schemas.openxmlformats.org/drawingml/2006/main" noGrp="1"/>
          </p:cNvSpPr>
          <p:nvPr>
            <p:ph type="pic" idx="13"/>
          </p:nvPr>
        </p:nvSpPr>
        <p:spPr>
          <a:xfrm xmlns:a="http://schemas.openxmlformats.org/drawingml/2006/main">
            <a:off x="0" y="0"/>
            <a:ext cx="12191999" cy="6857999"/>
          </a:xfrm>
          <a:custGeom xmlns:a="http://schemas.openxmlformats.org/drawingml/2006/main">
            <a:gdLst>
              <a:gd name="connsiteX0" fmla="*/ 555663 w 12191999"/>
              <a:gd name="connsiteY0" fmla="*/ 449275 h 6857999"/>
              <a:gd name="connsiteX1" fmla="*/ 555663 w 12191999"/>
              <a:gd name="connsiteY1" fmla="*/ 527238 h 6857999"/>
              <a:gd name="connsiteX2" fmla="*/ 693880 w 12191999"/>
              <a:gd name="connsiteY2" fmla="*/ 527238 h 6857999"/>
              <a:gd name="connsiteX3" fmla="*/ 693880 w 12191999"/>
              <a:gd name="connsiteY3" fmla="*/ 491866 h 6857999"/>
              <a:gd name="connsiteX4" fmla="*/ 596873 w 12191999"/>
              <a:gd name="connsiteY4" fmla="*/ 491866 h 6857999"/>
              <a:gd name="connsiteX5" fmla="*/ 596873 w 12191999"/>
              <a:gd name="connsiteY5" fmla="*/ 449275 h 6857999"/>
              <a:gd name="connsiteX6" fmla="*/ 948084 w 12191999"/>
              <a:gd name="connsiteY6" fmla="*/ 413918 h 6857999"/>
              <a:gd name="connsiteX7" fmla="*/ 948084 w 12191999"/>
              <a:gd name="connsiteY7" fmla="*/ 449275 h 6857999"/>
              <a:gd name="connsiteX8" fmla="*/ 906874 w 12191999"/>
              <a:gd name="connsiteY8" fmla="*/ 449275 h 6857999"/>
              <a:gd name="connsiteX9" fmla="*/ 906874 w 12191999"/>
              <a:gd name="connsiteY9" fmla="*/ 527224 h 6857999"/>
              <a:gd name="connsiteX10" fmla="*/ 948084 w 12191999"/>
              <a:gd name="connsiteY10" fmla="*/ 527224 h 6857999"/>
              <a:gd name="connsiteX11" fmla="*/ 948084 w 12191999"/>
              <a:gd name="connsiteY11" fmla="*/ 449276 h 6857999"/>
              <a:gd name="connsiteX12" fmla="*/ 1036800 w 12191999"/>
              <a:gd name="connsiteY12" fmla="*/ 449276 h 6857999"/>
              <a:gd name="connsiteX13" fmla="*/ 1036800 w 12191999"/>
              <a:gd name="connsiteY13" fmla="*/ 413918 h 6857999"/>
              <a:gd name="connsiteX14" fmla="*/ 596874 w 12191999"/>
              <a:gd name="connsiteY14" fmla="*/ 413918 h 6857999"/>
              <a:gd name="connsiteX15" fmla="*/ 596874 w 12191999"/>
              <a:gd name="connsiteY15" fmla="*/ 449276 h 6857999"/>
              <a:gd name="connsiteX16" fmla="*/ 685590 w 12191999"/>
              <a:gd name="connsiteY16" fmla="*/ 449276 h 6857999"/>
              <a:gd name="connsiteX17" fmla="*/ 685590 w 12191999"/>
              <a:gd name="connsiteY17" fmla="*/ 413918 h 6857999"/>
              <a:gd name="connsiteX18" fmla="*/ 770423 w 12191999"/>
              <a:gd name="connsiteY18" fmla="*/ 371326 h 6857999"/>
              <a:gd name="connsiteX19" fmla="*/ 803073 w 12191999"/>
              <a:gd name="connsiteY19" fmla="*/ 371326 h 6857999"/>
              <a:gd name="connsiteX20" fmla="*/ 816985 w 12191999"/>
              <a:gd name="connsiteY20" fmla="*/ 372123 h 6857999"/>
              <a:gd name="connsiteX21" fmla="*/ 828753 w 12191999"/>
              <a:gd name="connsiteY21" fmla="*/ 375213 h 6857999"/>
              <a:gd name="connsiteX22" fmla="*/ 836909 w 12191999"/>
              <a:gd name="connsiteY22" fmla="*/ 381677 h 6857999"/>
              <a:gd name="connsiteX23" fmla="*/ 839983 w 12191999"/>
              <a:gd name="connsiteY23" fmla="*/ 392622 h 6857999"/>
              <a:gd name="connsiteX24" fmla="*/ 836909 w 12191999"/>
              <a:gd name="connsiteY24" fmla="*/ 403567 h 6857999"/>
              <a:gd name="connsiteX25" fmla="*/ 828753 w 12191999"/>
              <a:gd name="connsiteY25" fmla="*/ 410031 h 6857999"/>
              <a:gd name="connsiteX26" fmla="*/ 816985 w 12191999"/>
              <a:gd name="connsiteY26" fmla="*/ 413122 h 6857999"/>
              <a:gd name="connsiteX27" fmla="*/ 803073 w 12191999"/>
              <a:gd name="connsiteY27" fmla="*/ 413918 h 6857999"/>
              <a:gd name="connsiteX28" fmla="*/ 770423 w 12191999"/>
              <a:gd name="connsiteY28" fmla="*/ 413918 h 6857999"/>
              <a:gd name="connsiteX29" fmla="*/ 1074937 w 12191999"/>
              <a:gd name="connsiteY29" fmla="*/ 335968 h 6857999"/>
              <a:gd name="connsiteX30" fmla="*/ 1074937 w 12191999"/>
              <a:gd name="connsiteY30" fmla="*/ 527238 h 6857999"/>
              <a:gd name="connsiteX31" fmla="*/ 1213140 w 12191999"/>
              <a:gd name="connsiteY31" fmla="*/ 527238 h 6857999"/>
              <a:gd name="connsiteX32" fmla="*/ 1213140 w 12191999"/>
              <a:gd name="connsiteY32" fmla="*/ 491867 h 6857999"/>
              <a:gd name="connsiteX33" fmla="*/ 1116134 w 12191999"/>
              <a:gd name="connsiteY33" fmla="*/ 491867 h 6857999"/>
              <a:gd name="connsiteX34" fmla="*/ 1116134 w 12191999"/>
              <a:gd name="connsiteY34" fmla="*/ 335968 h 6857999"/>
              <a:gd name="connsiteX35" fmla="*/ 906874 w 12191999"/>
              <a:gd name="connsiteY35" fmla="*/ 335968 h 6857999"/>
              <a:gd name="connsiteX36" fmla="*/ 906874 w 12191999"/>
              <a:gd name="connsiteY36" fmla="*/ 413917 h 6857999"/>
              <a:gd name="connsiteX37" fmla="*/ 948084 w 12191999"/>
              <a:gd name="connsiteY37" fmla="*/ 413917 h 6857999"/>
              <a:gd name="connsiteX38" fmla="*/ 948084 w 12191999"/>
              <a:gd name="connsiteY38" fmla="*/ 371326 h 6857999"/>
              <a:gd name="connsiteX39" fmla="*/ 1045091 w 12191999"/>
              <a:gd name="connsiteY39" fmla="*/ 371326 h 6857999"/>
              <a:gd name="connsiteX40" fmla="*/ 1045091 w 12191999"/>
              <a:gd name="connsiteY40" fmla="*/ 335968 h 6857999"/>
              <a:gd name="connsiteX41" fmla="*/ 555663 w 12191999"/>
              <a:gd name="connsiteY41" fmla="*/ 335968 h 6857999"/>
              <a:gd name="connsiteX42" fmla="*/ 555663 w 12191999"/>
              <a:gd name="connsiteY42" fmla="*/ 413917 h 6857999"/>
              <a:gd name="connsiteX43" fmla="*/ 596873 w 12191999"/>
              <a:gd name="connsiteY43" fmla="*/ 413917 h 6857999"/>
              <a:gd name="connsiteX44" fmla="*/ 596873 w 12191999"/>
              <a:gd name="connsiteY44" fmla="*/ 371326 h 6857999"/>
              <a:gd name="connsiteX45" fmla="*/ 693880 w 12191999"/>
              <a:gd name="connsiteY45" fmla="*/ 371326 h 6857999"/>
              <a:gd name="connsiteX46" fmla="*/ 693880 w 12191999"/>
              <a:gd name="connsiteY46" fmla="*/ 335968 h 6857999"/>
              <a:gd name="connsiteX47" fmla="*/ 729199 w 12191999"/>
              <a:gd name="connsiteY47" fmla="*/ 335955 h 6857999"/>
              <a:gd name="connsiteX48" fmla="*/ 729199 w 12191999"/>
              <a:gd name="connsiteY48" fmla="*/ 527225 h 6857999"/>
              <a:gd name="connsiteX49" fmla="*/ 770409 w 12191999"/>
              <a:gd name="connsiteY49" fmla="*/ 527225 h 6857999"/>
              <a:gd name="connsiteX50" fmla="*/ 770409 w 12191999"/>
              <a:gd name="connsiteY50" fmla="*/ 449262 h 6857999"/>
              <a:gd name="connsiteX51" fmla="*/ 814558 w 12191999"/>
              <a:gd name="connsiteY51" fmla="*/ 449262 h 6857999"/>
              <a:gd name="connsiteX52" fmla="*/ 845065 w 12191999"/>
              <a:gd name="connsiteY52" fmla="*/ 444444 h 6857999"/>
              <a:gd name="connsiteX53" fmla="*/ 865542 w 12191999"/>
              <a:gd name="connsiteY53" fmla="*/ 431705 h 6857999"/>
              <a:gd name="connsiteX54" fmla="*/ 877054 w 12191999"/>
              <a:gd name="connsiteY54" fmla="*/ 413526 h 6857999"/>
              <a:gd name="connsiteX55" fmla="*/ 880667 w 12191999"/>
              <a:gd name="connsiteY55" fmla="*/ 392622 h 6857999"/>
              <a:gd name="connsiteX56" fmla="*/ 877054 w 12191999"/>
              <a:gd name="connsiteY56" fmla="*/ 371596 h 6857999"/>
              <a:gd name="connsiteX57" fmla="*/ 865542 w 12191999"/>
              <a:gd name="connsiteY57" fmla="*/ 353539 h 6857999"/>
              <a:gd name="connsiteX58" fmla="*/ 865542 w 12191999"/>
              <a:gd name="connsiteY58" fmla="*/ 353526 h 6857999"/>
              <a:gd name="connsiteX59" fmla="*/ 845065 w 12191999"/>
              <a:gd name="connsiteY59" fmla="*/ 340786 h 6857999"/>
              <a:gd name="connsiteX60" fmla="*/ 814558 w 12191999"/>
              <a:gd name="connsiteY60" fmla="*/ 335955 h 6857999"/>
              <a:gd name="connsiteX61" fmla="*/ 0 w 12191999"/>
              <a:gd name="connsiteY61" fmla="*/ 0 h 6857999"/>
              <a:gd name="connsiteX62" fmla="*/ 12191999 w 12191999"/>
              <a:gd name="connsiteY62" fmla="*/ 0 h 6857999"/>
              <a:gd name="connsiteX63" fmla="*/ 12191999 w 12191999"/>
              <a:gd name="connsiteY63" fmla="*/ 6857999 h 6857999"/>
              <a:gd name="connsiteX64" fmla="*/ 0 w 12191999"/>
              <a:gd name="connsiteY64" fmla="*/ 6857999 h 6857999"/>
            </a:gdLst>
            <a:rect l="l" t="t" r="r" b="b"/>
            <a:pathLst>
              <a:path w="12191999" h="6857999">
                <a:moveTo>
                  <a:pt x="555663" y="449275"/>
                </a:moveTo>
                <a:lnTo>
                  <a:pt x="555663" y="527238"/>
                </a:lnTo>
                <a:lnTo>
                  <a:pt x="693880" y="527238"/>
                </a:lnTo>
                <a:lnTo>
                  <a:pt x="693880" y="491866"/>
                </a:lnTo>
                <a:lnTo>
                  <a:pt x="596873" y="491866"/>
                </a:lnTo>
                <a:lnTo>
                  <a:pt x="596873" y="449275"/>
                </a:lnTo>
                <a:close/>
                <a:moveTo>
                  <a:pt x="948084" y="413918"/>
                </a:moveTo>
                <a:lnTo>
                  <a:pt x="948084" y="449275"/>
                </a:lnTo>
                <a:lnTo>
                  <a:pt x="906874" y="449275"/>
                </a:lnTo>
                <a:lnTo>
                  <a:pt x="906874" y="527224"/>
                </a:lnTo>
                <a:lnTo>
                  <a:pt x="948084" y="527224"/>
                </a:lnTo>
                <a:lnTo>
                  <a:pt x="948084" y="449276"/>
                </a:lnTo>
                <a:lnTo>
                  <a:pt x="1036800" y="449276"/>
                </a:lnTo>
                <a:lnTo>
                  <a:pt x="1036800" y="413918"/>
                </a:lnTo>
                <a:close/>
                <a:moveTo>
                  <a:pt x="596874" y="413918"/>
                </a:moveTo>
                <a:lnTo>
                  <a:pt x="596874" y="449276"/>
                </a:lnTo>
                <a:lnTo>
                  <a:pt x="685590" y="449276"/>
                </a:lnTo>
                <a:lnTo>
                  <a:pt x="685590" y="413918"/>
                </a:lnTo>
                <a:close/>
                <a:moveTo>
                  <a:pt x="770423" y="371326"/>
                </a:moveTo>
                <a:lnTo>
                  <a:pt x="803073" y="371326"/>
                </a:lnTo>
                <a:cubicBezTo>
                  <a:pt x="807885" y="371326"/>
                  <a:pt x="812523" y="371596"/>
                  <a:pt x="816985" y="372123"/>
                </a:cubicBezTo>
                <a:cubicBezTo>
                  <a:pt x="821447" y="372649"/>
                  <a:pt x="825370" y="373688"/>
                  <a:pt x="828753" y="375213"/>
                </a:cubicBezTo>
                <a:cubicBezTo>
                  <a:pt x="832137" y="376738"/>
                  <a:pt x="834860" y="378897"/>
                  <a:pt x="836909" y="381677"/>
                </a:cubicBezTo>
                <a:cubicBezTo>
                  <a:pt x="838958" y="384457"/>
                  <a:pt x="839983" y="388115"/>
                  <a:pt x="839983" y="392622"/>
                </a:cubicBezTo>
                <a:cubicBezTo>
                  <a:pt x="839983" y="397130"/>
                  <a:pt x="838958" y="400787"/>
                  <a:pt x="836909" y="403567"/>
                </a:cubicBezTo>
                <a:cubicBezTo>
                  <a:pt x="834860" y="406347"/>
                  <a:pt x="832137" y="408506"/>
                  <a:pt x="828753" y="410031"/>
                </a:cubicBezTo>
                <a:cubicBezTo>
                  <a:pt x="825356" y="411556"/>
                  <a:pt x="821433" y="412582"/>
                  <a:pt x="816985" y="413122"/>
                </a:cubicBezTo>
                <a:cubicBezTo>
                  <a:pt x="812523" y="413648"/>
                  <a:pt x="807885" y="413918"/>
                  <a:pt x="803073" y="413918"/>
                </a:cubicBezTo>
                <a:lnTo>
                  <a:pt x="770423" y="413918"/>
                </a:lnTo>
                <a:close/>
                <a:moveTo>
                  <a:pt x="1074937" y="335968"/>
                </a:moveTo>
                <a:lnTo>
                  <a:pt x="1074937" y="527238"/>
                </a:lnTo>
                <a:lnTo>
                  <a:pt x="1213140" y="527238"/>
                </a:lnTo>
                <a:lnTo>
                  <a:pt x="1213140" y="491867"/>
                </a:lnTo>
                <a:lnTo>
                  <a:pt x="1116134" y="491867"/>
                </a:lnTo>
                <a:lnTo>
                  <a:pt x="1116134" y="335968"/>
                </a:lnTo>
                <a:close/>
                <a:moveTo>
                  <a:pt x="906874" y="335968"/>
                </a:moveTo>
                <a:lnTo>
                  <a:pt x="906874" y="413917"/>
                </a:lnTo>
                <a:lnTo>
                  <a:pt x="948084" y="413917"/>
                </a:lnTo>
                <a:lnTo>
                  <a:pt x="948084" y="371326"/>
                </a:lnTo>
                <a:lnTo>
                  <a:pt x="1045091" y="371326"/>
                </a:lnTo>
                <a:lnTo>
                  <a:pt x="1045091" y="335968"/>
                </a:lnTo>
                <a:close/>
                <a:moveTo>
                  <a:pt x="555663" y="335968"/>
                </a:moveTo>
                <a:lnTo>
                  <a:pt x="555663" y="413917"/>
                </a:lnTo>
                <a:lnTo>
                  <a:pt x="596873" y="413917"/>
                </a:lnTo>
                <a:lnTo>
                  <a:pt x="596873" y="371326"/>
                </a:lnTo>
                <a:lnTo>
                  <a:pt x="693880" y="371326"/>
                </a:lnTo>
                <a:lnTo>
                  <a:pt x="693880" y="335968"/>
                </a:lnTo>
                <a:close/>
                <a:moveTo>
                  <a:pt x="729199" y="335955"/>
                </a:moveTo>
                <a:lnTo>
                  <a:pt x="729199" y="527225"/>
                </a:lnTo>
                <a:lnTo>
                  <a:pt x="770409" y="527225"/>
                </a:lnTo>
                <a:lnTo>
                  <a:pt x="770409" y="449262"/>
                </a:lnTo>
                <a:lnTo>
                  <a:pt x="814558" y="449262"/>
                </a:lnTo>
                <a:cubicBezTo>
                  <a:pt x="826502" y="449262"/>
                  <a:pt x="836680" y="447656"/>
                  <a:pt x="845065" y="444444"/>
                </a:cubicBezTo>
                <a:cubicBezTo>
                  <a:pt x="853450" y="441232"/>
                  <a:pt x="860271" y="436981"/>
                  <a:pt x="865542" y="431705"/>
                </a:cubicBezTo>
                <a:cubicBezTo>
                  <a:pt x="870799" y="426428"/>
                  <a:pt x="874641" y="420369"/>
                  <a:pt x="877054" y="413526"/>
                </a:cubicBezTo>
                <a:cubicBezTo>
                  <a:pt x="879467" y="406684"/>
                  <a:pt x="880667" y="399721"/>
                  <a:pt x="880667" y="392622"/>
                </a:cubicBezTo>
                <a:cubicBezTo>
                  <a:pt x="880667" y="385524"/>
                  <a:pt x="879467" y="378357"/>
                  <a:pt x="877054" y="371596"/>
                </a:cubicBezTo>
                <a:cubicBezTo>
                  <a:pt x="874641" y="364835"/>
                  <a:pt x="870813" y="358816"/>
                  <a:pt x="865542" y="353539"/>
                </a:cubicBezTo>
                <a:lnTo>
                  <a:pt x="865542" y="353526"/>
                </a:lnTo>
                <a:cubicBezTo>
                  <a:pt x="860271" y="348249"/>
                  <a:pt x="853450" y="343998"/>
                  <a:pt x="845065" y="340786"/>
                </a:cubicBezTo>
                <a:cubicBezTo>
                  <a:pt x="836680" y="337574"/>
                  <a:pt x="826502" y="335955"/>
                  <a:pt x="814558" y="335955"/>
                </a:cubicBezTo>
                <a:close/>
                <a:moveTo>
                  <a:pt x="0" y="0"/>
                </a:moveTo>
                <a:lnTo>
                  <a:pt x="12191999" y="0"/>
                </a:lnTo>
                <a:lnTo>
                  <a:pt x="12191999" y="6857999"/>
                </a:lnTo>
                <a:lnTo>
                  <a:pt x="0" y="6857999"/>
                </a:lnTo>
                <a:close/>
              </a:path>
            </a:pathLst>
          </a:custGeom>
        </p:spPr>
        <p:txBody>
          <a:bodyPr xmlns:a="http://schemas.openxmlformats.org/drawingml/2006/main" wrap="square">
            <a:noAutofit/>
          </a:bodyPr>
          <a:lstStyle xmlns:a="http://schemas.openxmlformats.org/drawingml/2006/main"/>
          <a:p xmlns:a="http://schemas.openxmlformats.org/drawingml/2006/main">
            <a:r>
              <a:t>Cliquez sur l'icône pour ajouter une image</a:t>
            </a:r>
          </a:p>
        </p:txBody>
      </p:sp>
      <p:sp>
        <p:nvSpPr>
          <p:cNvPr id="2" name="Titre 1">
            <a:extLst xmlns:a="http://schemas.openxmlformats.org/drawingml/2006/main">
              <a:ext uri="{FF2B5EF4-FFF2-40B4-BE49-F238E27FC236}">
                <a16:creationId xmlns:a16="http://schemas.microsoft.com/office/drawing/2014/main" id="{C596DC45-A2F3-ED7E-0FA3-50FAE375C6A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Modifiez le style du titre</a:t>
            </a:r>
            <a:endParaRPr/>
          </a:p>
        </p:txBody>
      </p:sp>
      <p:sp>
        <p:nvSpPr>
          <p:cNvPr id="3" name="Espace réservé de la date 2">
            <a:extLst xmlns:a="http://schemas.openxmlformats.org/drawingml/2006/main">
              <a:ext uri="{FF2B5EF4-FFF2-40B4-BE49-F238E27FC236}">
                <a16:creationId xmlns:a16="http://schemas.microsoft.com/office/drawing/2014/main" id="{E537400C-1017-B66F-9CB5-7D2B04E5F6B3}"/>
              </a:ext>
            </a:extLst>
          </p:cNvPr>
          <p:cNvSpPr>
            <a:spLocks xmlns:a="http://schemas.openxmlformats.org/drawingml/2006/main" noGrp="1"/>
          </p:cNvSpPr>
          <p:nvPr>
            <p:ph type="dt" idx="14"/>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4" name="Espace réservé du pied de page 3">
            <a:extLst xmlns:a="http://schemas.openxmlformats.org/drawingml/2006/main">
              <a:ext uri="{FF2B5EF4-FFF2-40B4-BE49-F238E27FC236}">
                <a16:creationId xmlns:a16="http://schemas.microsoft.com/office/drawing/2014/main" id="{BE6CCDED-88C0-1A5D-5485-599A78795388}"/>
              </a:ext>
            </a:extLst>
          </p:cNvPr>
          <p:cNvSpPr>
            <a:spLocks xmlns:a="http://schemas.openxmlformats.org/drawingml/2006/main" noGrp="1"/>
          </p:cNvSpPr>
          <p:nvPr>
            <p:ph type="ftr" idx="15"/>
          </p:nvPr>
        </p:nvSpPr>
        <p:spPr/>
        <p:txBody>
          <a:bodyPr xmlns:a="http://schemas.openxmlformats.org/drawingml/2006/main"/>
          <a:lstStyle xmlns:a="http://schemas.openxmlformats.org/drawingml/2006/main"/>
          <a:p xmlns:a="http://schemas.openxmlformats.org/drawingml/2006/main">
            <a:endParaRPr/>
          </a:p>
        </p:txBody>
      </p:sp>
      <p:sp>
        <p:nvSpPr>
          <p:cNvPr id="7" name="Espace réservé du numéro de diapositive 6">
            <a:extLst xmlns:a="http://schemas.openxmlformats.org/drawingml/2006/main">
              <a:ext uri="{FF2B5EF4-FFF2-40B4-BE49-F238E27FC236}">
                <a16:creationId xmlns:a16="http://schemas.microsoft.com/office/drawing/2014/main" id="{D210E308-8E16-948D-3328-AA3B12D0FCE8}"/>
              </a:ext>
            </a:extLst>
          </p:cNvPr>
          <p:cNvSpPr>
            <a:spLocks xmlns:a="http://schemas.openxmlformats.org/drawingml/2006/main" noGrp="1"/>
          </p:cNvSpPr>
          <p:nvPr>
            <p:ph type="sldNum" idx="16"/>
          </p:nvPr>
        </p:nvSpPr>
        <p:spPr/>
        <p:txBody>
          <a:bodyPr xmlns:a="http://schemas.openxmlformats.org/drawingml/2006/main"/>
          <a:lstStyle xmlns:a="http://schemas.openxmlformats.org/drawingml/2006/main"/>
          <a:p xmlns:a="http://schemas.openxmlformats.org/drawingml/2006/main">
            <a:fld id="{E1E1CD7C-2161-7D43-862E-CE4C333CD873}" type="slidenum">
              <a:t>‹#›</a:t>
            </a:fld>
            <a:endParaRPr/>
          </a:p>
        </p:txBody>
      </p:sp>
      <p:sp>
        <p:nvSpPr>
          <p:cNvPr id="6" name="Espace réservé du texte 5">
            <a:extLst xmlns:a="http://schemas.openxmlformats.org/drawingml/2006/main">
              <a:ext uri="{FF2B5EF4-FFF2-40B4-BE49-F238E27FC236}">
                <a16:creationId xmlns:a16="http://schemas.microsoft.com/office/drawing/2014/main" id="{1E37AA37-33C9-00F4-0938-24808C087E4D}"/>
              </a:ext>
            </a:extLst>
          </p:cNvPr>
          <p:cNvSpPr>
            <a:spLocks xmlns:a="http://schemas.openxmlformats.org/drawingml/2006/main" noGrp="1"/>
          </p:cNvSpPr>
          <p:nvPr>
            <p:ph type="body" idx="17"/>
          </p:nvPr>
        </p:nvSpPr>
        <p:spPr>
          <a:xfrm xmlns:a="http://schemas.openxmlformats.org/drawingml/2006/main">
            <a:off x="550863" y="3122613"/>
            <a:ext cx="4537075" cy="3402012"/>
          </a:xfrm>
        </p:spPr>
        <p:txBody>
          <a:bodyPr xmlns:a="http://schemas.openxmlformats.org/drawingml/2006/main"/>
          <a:lstStyle xmlns:a="http://schemas.openxmlformats.org/drawingml/2006/main"/>
          <a:p xmlns:a="http://schemas.openxmlformats.org/drawingml/2006/main">
            <a:pPr lvl="0">
              <a:buNone/>
            </a:pPr>
            <a:r>
              <a:t>Cliquez pour modifier les styles du texte du masque</a:t>
            </a:r>
          </a:p>
          <a:p xmlns:a="http://schemas.openxmlformats.org/drawingml/2006/main">
            <a:pPr lvl="1">
              <a:buNone/>
            </a:pPr>
            <a:r>
              <a:t>Deuxième niveau</a:t>
            </a:r>
          </a:p>
          <a:p xmlns:a="http://schemas.openxmlformats.org/drawingml/2006/main">
            <a:pPr lvl="2">
              <a:buNone/>
            </a:pPr>
            <a:r>
              <a:t>Troisième niveau</a:t>
            </a:r>
          </a:p>
          <a:p xmlns:a="http://schemas.openxmlformats.org/drawingml/2006/main">
            <a:pPr lvl="3">
              <a:buNone/>
            </a:pPr>
            <a:r>
              <a:t>Quatrième niveau</a:t>
            </a:r>
          </a:p>
          <a:p xmlns:a="http://schemas.openxmlformats.org/drawingml/2006/main">
            <a:pPr lvl="4">
              <a:buNone/>
            </a:pPr>
            <a:r>
              <a:t>Cinquième niveau</a:t>
            </a:r>
          </a:p>
        </p:txBody>
      </p:sp>
    </p:spTree>
  </p:cSld>
</p:sldLayout>
</file>

<file path=ppt/slideLayouts/slideLayout31.xml><?xml version="1.0" encoding="utf-8"?>
<p:sldLayout xmlns:p="http://schemas.openxmlformats.org/presentationml/2006/main" preserve="1" userDrawn="1">
  <p:cSld name="4_Titre seul">
    <p:spTree>
      <p:nvGrpSpPr>
        <p:cNvPr id="1" name=""/>
        <p:cNvGrpSpPr/>
        <p:nvPr/>
      </p:nvGrpSpPr>
      <p:grpSpPr>
        <a:xfrm xmlns:a="http://schemas.openxmlformats.org/drawingml/2006/main"/>
      </p:grpSpPr>
      <p:sp>
        <p:nvSpPr>
          <p:cNvPr id="7" name="Espace réservé pour une image  6">
            <a:extLst xmlns:a="http://schemas.openxmlformats.org/drawingml/2006/main">
              <a:ext uri="{FF2B5EF4-FFF2-40B4-BE49-F238E27FC236}">
                <a16:creationId xmlns:a16="http://schemas.microsoft.com/office/drawing/2014/main" id="{625DAC6D-23F0-6941-BE81-E7A79CA3AFFD}"/>
              </a:ext>
            </a:extLst>
          </p:cNvPr>
          <p:cNvSpPr>
            <a:spLocks xmlns:a="http://schemas.openxmlformats.org/drawingml/2006/main" noGrp="1"/>
          </p:cNvSpPr>
          <p:nvPr>
            <p:ph type="pic" idx="13"/>
          </p:nvPr>
        </p:nvSpPr>
        <p:spPr>
          <a:xfrm xmlns:a="http://schemas.openxmlformats.org/drawingml/2006/main">
            <a:off x="6167438" y="873124"/>
            <a:ext cx="6024562" cy="5984875"/>
          </a:xfrm>
        </p:spPr>
        <p:txBody>
          <a:bodyPr xmlns:a="http://schemas.openxmlformats.org/drawingml/2006/main"/>
          <a:lstStyle xmlns:a="http://schemas.openxmlformats.org/drawingml/2006/main"/>
          <a:p xmlns:a="http://schemas.openxmlformats.org/drawingml/2006/main">
            <a:r>
              <a:t>Cliquez sur l'icône pour ajouter une image</a:t>
            </a:r>
          </a:p>
        </p:txBody>
      </p:sp>
      <p:sp>
        <p:nvSpPr>
          <p:cNvPr id="3" name="Titre 2">
            <a:extLst xmlns:a="http://schemas.openxmlformats.org/drawingml/2006/main">
              <a:ext uri="{FF2B5EF4-FFF2-40B4-BE49-F238E27FC236}">
                <a16:creationId xmlns:a16="http://schemas.microsoft.com/office/drawing/2014/main" id="{E2A07D4F-8346-2B64-0416-FDCE0BE75F68}"/>
              </a:ext>
            </a:extLst>
          </p:cNvPr>
          <p:cNvSpPr>
            <a:spLocks xmlns:a="http://schemas.openxmlformats.org/drawingml/2006/main" noGrp="1"/>
          </p:cNvSpPr>
          <p:nvPr>
            <p:ph type="title" idx="0"/>
          </p:nvPr>
        </p:nvSpPr>
        <p:spPr>
          <a:xfrm xmlns:a="http://schemas.openxmlformats.org/drawingml/2006/main">
            <a:off x="526000" y="635473"/>
            <a:ext cx="5422516" cy="2106613"/>
          </a:xfrm>
        </p:spPr>
        <p:txBody>
          <a:bodyPr xmlns:a="http://schemas.openxmlformats.org/drawingml/2006/main"/>
          <a:lstStyle xmlns:a="http://schemas.openxmlformats.org/drawingml/2006/main"/>
          <a:p xmlns:a="http://schemas.openxmlformats.org/drawingml/2006/main">
            <a:r>
              <a:t>Modifiez le style du titre</a:t>
            </a:r>
            <a:endParaRPr/>
          </a:p>
        </p:txBody>
      </p:sp>
      <p:sp>
        <p:nvSpPr>
          <p:cNvPr id="2" name="Espace réservé de la date 1">
            <a:extLst xmlns:a="http://schemas.openxmlformats.org/drawingml/2006/main">
              <a:ext uri="{FF2B5EF4-FFF2-40B4-BE49-F238E27FC236}">
                <a16:creationId xmlns:a16="http://schemas.microsoft.com/office/drawing/2014/main" id="{DEAAB541-0B94-EF7A-F9FC-B2F912BCC9B6}"/>
              </a:ext>
            </a:extLst>
          </p:cNvPr>
          <p:cNvSpPr>
            <a:spLocks xmlns:a="http://schemas.openxmlformats.org/drawingml/2006/main" noGrp="1"/>
          </p:cNvSpPr>
          <p:nvPr>
            <p:ph type="dt" idx="14"/>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4" name="Espace réservé du pied de page 3">
            <a:extLst xmlns:a="http://schemas.openxmlformats.org/drawingml/2006/main">
              <a:ext uri="{FF2B5EF4-FFF2-40B4-BE49-F238E27FC236}">
                <a16:creationId xmlns:a16="http://schemas.microsoft.com/office/drawing/2014/main" id="{CD463358-F0B0-6AE3-8B48-F27B994F8EFD}"/>
              </a:ext>
            </a:extLst>
          </p:cNvPr>
          <p:cNvSpPr>
            <a:spLocks xmlns:a="http://schemas.openxmlformats.org/drawingml/2006/main" noGrp="1"/>
          </p:cNvSpPr>
          <p:nvPr>
            <p:ph type="ftr" idx="15"/>
          </p:nvPr>
        </p:nvSpPr>
        <p:spPr/>
        <p:txBody>
          <a:bodyPr xmlns:a="http://schemas.openxmlformats.org/drawingml/2006/main"/>
          <a:lstStyle xmlns:a="http://schemas.openxmlformats.org/drawingml/2006/main"/>
          <a:p xmlns:a="http://schemas.openxmlformats.org/drawingml/2006/main">
            <a:endParaRPr/>
          </a:p>
        </p:txBody>
      </p:sp>
      <p:sp>
        <p:nvSpPr>
          <p:cNvPr id="9" name="Espace réservé du numéro de diapositive 8">
            <a:extLst xmlns:a="http://schemas.openxmlformats.org/drawingml/2006/main">
              <a:ext uri="{FF2B5EF4-FFF2-40B4-BE49-F238E27FC236}">
                <a16:creationId xmlns:a16="http://schemas.microsoft.com/office/drawing/2014/main" id="{E6324209-65E2-F84D-CEC3-21C85F06837C}"/>
              </a:ext>
            </a:extLst>
          </p:cNvPr>
          <p:cNvSpPr>
            <a:spLocks xmlns:a="http://schemas.openxmlformats.org/drawingml/2006/main" noGrp="1"/>
          </p:cNvSpPr>
          <p:nvPr>
            <p:ph type="sldNum" idx="16"/>
          </p:nvPr>
        </p:nvSpPr>
        <p:spPr/>
        <p:txBody>
          <a:bodyPr xmlns:a="http://schemas.openxmlformats.org/drawingml/2006/main"/>
          <a:lstStyle xmlns:a="http://schemas.openxmlformats.org/drawingml/2006/main"/>
          <a:p xmlns:a="http://schemas.openxmlformats.org/drawingml/2006/main">
            <a:fld id="{E1E1CD7C-2161-7D43-862E-CE4C333CD873}" type="slidenum">
              <a:t>‹#›</a:t>
            </a:fld>
            <a:endParaRPr/>
          </a:p>
        </p:txBody>
      </p:sp>
    </p:spTree>
  </p:cSld>
</p:sldLayout>
</file>

<file path=ppt/slideLayouts/slideLayout32.xml><?xml version="1.0" encoding="utf-8"?>
<p:sldLayout xmlns:p="http://schemas.openxmlformats.org/presentationml/2006/main" preserve="1" userDrawn="1">
  <p:cSld name="6_Titre seul">
    <p:spTree>
      <p:nvGrpSpPr>
        <p:cNvPr id="1" name=""/>
        <p:cNvGrpSpPr/>
        <p:nvPr/>
      </p:nvGrpSpPr>
      <p:grpSpPr>
        <a:xfrm xmlns:a="http://schemas.openxmlformats.org/drawingml/2006/main"/>
      </p:grpSpPr>
      <p:sp>
        <p:nvSpPr>
          <p:cNvPr id="7" name="Espace réservé pour une image  6">
            <a:extLst xmlns:a="http://schemas.openxmlformats.org/drawingml/2006/main">
              <a:ext uri="{FF2B5EF4-FFF2-40B4-BE49-F238E27FC236}">
                <a16:creationId xmlns:a16="http://schemas.microsoft.com/office/drawing/2014/main" id="{625DAC6D-23F0-6941-BE81-E7A79CA3AFFD}"/>
              </a:ext>
            </a:extLst>
          </p:cNvPr>
          <p:cNvSpPr>
            <a:spLocks xmlns:a="http://schemas.openxmlformats.org/drawingml/2006/main" noGrp="1"/>
          </p:cNvSpPr>
          <p:nvPr>
            <p:ph type="pic" idx="13"/>
          </p:nvPr>
        </p:nvSpPr>
        <p:spPr>
          <a:xfrm xmlns:a="http://schemas.openxmlformats.org/drawingml/2006/main">
            <a:off x="4305386" y="873124"/>
            <a:ext cx="7886614" cy="5984875"/>
          </a:xfrm>
        </p:spPr>
        <p:txBody>
          <a:bodyPr xmlns:a="http://schemas.openxmlformats.org/drawingml/2006/main"/>
          <a:lstStyle xmlns:a="http://schemas.openxmlformats.org/drawingml/2006/main"/>
          <a:p xmlns:a="http://schemas.openxmlformats.org/drawingml/2006/main">
            <a:r>
              <a:t>Cliquez sur l'icône pour ajouter une image</a:t>
            </a:r>
          </a:p>
        </p:txBody>
      </p:sp>
      <p:sp>
        <p:nvSpPr>
          <p:cNvPr id="4" name="Espace réservé du texte 3">
            <a:extLst xmlns:a="http://schemas.openxmlformats.org/drawingml/2006/main">
              <a:ext uri="{FF2B5EF4-FFF2-40B4-BE49-F238E27FC236}">
                <a16:creationId xmlns:a16="http://schemas.microsoft.com/office/drawing/2014/main" id="{AFFA9D92-08D7-E5CA-85D6-8C2E54F21674}"/>
              </a:ext>
            </a:extLst>
          </p:cNvPr>
          <p:cNvSpPr>
            <a:spLocks xmlns:a="http://schemas.openxmlformats.org/drawingml/2006/main" noGrp="1"/>
          </p:cNvSpPr>
          <p:nvPr>
            <p:ph type="body" idx="17"/>
          </p:nvPr>
        </p:nvSpPr>
        <p:spPr>
          <a:xfrm xmlns:a="http://schemas.openxmlformats.org/drawingml/2006/main">
            <a:off x="550863" y="3429000"/>
            <a:ext cx="3600450" cy="3095625"/>
          </a:xfrm>
        </p:spPr>
        <p:txBody>
          <a:bodyPr xmlns:a="http://schemas.openxmlformats.org/drawingml/2006/main"/>
          <a:lstStyle xmlns:a="http://schemas.openxmlformats.org/drawingml/2006/main"/>
          <a:p xmlns:a="http://schemas.openxmlformats.org/drawingml/2006/main">
            <a:pPr lvl="0">
              <a:buNone/>
            </a:pPr>
            <a:r>
              <a:t>Cliquez pour modifier les styles du texte du masque</a:t>
            </a:r>
          </a:p>
          <a:p xmlns:a="http://schemas.openxmlformats.org/drawingml/2006/main">
            <a:pPr lvl="1">
              <a:buNone/>
            </a:pPr>
            <a:r>
              <a:t>Deuxième niveau</a:t>
            </a:r>
          </a:p>
          <a:p xmlns:a="http://schemas.openxmlformats.org/drawingml/2006/main">
            <a:pPr lvl="2">
              <a:buNone/>
            </a:pPr>
            <a:r>
              <a:t>Troisième niveau</a:t>
            </a:r>
          </a:p>
          <a:p xmlns:a="http://schemas.openxmlformats.org/drawingml/2006/main">
            <a:pPr lvl="3">
              <a:buNone/>
            </a:pPr>
            <a:r>
              <a:t>Quatrième niveau</a:t>
            </a:r>
          </a:p>
          <a:p xmlns:a="http://schemas.openxmlformats.org/drawingml/2006/main">
            <a:pPr lvl="4">
              <a:buNone/>
            </a:pPr>
            <a:r>
              <a:t>Cinquième niveau</a:t>
            </a:r>
            <a:endParaRPr/>
          </a:p>
        </p:txBody>
      </p:sp>
      <p:sp>
        <p:nvSpPr>
          <p:cNvPr id="9" name="Titre 8">
            <a:extLst xmlns:a="http://schemas.openxmlformats.org/drawingml/2006/main">
              <a:ext uri="{FF2B5EF4-FFF2-40B4-BE49-F238E27FC236}">
                <a16:creationId xmlns:a16="http://schemas.microsoft.com/office/drawing/2014/main" id="{EA13F822-57A4-DFB2-BD74-42325BAF03F9}"/>
              </a:ext>
            </a:extLst>
          </p:cNvPr>
          <p:cNvSpPr>
            <a:spLocks xmlns:a="http://schemas.openxmlformats.org/drawingml/2006/main" noGrp="1"/>
          </p:cNvSpPr>
          <p:nvPr>
            <p:ph type="title" idx="0"/>
          </p:nvPr>
        </p:nvSpPr>
        <p:spPr>
          <a:xfrm xmlns:a="http://schemas.openxmlformats.org/drawingml/2006/main">
            <a:off x="526000" y="635473"/>
            <a:ext cx="3625313" cy="2106613"/>
          </a:xfrm>
        </p:spPr>
        <p:txBody>
          <a:bodyPr xmlns:a="http://schemas.openxmlformats.org/drawingml/2006/main"/>
          <a:lstStyle xmlns:a="http://schemas.openxmlformats.org/drawingml/2006/main"/>
          <a:p xmlns:a="http://schemas.openxmlformats.org/drawingml/2006/main">
            <a:r>
              <a:t>Modifiez le style du titre</a:t>
            </a:r>
            <a:endParaRPr/>
          </a:p>
        </p:txBody>
      </p:sp>
      <p:sp>
        <p:nvSpPr>
          <p:cNvPr id="2" name="Espace réservé de la date 1">
            <a:extLst xmlns:a="http://schemas.openxmlformats.org/drawingml/2006/main">
              <a:ext uri="{FF2B5EF4-FFF2-40B4-BE49-F238E27FC236}">
                <a16:creationId xmlns:a16="http://schemas.microsoft.com/office/drawing/2014/main" id="{69D85D5B-A131-4663-BB0F-2FD2D8EA48F1}"/>
              </a:ext>
            </a:extLst>
          </p:cNvPr>
          <p:cNvSpPr>
            <a:spLocks xmlns:a="http://schemas.openxmlformats.org/drawingml/2006/main" noGrp="1"/>
          </p:cNvSpPr>
          <p:nvPr>
            <p:ph type="dt" idx="18"/>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3" name="Espace réservé du pied de page 2">
            <a:extLst xmlns:a="http://schemas.openxmlformats.org/drawingml/2006/main">
              <a:ext uri="{FF2B5EF4-FFF2-40B4-BE49-F238E27FC236}">
                <a16:creationId xmlns:a16="http://schemas.microsoft.com/office/drawing/2014/main" id="{E1C75641-C52C-0748-91D5-A9EC6D45FDBF}"/>
              </a:ext>
            </a:extLst>
          </p:cNvPr>
          <p:cNvSpPr>
            <a:spLocks xmlns:a="http://schemas.openxmlformats.org/drawingml/2006/main" noGrp="1"/>
          </p:cNvSpPr>
          <p:nvPr>
            <p:ph type="ftr" idx="19"/>
          </p:nvPr>
        </p:nvSpPr>
        <p:spPr/>
        <p:txBody>
          <a:bodyPr xmlns:a="http://schemas.openxmlformats.org/drawingml/2006/main"/>
          <a:lstStyle xmlns:a="http://schemas.openxmlformats.org/drawingml/2006/main"/>
          <a:p xmlns:a="http://schemas.openxmlformats.org/drawingml/2006/main">
            <a:endParaRPr/>
          </a:p>
        </p:txBody>
      </p:sp>
      <p:sp>
        <p:nvSpPr>
          <p:cNvPr id="10" name="Espace réservé du numéro de diapositive 9">
            <a:extLst xmlns:a="http://schemas.openxmlformats.org/drawingml/2006/main">
              <a:ext uri="{FF2B5EF4-FFF2-40B4-BE49-F238E27FC236}">
                <a16:creationId xmlns:a16="http://schemas.microsoft.com/office/drawing/2014/main" id="{DF563173-40CF-80A1-AC40-E374BA6BC658}"/>
              </a:ext>
            </a:extLst>
          </p:cNvPr>
          <p:cNvSpPr>
            <a:spLocks xmlns:a="http://schemas.openxmlformats.org/drawingml/2006/main" noGrp="1"/>
          </p:cNvSpPr>
          <p:nvPr>
            <p:ph type="sldNum" idx="20"/>
          </p:nvPr>
        </p:nvSpPr>
        <p:spPr/>
        <p:txBody>
          <a:bodyPr xmlns:a="http://schemas.openxmlformats.org/drawingml/2006/main"/>
          <a:lstStyle xmlns:a="http://schemas.openxmlformats.org/drawingml/2006/main"/>
          <a:p xmlns:a="http://schemas.openxmlformats.org/drawingml/2006/main">
            <a:fld id="{E1E1CD7C-2161-7D43-862E-CE4C333CD873}" type="slidenum">
              <a:t>‹#›</a:t>
            </a:fld>
            <a:endParaRPr/>
          </a:p>
        </p:txBody>
      </p:sp>
    </p:spTree>
  </p:cSld>
</p:sldLayout>
</file>

<file path=ppt/slideLayouts/slideLayout33.xml><?xml version="1.0" encoding="utf-8"?>
<p:sldLayout xmlns:p="http://schemas.openxmlformats.org/presentationml/2006/main" preserve="1" userDrawn="1">
  <p:cSld name="9_Titre seul">
    <p:spTree>
      <p:nvGrpSpPr>
        <p:cNvPr id="1" name=""/>
        <p:cNvGrpSpPr/>
        <p:nvPr/>
      </p:nvGrpSpPr>
      <p:grpSpPr>
        <a:xfrm xmlns:a="http://schemas.openxmlformats.org/drawingml/2006/main"/>
      </p:grpSpPr>
      <p:sp>
        <p:nvSpPr>
          <p:cNvPr id="7" name="Espace réservé pour une image  6">
            <a:extLst xmlns:a="http://schemas.openxmlformats.org/drawingml/2006/main">
              <a:ext uri="{FF2B5EF4-FFF2-40B4-BE49-F238E27FC236}">
                <a16:creationId xmlns:a16="http://schemas.microsoft.com/office/drawing/2014/main" id="{625DAC6D-23F0-6941-BE81-E7A79CA3AFFD}"/>
              </a:ext>
            </a:extLst>
          </p:cNvPr>
          <p:cNvSpPr>
            <a:spLocks xmlns:a="http://schemas.openxmlformats.org/drawingml/2006/main" noGrp="1"/>
          </p:cNvSpPr>
          <p:nvPr>
            <p:ph type="pic" idx="13"/>
          </p:nvPr>
        </p:nvSpPr>
        <p:spPr>
          <a:xfrm xmlns:a="http://schemas.openxmlformats.org/drawingml/2006/main">
            <a:off x="6167438" y="-6354"/>
            <a:ext cx="6024562" cy="6864353"/>
          </a:xfrm>
        </p:spPr>
        <p:txBody>
          <a:bodyPr xmlns:a="http://schemas.openxmlformats.org/drawingml/2006/main"/>
          <a:lstStyle xmlns:a="http://schemas.openxmlformats.org/drawingml/2006/main"/>
          <a:p xmlns:a="http://schemas.openxmlformats.org/drawingml/2006/main">
            <a:r>
              <a:t>Cliquez sur l'icône pour ajouter une image</a:t>
            </a:r>
          </a:p>
        </p:txBody>
      </p:sp>
      <p:sp>
        <p:nvSpPr>
          <p:cNvPr id="4" name="Espace réservé du texte 3">
            <a:extLst xmlns:a="http://schemas.openxmlformats.org/drawingml/2006/main">
              <a:ext uri="{FF2B5EF4-FFF2-40B4-BE49-F238E27FC236}">
                <a16:creationId xmlns:a16="http://schemas.microsoft.com/office/drawing/2014/main" id="{AFFA9D92-08D7-E5CA-85D6-8C2E54F21674}"/>
              </a:ext>
            </a:extLst>
          </p:cNvPr>
          <p:cNvSpPr>
            <a:spLocks xmlns:a="http://schemas.openxmlformats.org/drawingml/2006/main" noGrp="1"/>
          </p:cNvSpPr>
          <p:nvPr>
            <p:ph type="body" idx="17"/>
          </p:nvPr>
        </p:nvSpPr>
        <p:spPr>
          <a:xfrm xmlns:a="http://schemas.openxmlformats.org/drawingml/2006/main">
            <a:off x="550863" y="3429000"/>
            <a:ext cx="5473700" cy="3095625"/>
          </a:xfrm>
        </p:spPr>
        <p:txBody>
          <a:bodyPr xmlns:a="http://schemas.openxmlformats.org/drawingml/2006/main"/>
          <a:lstStyle xmlns:a="http://schemas.openxmlformats.org/drawingml/2006/main"/>
          <a:p xmlns:a="http://schemas.openxmlformats.org/drawingml/2006/main">
            <a:pPr lvl="0">
              <a:buNone/>
            </a:pPr>
            <a:r>
              <a:t>Cliquez pour modifier les styles du texte du masque</a:t>
            </a:r>
          </a:p>
          <a:p xmlns:a="http://schemas.openxmlformats.org/drawingml/2006/main">
            <a:pPr lvl="1">
              <a:buNone/>
            </a:pPr>
            <a:r>
              <a:t>Deuxième niveau</a:t>
            </a:r>
          </a:p>
          <a:p xmlns:a="http://schemas.openxmlformats.org/drawingml/2006/main">
            <a:pPr lvl="2">
              <a:buNone/>
            </a:pPr>
            <a:r>
              <a:t>Troisième niveau</a:t>
            </a:r>
          </a:p>
          <a:p xmlns:a="http://schemas.openxmlformats.org/drawingml/2006/main">
            <a:pPr lvl="3">
              <a:buNone/>
            </a:pPr>
            <a:r>
              <a:t>Quatrième niveau</a:t>
            </a:r>
          </a:p>
          <a:p xmlns:a="http://schemas.openxmlformats.org/drawingml/2006/main">
            <a:pPr lvl="4">
              <a:buNone/>
            </a:pPr>
            <a:r>
              <a:t>Cinquième niveau</a:t>
            </a:r>
            <a:endParaRPr/>
          </a:p>
        </p:txBody>
      </p:sp>
      <p:sp>
        <p:nvSpPr>
          <p:cNvPr id="9" name="Titre 8">
            <a:extLst xmlns:a="http://schemas.openxmlformats.org/drawingml/2006/main">
              <a:ext uri="{FF2B5EF4-FFF2-40B4-BE49-F238E27FC236}">
                <a16:creationId xmlns:a16="http://schemas.microsoft.com/office/drawing/2014/main" id="{EA13F822-57A4-DFB2-BD74-42325BAF03F9}"/>
              </a:ext>
            </a:extLst>
          </p:cNvPr>
          <p:cNvSpPr>
            <a:spLocks xmlns:a="http://schemas.openxmlformats.org/drawingml/2006/main" noGrp="1"/>
          </p:cNvSpPr>
          <p:nvPr>
            <p:ph type="title" idx="0"/>
          </p:nvPr>
        </p:nvSpPr>
        <p:spPr>
          <a:xfrm xmlns:a="http://schemas.openxmlformats.org/drawingml/2006/main">
            <a:off x="526000" y="635473"/>
            <a:ext cx="3625313" cy="2106613"/>
          </a:xfrm>
        </p:spPr>
        <p:txBody>
          <a:bodyPr xmlns:a="http://schemas.openxmlformats.org/drawingml/2006/main"/>
          <a:lstStyle xmlns:a="http://schemas.openxmlformats.org/drawingml/2006/main"/>
          <a:p xmlns:a="http://schemas.openxmlformats.org/drawingml/2006/main">
            <a:r>
              <a:t>Modifiez le style du titre</a:t>
            </a:r>
            <a:endParaRPr/>
          </a:p>
        </p:txBody>
      </p:sp>
      <p:sp>
        <p:nvSpPr>
          <p:cNvPr id="2" name="Espace réservé de la date 1">
            <a:extLst xmlns:a="http://schemas.openxmlformats.org/drawingml/2006/main">
              <a:ext uri="{FF2B5EF4-FFF2-40B4-BE49-F238E27FC236}">
                <a16:creationId xmlns:a16="http://schemas.microsoft.com/office/drawing/2014/main" id="{ED81F6B9-181F-A14F-EC0D-72BB1C622B31}"/>
              </a:ext>
            </a:extLst>
          </p:cNvPr>
          <p:cNvSpPr>
            <a:spLocks xmlns:a="http://schemas.openxmlformats.org/drawingml/2006/main" noGrp="1"/>
          </p:cNvSpPr>
          <p:nvPr>
            <p:ph type="dt" idx="18"/>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3" name="Espace réservé du pied de page 2">
            <a:extLst xmlns:a="http://schemas.openxmlformats.org/drawingml/2006/main">
              <a:ext uri="{FF2B5EF4-FFF2-40B4-BE49-F238E27FC236}">
                <a16:creationId xmlns:a16="http://schemas.microsoft.com/office/drawing/2014/main" id="{9B8AB052-5DEF-92C2-7982-B1EB40F5946F}"/>
              </a:ext>
            </a:extLst>
          </p:cNvPr>
          <p:cNvSpPr>
            <a:spLocks xmlns:a="http://schemas.openxmlformats.org/drawingml/2006/main" noGrp="1"/>
          </p:cNvSpPr>
          <p:nvPr>
            <p:ph type="ftr" idx="19"/>
          </p:nvPr>
        </p:nvSpPr>
        <p:spPr/>
        <p:txBody>
          <a:bodyPr xmlns:a="http://schemas.openxmlformats.org/drawingml/2006/main"/>
          <a:lstStyle xmlns:a="http://schemas.openxmlformats.org/drawingml/2006/main"/>
          <a:p xmlns:a="http://schemas.openxmlformats.org/drawingml/2006/main">
            <a:endParaRPr/>
          </a:p>
        </p:txBody>
      </p:sp>
      <p:sp>
        <p:nvSpPr>
          <p:cNvPr id="10" name="Espace réservé du numéro de diapositive 9">
            <a:extLst xmlns:a="http://schemas.openxmlformats.org/drawingml/2006/main">
              <a:ext uri="{FF2B5EF4-FFF2-40B4-BE49-F238E27FC236}">
                <a16:creationId xmlns:a16="http://schemas.microsoft.com/office/drawing/2014/main" id="{88F4CFBF-8E13-8DFF-1A2A-5DE644DC2787}"/>
              </a:ext>
            </a:extLst>
          </p:cNvPr>
          <p:cNvSpPr>
            <a:spLocks xmlns:a="http://schemas.openxmlformats.org/drawingml/2006/main" noGrp="1"/>
          </p:cNvSpPr>
          <p:nvPr>
            <p:ph type="sldNum" idx="20"/>
          </p:nvPr>
        </p:nvSpPr>
        <p:spPr/>
        <p:txBody>
          <a:bodyPr xmlns:a="http://schemas.openxmlformats.org/drawingml/2006/main"/>
          <a:lstStyle xmlns:a="http://schemas.openxmlformats.org/drawingml/2006/main"/>
          <a:p xmlns:a="http://schemas.openxmlformats.org/drawingml/2006/main">
            <a:fld id="{E1E1CD7C-2161-7D43-862E-CE4C333CD873}" type="slidenum">
              <a:t>‹#›</a:t>
            </a:fld>
            <a:endParaRPr/>
          </a:p>
        </p:txBody>
      </p:sp>
    </p:spTree>
  </p:cSld>
</p:sldLayout>
</file>

<file path=ppt/slideLayouts/slideLayout34.xml><?xml version="1.0" encoding="utf-8"?>
<p:sldLayout xmlns:p="http://schemas.openxmlformats.org/presentationml/2006/main" preserve="1" userDrawn="1">
  <p:cSld name="Image middle">
    <p:spTree>
      <p:nvGrpSpPr>
        <p:cNvPr id="1" name=""/>
        <p:cNvGrpSpPr/>
        <p:nvPr/>
      </p:nvGrpSpPr>
      <p:grpSpPr>
        <a:xfrm xmlns:a="http://schemas.openxmlformats.org/drawingml/2006/main"/>
      </p:grpSpPr>
      <p:sp>
        <p:nvSpPr>
          <p:cNvPr id="7" name="Espace réservé pour une image  6">
            <a:extLst xmlns:a="http://schemas.openxmlformats.org/drawingml/2006/main">
              <a:ext uri="{FF2B5EF4-FFF2-40B4-BE49-F238E27FC236}">
                <a16:creationId xmlns:a16="http://schemas.microsoft.com/office/drawing/2014/main" id="{625DAC6D-23F0-6941-BE81-E7A79CA3AFFD}"/>
              </a:ext>
            </a:extLst>
          </p:cNvPr>
          <p:cNvSpPr>
            <a:spLocks xmlns:a="http://schemas.openxmlformats.org/drawingml/2006/main" noGrp="1"/>
          </p:cNvSpPr>
          <p:nvPr>
            <p:ph type="pic" idx="13"/>
          </p:nvPr>
        </p:nvSpPr>
        <p:spPr>
          <a:xfrm xmlns:a="http://schemas.openxmlformats.org/drawingml/2006/main">
            <a:off x="4305386" y="0"/>
            <a:ext cx="3590839" cy="6857999"/>
          </a:xfrm>
        </p:spPr>
        <p:txBody>
          <a:bodyPr xmlns:a="http://schemas.openxmlformats.org/drawingml/2006/main"/>
          <a:lstStyle xmlns:a="http://schemas.openxmlformats.org/drawingml/2006/main"/>
          <a:p xmlns:a="http://schemas.openxmlformats.org/drawingml/2006/main">
            <a:r>
              <a:t>Cliquez sur l'icône pour ajouter une image</a:t>
            </a:r>
          </a:p>
        </p:txBody>
      </p:sp>
      <p:sp>
        <p:nvSpPr>
          <p:cNvPr id="4" name="Espace réservé du texte 3">
            <a:extLst xmlns:a="http://schemas.openxmlformats.org/drawingml/2006/main">
              <a:ext uri="{FF2B5EF4-FFF2-40B4-BE49-F238E27FC236}">
                <a16:creationId xmlns:a16="http://schemas.microsoft.com/office/drawing/2014/main" id="{AFFA9D92-08D7-E5CA-85D6-8C2E54F21674}"/>
              </a:ext>
            </a:extLst>
          </p:cNvPr>
          <p:cNvSpPr>
            <a:spLocks xmlns:a="http://schemas.openxmlformats.org/drawingml/2006/main" noGrp="1"/>
          </p:cNvSpPr>
          <p:nvPr>
            <p:ph type="body" idx="17"/>
          </p:nvPr>
        </p:nvSpPr>
        <p:spPr>
          <a:xfrm xmlns:a="http://schemas.openxmlformats.org/drawingml/2006/main">
            <a:off x="8050298" y="2084388"/>
            <a:ext cx="3600450" cy="4440237"/>
          </a:xfrm>
        </p:spPr>
        <p:txBody>
          <a:bodyPr xmlns:a="http://schemas.openxmlformats.org/drawingml/2006/main"/>
          <a:lstStyle xmlns:a="http://schemas.openxmlformats.org/drawingml/2006/main"/>
          <a:p xmlns:a="http://schemas.openxmlformats.org/drawingml/2006/main">
            <a:pPr lvl="0">
              <a:buNone/>
            </a:pPr>
            <a:r>
              <a:t>Cliquez pour modifier les styles du texte du masque</a:t>
            </a:r>
          </a:p>
          <a:p xmlns:a="http://schemas.openxmlformats.org/drawingml/2006/main">
            <a:pPr lvl="1">
              <a:buNone/>
            </a:pPr>
            <a:r>
              <a:t>Deuxième niveau</a:t>
            </a:r>
          </a:p>
          <a:p xmlns:a="http://schemas.openxmlformats.org/drawingml/2006/main">
            <a:pPr lvl="2">
              <a:buNone/>
            </a:pPr>
            <a:r>
              <a:t>Troisième niveau</a:t>
            </a:r>
          </a:p>
          <a:p xmlns:a="http://schemas.openxmlformats.org/drawingml/2006/main">
            <a:pPr lvl="3">
              <a:buNone/>
            </a:pPr>
            <a:r>
              <a:t>Quatrième niveau</a:t>
            </a:r>
          </a:p>
          <a:p xmlns:a="http://schemas.openxmlformats.org/drawingml/2006/main">
            <a:pPr lvl="4">
              <a:buNone/>
            </a:pPr>
            <a:r>
              <a:t>Cinquième niveau</a:t>
            </a:r>
            <a:endParaRPr/>
          </a:p>
        </p:txBody>
      </p:sp>
      <p:sp>
        <p:nvSpPr>
          <p:cNvPr id="9" name="Titre 8">
            <a:extLst xmlns:a="http://schemas.openxmlformats.org/drawingml/2006/main">
              <a:ext uri="{FF2B5EF4-FFF2-40B4-BE49-F238E27FC236}">
                <a16:creationId xmlns:a16="http://schemas.microsoft.com/office/drawing/2014/main" id="{EA13F822-57A4-DFB2-BD74-42325BAF03F9}"/>
              </a:ext>
            </a:extLst>
          </p:cNvPr>
          <p:cNvSpPr>
            <a:spLocks xmlns:a="http://schemas.openxmlformats.org/drawingml/2006/main" noGrp="1"/>
          </p:cNvSpPr>
          <p:nvPr>
            <p:ph type="title" idx="0"/>
          </p:nvPr>
        </p:nvSpPr>
        <p:spPr>
          <a:xfrm xmlns:a="http://schemas.openxmlformats.org/drawingml/2006/main">
            <a:off x="526000" y="635473"/>
            <a:ext cx="3625313" cy="2106613"/>
          </a:xfrm>
        </p:spPr>
        <p:txBody>
          <a:bodyPr xmlns:a="http://schemas.openxmlformats.org/drawingml/2006/main"/>
          <a:lstStyle xmlns:a="http://schemas.openxmlformats.org/drawingml/2006/main"/>
          <a:p xmlns:a="http://schemas.openxmlformats.org/drawingml/2006/main">
            <a:r>
              <a:t>Modifiez le style du titre</a:t>
            </a:r>
            <a:endParaRPr/>
          </a:p>
        </p:txBody>
      </p:sp>
      <p:sp>
        <p:nvSpPr>
          <p:cNvPr id="3" name="Espace réservé du texte 2">
            <a:extLst xmlns:a="http://schemas.openxmlformats.org/drawingml/2006/main">
              <a:ext uri="{FF2B5EF4-FFF2-40B4-BE49-F238E27FC236}">
                <a16:creationId xmlns:a16="http://schemas.microsoft.com/office/drawing/2014/main" id="{C7E2F5CC-09F6-CAC3-00B8-734CED0893B3}"/>
              </a:ext>
            </a:extLst>
          </p:cNvPr>
          <p:cNvSpPr>
            <a:spLocks xmlns:a="http://schemas.openxmlformats.org/drawingml/2006/main" noGrp="1"/>
          </p:cNvSpPr>
          <p:nvPr>
            <p:ph type="body" idx="18"/>
          </p:nvPr>
        </p:nvSpPr>
        <p:spPr>
          <a:xfrm xmlns:a="http://schemas.openxmlformats.org/drawingml/2006/main">
            <a:off x="550863" y="3122613"/>
            <a:ext cx="3600450" cy="3402012"/>
          </a:xfrm>
        </p:spPr>
        <p:txBody>
          <a:bodyPr xmlns:a="http://schemas.openxmlformats.org/drawingml/2006/main"/>
          <a:lstStyle xmlns:a="http://schemas.openxmlformats.org/drawingml/2006/main"/>
          <a:p xmlns:a="http://schemas.openxmlformats.org/drawingml/2006/main">
            <a:pPr lvl="0">
              <a:buNone/>
            </a:pPr>
            <a:r>
              <a:t>Cliquez pour modifier les styles du texte du masque</a:t>
            </a:r>
          </a:p>
          <a:p xmlns:a="http://schemas.openxmlformats.org/drawingml/2006/main">
            <a:pPr lvl="1">
              <a:buNone/>
            </a:pPr>
            <a:r>
              <a:t>Deuxième niveau</a:t>
            </a:r>
          </a:p>
          <a:p xmlns:a="http://schemas.openxmlformats.org/drawingml/2006/main">
            <a:pPr lvl="2">
              <a:buNone/>
            </a:pPr>
            <a:r>
              <a:t>Troisième niveau</a:t>
            </a:r>
          </a:p>
          <a:p xmlns:a="http://schemas.openxmlformats.org/drawingml/2006/main">
            <a:pPr lvl="3">
              <a:buNone/>
            </a:pPr>
            <a:r>
              <a:t>Quatrième niveau</a:t>
            </a:r>
          </a:p>
          <a:p xmlns:a="http://schemas.openxmlformats.org/drawingml/2006/main">
            <a:pPr lvl="4">
              <a:buNone/>
            </a:pPr>
            <a:r>
              <a:t>Cinquième niveau</a:t>
            </a:r>
            <a:endParaRPr/>
          </a:p>
        </p:txBody>
      </p:sp>
      <p:sp>
        <p:nvSpPr>
          <p:cNvPr id="2" name="Espace réservé de la date 1">
            <a:extLst xmlns:a="http://schemas.openxmlformats.org/drawingml/2006/main">
              <a:ext uri="{FF2B5EF4-FFF2-40B4-BE49-F238E27FC236}">
                <a16:creationId xmlns:a16="http://schemas.microsoft.com/office/drawing/2014/main" id="{86432F55-8A97-1BB4-2F23-086FDAC46DF6}"/>
              </a:ext>
            </a:extLst>
          </p:cNvPr>
          <p:cNvSpPr>
            <a:spLocks xmlns:a="http://schemas.openxmlformats.org/drawingml/2006/main" noGrp="1"/>
          </p:cNvSpPr>
          <p:nvPr>
            <p:ph type="dt" idx="19"/>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10" name="Espace réservé du pied de page 9">
            <a:extLst xmlns:a="http://schemas.openxmlformats.org/drawingml/2006/main">
              <a:ext uri="{FF2B5EF4-FFF2-40B4-BE49-F238E27FC236}">
                <a16:creationId xmlns:a16="http://schemas.microsoft.com/office/drawing/2014/main" id="{F05EDAD6-9C14-3B54-9823-67DD86CA86F1}"/>
              </a:ext>
            </a:extLst>
          </p:cNvPr>
          <p:cNvSpPr>
            <a:spLocks xmlns:a="http://schemas.openxmlformats.org/drawingml/2006/main" noGrp="1"/>
          </p:cNvSpPr>
          <p:nvPr>
            <p:ph type="ftr" idx="20"/>
          </p:nvPr>
        </p:nvSpPr>
        <p:spPr/>
        <p:txBody>
          <a:bodyPr xmlns:a="http://schemas.openxmlformats.org/drawingml/2006/main"/>
          <a:lstStyle xmlns:a="http://schemas.openxmlformats.org/drawingml/2006/main"/>
          <a:p xmlns:a="http://schemas.openxmlformats.org/drawingml/2006/main">
            <a:endParaRPr/>
          </a:p>
        </p:txBody>
      </p:sp>
      <p:sp>
        <p:nvSpPr>
          <p:cNvPr id="11" name="Espace réservé du numéro de diapositive 10">
            <a:extLst xmlns:a="http://schemas.openxmlformats.org/drawingml/2006/main">
              <a:ext uri="{FF2B5EF4-FFF2-40B4-BE49-F238E27FC236}">
                <a16:creationId xmlns:a16="http://schemas.microsoft.com/office/drawing/2014/main" id="{89A76A2C-D3BB-E03F-C381-18BB0CD1198D}"/>
              </a:ext>
            </a:extLst>
          </p:cNvPr>
          <p:cNvSpPr>
            <a:spLocks xmlns:a="http://schemas.openxmlformats.org/drawingml/2006/main" noGrp="1"/>
          </p:cNvSpPr>
          <p:nvPr>
            <p:ph type="sldNum" idx="21"/>
          </p:nvPr>
        </p:nvSpPr>
        <p:spPr/>
        <p:txBody>
          <a:bodyPr xmlns:a="http://schemas.openxmlformats.org/drawingml/2006/main"/>
          <a:lstStyle xmlns:a="http://schemas.openxmlformats.org/drawingml/2006/main"/>
          <a:p xmlns:a="http://schemas.openxmlformats.org/drawingml/2006/main">
            <a:fld id="{E1E1CD7C-2161-7D43-862E-CE4C333CD873}" type="slidenum">
              <a:t>‹#›</a:t>
            </a:fld>
            <a:endParaRPr/>
          </a:p>
        </p:txBody>
      </p:sp>
    </p:spTree>
  </p:cSld>
</p:sldLayout>
</file>

<file path=ppt/slideLayouts/slideLayout35.xml><?xml version="1.0" encoding="utf-8"?>
<p:sldLayout xmlns:p="http://schemas.openxmlformats.org/presentationml/2006/main" preserve="1" userDrawn="1">
  <p:cSld name="3_Titre seul">
    <p:spTree>
      <p:nvGrpSpPr>
        <p:cNvPr id="1" name=""/>
        <p:cNvGrpSpPr/>
        <p:nvPr/>
      </p:nvGrpSpPr>
      <p:grpSpPr>
        <a:xfrm xmlns:a="http://schemas.openxmlformats.org/drawingml/2006/main"/>
      </p:grpSpPr>
      <p:sp>
        <p:nvSpPr>
          <p:cNvPr id="7" name="Espace réservé pour une image  6">
            <a:extLst xmlns:a="http://schemas.openxmlformats.org/drawingml/2006/main">
              <a:ext uri="{FF2B5EF4-FFF2-40B4-BE49-F238E27FC236}">
                <a16:creationId xmlns:a16="http://schemas.microsoft.com/office/drawing/2014/main" id="{625DAC6D-23F0-6941-BE81-E7A79CA3AFFD}"/>
              </a:ext>
            </a:extLst>
          </p:cNvPr>
          <p:cNvSpPr>
            <a:spLocks xmlns:a="http://schemas.openxmlformats.org/drawingml/2006/main" noGrp="1"/>
          </p:cNvSpPr>
          <p:nvPr>
            <p:ph type="pic" idx="13"/>
          </p:nvPr>
        </p:nvSpPr>
        <p:spPr>
          <a:xfrm xmlns:a="http://schemas.openxmlformats.org/drawingml/2006/main">
            <a:off x="0" y="4152899"/>
            <a:ext cx="12192001" cy="2705100"/>
          </a:xfrm>
        </p:spPr>
        <p:txBody>
          <a:bodyPr xmlns:a="http://schemas.openxmlformats.org/drawingml/2006/main"/>
          <a:lstStyle xmlns:a="http://schemas.openxmlformats.org/drawingml/2006/main"/>
          <a:p xmlns:a="http://schemas.openxmlformats.org/drawingml/2006/main">
            <a:r>
              <a:t>Cliquez sur l'icône pour ajouter une image</a:t>
            </a:r>
          </a:p>
        </p:txBody>
      </p:sp>
      <p:sp>
        <p:nvSpPr>
          <p:cNvPr id="4" name="Espace réservé du texte 3">
            <a:extLst xmlns:a="http://schemas.openxmlformats.org/drawingml/2006/main">
              <a:ext uri="{FF2B5EF4-FFF2-40B4-BE49-F238E27FC236}">
                <a16:creationId xmlns:a16="http://schemas.microsoft.com/office/drawing/2014/main" id="{6C7A2371-BB07-4CD9-A411-E4902F97646A}"/>
              </a:ext>
            </a:extLst>
          </p:cNvPr>
          <p:cNvSpPr>
            <a:spLocks xmlns:a="http://schemas.openxmlformats.org/drawingml/2006/main" noGrp="1"/>
          </p:cNvSpPr>
          <p:nvPr>
            <p:ph type="body" idx="17"/>
          </p:nvPr>
        </p:nvSpPr>
        <p:spPr>
          <a:xfrm xmlns:a="http://schemas.openxmlformats.org/drawingml/2006/main">
            <a:off x="550862" y="2084918"/>
            <a:ext cx="11090275" cy="1915583"/>
          </a:xfrm>
        </p:spPr>
        <p:txBody>
          <a:bodyPr xmlns:a="http://schemas.openxmlformats.org/drawingml/2006/main"/>
          <a:lstStyle xmlns:a="http://schemas.openxmlformats.org/drawingml/2006/main">
            <a:lvl4pPr>
              <a:buNone/>
              <a:defRPr>
                <a:latin typeface="Arial"/>
                <a:ea typeface="Arial"/>
                <a:cs typeface="Arial"/>
              </a:defRPr>
            </a:lvl4pPr>
            <a:lvl5pPr>
              <a:buNone/>
              <a:defRPr>
                <a:latin typeface="Arial"/>
                <a:ea typeface="Arial"/>
                <a:cs typeface="Arial"/>
              </a:defRPr>
            </a:lvl5pPr>
          </a:lstStyle>
          <a:p xmlns:a="http://schemas.openxmlformats.org/drawingml/2006/main">
            <a:pPr lvl="0">
              <a:buNone/>
            </a:pPr>
            <a:r>
              <a:t>Cliquez pour modifier les styles du texte du masque</a:t>
            </a:r>
          </a:p>
        </p:txBody>
      </p:sp>
      <p:sp>
        <p:nvSpPr>
          <p:cNvPr id="10" name="Titre 9">
            <a:extLst xmlns:a="http://schemas.openxmlformats.org/drawingml/2006/main">
              <a:ext uri="{FF2B5EF4-FFF2-40B4-BE49-F238E27FC236}">
                <a16:creationId xmlns:a16="http://schemas.microsoft.com/office/drawing/2014/main" id="{062DF1BB-35DC-3A82-0169-B8DBE8B619D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Modifiez le style du titre</a:t>
            </a:r>
            <a:endParaRPr/>
          </a:p>
        </p:txBody>
      </p:sp>
      <p:sp>
        <p:nvSpPr>
          <p:cNvPr id="6" name="Espace réservé de la date 5">
            <a:extLst xmlns:a="http://schemas.openxmlformats.org/drawingml/2006/main">
              <a:ext uri="{FF2B5EF4-FFF2-40B4-BE49-F238E27FC236}">
                <a16:creationId xmlns:a16="http://schemas.microsoft.com/office/drawing/2014/main" id="{1E69DB1A-EF51-40EA-B47B-454F35B329B0}"/>
              </a:ext>
            </a:extLst>
          </p:cNvPr>
          <p:cNvSpPr>
            <a:spLocks xmlns:a="http://schemas.openxmlformats.org/drawingml/2006/main" noGrp="1"/>
          </p:cNvSpPr>
          <p:nvPr>
            <p:ph type="dt" idx="18"/>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8" name="Espace réservé du pied de page 7">
            <a:extLst xmlns:a="http://schemas.openxmlformats.org/drawingml/2006/main">
              <a:ext uri="{FF2B5EF4-FFF2-40B4-BE49-F238E27FC236}">
                <a16:creationId xmlns:a16="http://schemas.microsoft.com/office/drawing/2014/main" id="{AFEE2F84-86D7-EF9E-E1F1-6D9B4FD35115}"/>
              </a:ext>
            </a:extLst>
          </p:cNvPr>
          <p:cNvSpPr>
            <a:spLocks xmlns:a="http://schemas.openxmlformats.org/drawingml/2006/main" noGrp="1"/>
          </p:cNvSpPr>
          <p:nvPr>
            <p:ph type="ftr" idx="19"/>
          </p:nvPr>
        </p:nvSpPr>
        <p:spPr/>
        <p:txBody>
          <a:bodyPr xmlns:a="http://schemas.openxmlformats.org/drawingml/2006/main"/>
          <a:lstStyle xmlns:a="http://schemas.openxmlformats.org/drawingml/2006/main"/>
          <a:p xmlns:a="http://schemas.openxmlformats.org/drawingml/2006/main">
            <a:endParaRPr/>
          </a:p>
        </p:txBody>
      </p:sp>
      <p:sp>
        <p:nvSpPr>
          <p:cNvPr id="9" name="Espace réservé du numéro de diapositive 8">
            <a:extLst xmlns:a="http://schemas.openxmlformats.org/drawingml/2006/main">
              <a:ext uri="{FF2B5EF4-FFF2-40B4-BE49-F238E27FC236}">
                <a16:creationId xmlns:a16="http://schemas.microsoft.com/office/drawing/2014/main" id="{7294AFBB-3C11-FEBF-59B2-2F637FB53201}"/>
              </a:ext>
            </a:extLst>
          </p:cNvPr>
          <p:cNvSpPr>
            <a:spLocks xmlns:a="http://schemas.openxmlformats.org/drawingml/2006/main" noGrp="1"/>
          </p:cNvSpPr>
          <p:nvPr>
            <p:ph type="sldNum" idx="20"/>
          </p:nvPr>
        </p:nvSpPr>
        <p:spPr/>
        <p:txBody>
          <a:bodyPr xmlns:a="http://schemas.openxmlformats.org/drawingml/2006/main"/>
          <a:lstStyle xmlns:a="http://schemas.openxmlformats.org/drawingml/2006/main"/>
          <a:p xmlns:a="http://schemas.openxmlformats.org/drawingml/2006/main">
            <a:fld id="{E1E1CD7C-2161-7D43-862E-CE4C333CD873}" type="slidenum">
              <a:t>‹#›</a:t>
            </a:fld>
            <a:endParaRPr/>
          </a:p>
        </p:txBody>
      </p:sp>
    </p:spTree>
  </p:cSld>
</p:sldLayout>
</file>

<file path=ppt/slideLayouts/slideLayout36.xml><?xml version="1.0" encoding="utf-8"?>
<p:sldLayout xmlns:p="http://schemas.openxmlformats.org/presentationml/2006/main" preserve="1" userDrawn="1">
  <p:cSld name="10_Titre seul">
    <p:spTree>
      <p:nvGrpSpPr>
        <p:cNvPr id="1" name=""/>
        <p:cNvGrpSpPr/>
        <p:nvPr/>
      </p:nvGrpSpPr>
      <p:grpSpPr>
        <a:xfrm xmlns:a="http://schemas.openxmlformats.org/drawingml/2006/main"/>
      </p:grpSpPr>
      <p:sp>
        <p:nvSpPr>
          <p:cNvPr id="7" name="Espace réservé pour une image  6">
            <a:extLst xmlns:a="http://schemas.openxmlformats.org/drawingml/2006/main">
              <a:ext uri="{FF2B5EF4-FFF2-40B4-BE49-F238E27FC236}">
                <a16:creationId xmlns:a16="http://schemas.microsoft.com/office/drawing/2014/main" id="{625DAC6D-23F0-6941-BE81-E7A79CA3AFFD}"/>
              </a:ext>
            </a:extLst>
          </p:cNvPr>
          <p:cNvSpPr>
            <a:spLocks xmlns:a="http://schemas.openxmlformats.org/drawingml/2006/main" noGrp="1"/>
          </p:cNvSpPr>
          <p:nvPr>
            <p:ph type="pic" idx="13"/>
          </p:nvPr>
        </p:nvSpPr>
        <p:spPr>
          <a:xfrm xmlns:a="http://schemas.openxmlformats.org/drawingml/2006/main">
            <a:off x="0" y="4152899"/>
            <a:ext cx="12192001" cy="2705100"/>
          </a:xfrm>
        </p:spPr>
        <p:txBody>
          <a:bodyPr xmlns:a="http://schemas.openxmlformats.org/drawingml/2006/main"/>
          <a:lstStyle xmlns:a="http://schemas.openxmlformats.org/drawingml/2006/main"/>
          <a:p xmlns:a="http://schemas.openxmlformats.org/drawingml/2006/main">
            <a:r>
              <a:t>Cliquez sur l'icône pour ajouter une image</a:t>
            </a:r>
          </a:p>
        </p:txBody>
      </p:sp>
      <p:sp>
        <p:nvSpPr>
          <p:cNvPr id="4" name="Espace réservé du texte 3">
            <a:extLst xmlns:a="http://schemas.openxmlformats.org/drawingml/2006/main">
              <a:ext uri="{FF2B5EF4-FFF2-40B4-BE49-F238E27FC236}">
                <a16:creationId xmlns:a16="http://schemas.microsoft.com/office/drawing/2014/main" id="{A5143B8B-0EEE-4DDF-BB30-0452B8F458BF}"/>
              </a:ext>
            </a:extLst>
          </p:cNvPr>
          <p:cNvSpPr>
            <a:spLocks xmlns:a="http://schemas.openxmlformats.org/drawingml/2006/main" noGrp="1"/>
          </p:cNvSpPr>
          <p:nvPr>
            <p:ph type="body" idx="17"/>
          </p:nvPr>
        </p:nvSpPr>
        <p:spPr>
          <a:xfrm xmlns:a="http://schemas.openxmlformats.org/drawingml/2006/main">
            <a:off x="4295775" y="1476530"/>
            <a:ext cx="7345362" cy="2523971"/>
          </a:xfrm>
        </p:spPr>
        <p:txBody>
          <a:bodyPr xmlns:a="http://schemas.openxmlformats.org/drawingml/2006/main"/>
          <a:lstStyle xmlns:a="http://schemas.openxmlformats.org/drawingml/2006/main">
            <a:lvl4pPr>
              <a:buNone/>
              <a:defRPr>
                <a:latin typeface="Arial"/>
                <a:ea typeface="Arial"/>
                <a:cs typeface="Arial"/>
              </a:defRPr>
            </a:lvl4pPr>
            <a:lvl5pPr>
              <a:buNone/>
              <a:defRPr>
                <a:latin typeface="Arial"/>
                <a:ea typeface="Arial"/>
                <a:cs typeface="Arial"/>
              </a:defRPr>
            </a:lvl5pPr>
          </a:lstStyle>
          <a:p xmlns:a="http://schemas.openxmlformats.org/drawingml/2006/main">
            <a:pPr lvl="0">
              <a:buNone/>
            </a:pPr>
            <a:r>
              <a:t>Cliquez pour modifier les styles du texte du masque</a:t>
            </a:r>
          </a:p>
        </p:txBody>
      </p:sp>
      <p:sp>
        <p:nvSpPr>
          <p:cNvPr id="10" name="Titre 9">
            <a:extLst xmlns:a="http://schemas.openxmlformats.org/drawingml/2006/main">
              <a:ext uri="{FF2B5EF4-FFF2-40B4-BE49-F238E27FC236}">
                <a16:creationId xmlns:a16="http://schemas.microsoft.com/office/drawing/2014/main" id="{062DF1BB-35DC-3A82-0169-B8DBE8B619D2}"/>
              </a:ext>
            </a:extLst>
          </p:cNvPr>
          <p:cNvSpPr>
            <a:spLocks xmlns:a="http://schemas.openxmlformats.org/drawingml/2006/main" noGrp="1"/>
          </p:cNvSpPr>
          <p:nvPr>
            <p:ph type="title" idx="0"/>
          </p:nvPr>
        </p:nvSpPr>
        <p:spPr>
          <a:xfrm xmlns:a="http://schemas.openxmlformats.org/drawingml/2006/main">
            <a:off x="526000" y="635473"/>
            <a:ext cx="3625313" cy="3037117"/>
          </a:xfrm>
        </p:spPr>
        <p:txBody>
          <a:bodyPr xmlns:a="http://schemas.openxmlformats.org/drawingml/2006/main"/>
          <a:lstStyle xmlns:a="http://schemas.openxmlformats.org/drawingml/2006/main"/>
          <a:p xmlns:a="http://schemas.openxmlformats.org/drawingml/2006/main">
            <a:r>
              <a:t>Modifiez le style du titre</a:t>
            </a:r>
            <a:endParaRPr/>
          </a:p>
        </p:txBody>
      </p:sp>
      <p:sp>
        <p:nvSpPr>
          <p:cNvPr id="6" name="Espace réservé de la date 5">
            <a:extLst xmlns:a="http://schemas.openxmlformats.org/drawingml/2006/main">
              <a:ext uri="{FF2B5EF4-FFF2-40B4-BE49-F238E27FC236}">
                <a16:creationId xmlns:a16="http://schemas.microsoft.com/office/drawing/2014/main" id="{866AC3B0-0D3A-8762-2087-9A5794DDBAEE}"/>
              </a:ext>
            </a:extLst>
          </p:cNvPr>
          <p:cNvSpPr>
            <a:spLocks xmlns:a="http://schemas.openxmlformats.org/drawingml/2006/main" noGrp="1"/>
          </p:cNvSpPr>
          <p:nvPr>
            <p:ph type="dt" idx="18"/>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8" name="Espace réservé du pied de page 7">
            <a:extLst xmlns:a="http://schemas.openxmlformats.org/drawingml/2006/main">
              <a:ext uri="{FF2B5EF4-FFF2-40B4-BE49-F238E27FC236}">
                <a16:creationId xmlns:a16="http://schemas.microsoft.com/office/drawing/2014/main" id="{0802C03D-8F8B-28B8-FBD5-78C5C498F546}"/>
              </a:ext>
            </a:extLst>
          </p:cNvPr>
          <p:cNvSpPr>
            <a:spLocks xmlns:a="http://schemas.openxmlformats.org/drawingml/2006/main" noGrp="1"/>
          </p:cNvSpPr>
          <p:nvPr>
            <p:ph type="ftr" idx="19"/>
          </p:nvPr>
        </p:nvSpPr>
        <p:spPr/>
        <p:txBody>
          <a:bodyPr xmlns:a="http://schemas.openxmlformats.org/drawingml/2006/main"/>
          <a:lstStyle xmlns:a="http://schemas.openxmlformats.org/drawingml/2006/main"/>
          <a:p xmlns:a="http://schemas.openxmlformats.org/drawingml/2006/main">
            <a:endParaRPr/>
          </a:p>
        </p:txBody>
      </p:sp>
      <p:sp>
        <p:nvSpPr>
          <p:cNvPr id="9" name="Espace réservé du numéro de diapositive 8">
            <a:extLst xmlns:a="http://schemas.openxmlformats.org/drawingml/2006/main">
              <a:ext uri="{FF2B5EF4-FFF2-40B4-BE49-F238E27FC236}">
                <a16:creationId xmlns:a16="http://schemas.microsoft.com/office/drawing/2014/main" id="{00952B62-C420-1723-20D4-4BCBCC67654A}"/>
              </a:ext>
            </a:extLst>
          </p:cNvPr>
          <p:cNvSpPr>
            <a:spLocks xmlns:a="http://schemas.openxmlformats.org/drawingml/2006/main" noGrp="1"/>
          </p:cNvSpPr>
          <p:nvPr>
            <p:ph type="sldNum" idx="20"/>
          </p:nvPr>
        </p:nvSpPr>
        <p:spPr/>
        <p:txBody>
          <a:bodyPr xmlns:a="http://schemas.openxmlformats.org/drawingml/2006/main"/>
          <a:lstStyle xmlns:a="http://schemas.openxmlformats.org/drawingml/2006/main"/>
          <a:p xmlns:a="http://schemas.openxmlformats.org/drawingml/2006/main">
            <a:fld id="{E1E1CD7C-2161-7D43-862E-CE4C333CD873}" type="slidenum">
              <a:t>‹#›</a:t>
            </a:fld>
            <a:endParaRPr/>
          </a:p>
        </p:txBody>
      </p:sp>
    </p:spTree>
  </p:cSld>
</p:sldLayout>
</file>

<file path=ppt/slideLayouts/slideLayout37.xml><?xml version="1.0" encoding="utf-8"?>
<p:sldLayout xmlns:p="http://schemas.openxmlformats.org/presentationml/2006/main" preserve="1" userDrawn="1">
  <p:cSld name="11_Titre seul">
    <p:spTree>
      <p:nvGrpSpPr>
        <p:cNvPr id="1" name=""/>
        <p:cNvGrpSpPr/>
        <p:nvPr/>
      </p:nvGrpSpPr>
      <p:grpSpPr>
        <a:xfrm xmlns:a="http://schemas.openxmlformats.org/drawingml/2006/main"/>
      </p:grpSpPr>
      <p:sp>
        <p:nvSpPr>
          <p:cNvPr id="49" name="Espace réservé pour une image  48">
            <a:extLst xmlns:a="http://schemas.openxmlformats.org/drawingml/2006/main">
              <a:ext uri="{FF2B5EF4-FFF2-40B4-BE49-F238E27FC236}">
                <a16:creationId xmlns:a16="http://schemas.microsoft.com/office/drawing/2014/main" id="{EB4B76CC-D6E6-F71B-F115-CCF181F6E936}"/>
              </a:ext>
            </a:extLst>
          </p:cNvPr>
          <p:cNvSpPr>
            <a:spLocks xmlns:a="http://schemas.openxmlformats.org/drawingml/2006/main" noGrp="1"/>
          </p:cNvSpPr>
          <p:nvPr>
            <p:ph type="pic" idx="13"/>
          </p:nvPr>
        </p:nvSpPr>
        <p:spPr>
          <a:xfrm xmlns:a="http://schemas.openxmlformats.org/drawingml/2006/main">
            <a:off x="0" y="-1"/>
            <a:ext cx="12192001" cy="3122613"/>
          </a:xfrm>
          <a:custGeom xmlns:a="http://schemas.openxmlformats.org/drawingml/2006/main">
            <a:gdLst>
              <a:gd name="connsiteX0" fmla="*/ 767072 w 12192001"/>
              <a:gd name="connsiteY0" fmla="*/ 371000 h 3122613"/>
              <a:gd name="connsiteX1" fmla="*/ 799951 w 12192001"/>
              <a:gd name="connsiteY1" fmla="*/ 371000 h 3122613"/>
              <a:gd name="connsiteX2" fmla="*/ 813959 w 12192001"/>
              <a:gd name="connsiteY2" fmla="*/ 371799 h 3122613"/>
              <a:gd name="connsiteX3" fmla="*/ 825811 w 12192001"/>
              <a:gd name="connsiteY3" fmla="*/ 374901 h 3122613"/>
              <a:gd name="connsiteX4" fmla="*/ 834031 w 12192001"/>
              <a:gd name="connsiteY4" fmla="*/ 381381 h 3122613"/>
              <a:gd name="connsiteX5" fmla="*/ 837140 w 12192001"/>
              <a:gd name="connsiteY5" fmla="*/ 392376 h 3122613"/>
              <a:gd name="connsiteX6" fmla="*/ 834031 w 12192001"/>
              <a:gd name="connsiteY6" fmla="*/ 403372 h 3122613"/>
              <a:gd name="connsiteX7" fmla="*/ 834031 w 12192001"/>
              <a:gd name="connsiteY7" fmla="*/ 403341 h 3122613"/>
              <a:gd name="connsiteX8" fmla="*/ 825811 w 12192001"/>
              <a:gd name="connsiteY8" fmla="*/ 409821 h 3122613"/>
              <a:gd name="connsiteX9" fmla="*/ 813959 w 12192001"/>
              <a:gd name="connsiteY9" fmla="*/ 412923 h 3122613"/>
              <a:gd name="connsiteX10" fmla="*/ 799951 w 12192001"/>
              <a:gd name="connsiteY10" fmla="*/ 413722 h 3122613"/>
              <a:gd name="connsiteX11" fmla="*/ 767072 w 12192001"/>
              <a:gd name="connsiteY11" fmla="*/ 413722 h 3122613"/>
              <a:gd name="connsiteX12" fmla="*/ 1073698 w 12192001"/>
              <a:gd name="connsiteY12" fmla="*/ 335496 h 3122613"/>
              <a:gd name="connsiteX13" fmla="*/ 1073698 w 12192001"/>
              <a:gd name="connsiteY13" fmla="*/ 527421 h 3122613"/>
              <a:gd name="connsiteX14" fmla="*/ 1212850 w 12192001"/>
              <a:gd name="connsiteY14" fmla="*/ 527421 h 3122613"/>
              <a:gd name="connsiteX15" fmla="*/ 1212850 w 12192001"/>
              <a:gd name="connsiteY15" fmla="*/ 491948 h 3122613"/>
              <a:gd name="connsiteX16" fmla="*/ 1115167 w 12192001"/>
              <a:gd name="connsiteY16" fmla="*/ 491948 h 3122613"/>
              <a:gd name="connsiteX17" fmla="*/ 1115167 w 12192001"/>
              <a:gd name="connsiteY17" fmla="*/ 335496 h 3122613"/>
              <a:gd name="connsiteX18" fmla="*/ 904469 w 12192001"/>
              <a:gd name="connsiteY18" fmla="*/ 335496 h 3122613"/>
              <a:gd name="connsiteX19" fmla="*/ 904469 w 12192001"/>
              <a:gd name="connsiteY19" fmla="*/ 413722 h 3122613"/>
              <a:gd name="connsiteX20" fmla="*/ 945968 w 12192001"/>
              <a:gd name="connsiteY20" fmla="*/ 413722 h 3122613"/>
              <a:gd name="connsiteX21" fmla="*/ 945968 w 12192001"/>
              <a:gd name="connsiteY21" fmla="*/ 449195 h 3122613"/>
              <a:gd name="connsiteX22" fmla="*/ 904469 w 12192001"/>
              <a:gd name="connsiteY22" fmla="*/ 449195 h 3122613"/>
              <a:gd name="connsiteX23" fmla="*/ 904469 w 12192001"/>
              <a:gd name="connsiteY23" fmla="*/ 527421 h 3122613"/>
              <a:gd name="connsiteX24" fmla="*/ 945969 w 12192001"/>
              <a:gd name="connsiteY24" fmla="*/ 527421 h 3122613"/>
              <a:gd name="connsiteX25" fmla="*/ 945969 w 12192001"/>
              <a:gd name="connsiteY25" fmla="*/ 449195 h 3122613"/>
              <a:gd name="connsiteX26" fmla="*/ 1035278 w 12192001"/>
              <a:gd name="connsiteY26" fmla="*/ 449195 h 3122613"/>
              <a:gd name="connsiteX27" fmla="*/ 1035278 w 12192001"/>
              <a:gd name="connsiteY27" fmla="*/ 413722 h 3122613"/>
              <a:gd name="connsiteX28" fmla="*/ 945969 w 12192001"/>
              <a:gd name="connsiteY28" fmla="*/ 413722 h 3122613"/>
              <a:gd name="connsiteX29" fmla="*/ 945969 w 12192001"/>
              <a:gd name="connsiteY29" fmla="*/ 370969 h 3122613"/>
              <a:gd name="connsiteX30" fmla="*/ 1043652 w 12192001"/>
              <a:gd name="connsiteY30" fmla="*/ 370969 h 3122613"/>
              <a:gd name="connsiteX31" fmla="*/ 1043652 w 12192001"/>
              <a:gd name="connsiteY31" fmla="*/ 335496 h 3122613"/>
              <a:gd name="connsiteX32" fmla="*/ 725542 w 12192001"/>
              <a:gd name="connsiteY32" fmla="*/ 335496 h 3122613"/>
              <a:gd name="connsiteX33" fmla="*/ 725542 w 12192001"/>
              <a:gd name="connsiteY33" fmla="*/ 527421 h 3122613"/>
              <a:gd name="connsiteX34" fmla="*/ 767041 w 12192001"/>
              <a:gd name="connsiteY34" fmla="*/ 527421 h 3122613"/>
              <a:gd name="connsiteX35" fmla="*/ 767041 w 12192001"/>
              <a:gd name="connsiteY35" fmla="*/ 449195 h 3122613"/>
              <a:gd name="connsiteX36" fmla="*/ 811496 w 12192001"/>
              <a:gd name="connsiteY36" fmla="*/ 449195 h 3122613"/>
              <a:gd name="connsiteX37" fmla="*/ 842220 w 12192001"/>
              <a:gd name="connsiteY37" fmla="*/ 444343 h 3122613"/>
              <a:gd name="connsiteX38" fmla="*/ 862847 w 12192001"/>
              <a:gd name="connsiteY38" fmla="*/ 431566 h 3122613"/>
              <a:gd name="connsiteX39" fmla="*/ 874422 w 12192001"/>
              <a:gd name="connsiteY39" fmla="*/ 413322 h 3122613"/>
              <a:gd name="connsiteX40" fmla="*/ 878055 w 12192001"/>
              <a:gd name="connsiteY40" fmla="*/ 392346 h 3122613"/>
              <a:gd name="connsiteX41" fmla="*/ 874422 w 12192001"/>
              <a:gd name="connsiteY41" fmla="*/ 371246 h 3122613"/>
              <a:gd name="connsiteX42" fmla="*/ 862847 w 12192001"/>
              <a:gd name="connsiteY42" fmla="*/ 353125 h 3122613"/>
              <a:gd name="connsiteX43" fmla="*/ 842220 w 12192001"/>
              <a:gd name="connsiteY43" fmla="*/ 340349 h 3122613"/>
              <a:gd name="connsiteX44" fmla="*/ 811496 w 12192001"/>
              <a:gd name="connsiteY44" fmla="*/ 335496 h 3122613"/>
              <a:gd name="connsiteX45" fmla="*/ 550863 w 12192001"/>
              <a:gd name="connsiteY45" fmla="*/ 335496 h 3122613"/>
              <a:gd name="connsiteX46" fmla="*/ 550863 w 12192001"/>
              <a:gd name="connsiteY46" fmla="*/ 413722 h 3122613"/>
              <a:gd name="connsiteX47" fmla="*/ 592363 w 12192001"/>
              <a:gd name="connsiteY47" fmla="*/ 413722 h 3122613"/>
              <a:gd name="connsiteX48" fmla="*/ 592363 w 12192001"/>
              <a:gd name="connsiteY48" fmla="*/ 449195 h 3122613"/>
              <a:gd name="connsiteX49" fmla="*/ 550863 w 12192001"/>
              <a:gd name="connsiteY49" fmla="*/ 449195 h 3122613"/>
              <a:gd name="connsiteX50" fmla="*/ 550863 w 12192001"/>
              <a:gd name="connsiteY50" fmla="*/ 527421 h 3122613"/>
              <a:gd name="connsiteX51" fmla="*/ 690015 w 12192001"/>
              <a:gd name="connsiteY51" fmla="*/ 527421 h 3122613"/>
              <a:gd name="connsiteX52" fmla="*/ 690015 w 12192001"/>
              <a:gd name="connsiteY52" fmla="*/ 491948 h 3122613"/>
              <a:gd name="connsiteX53" fmla="*/ 592363 w 12192001"/>
              <a:gd name="connsiteY53" fmla="*/ 491948 h 3122613"/>
              <a:gd name="connsiteX54" fmla="*/ 592363 w 12192001"/>
              <a:gd name="connsiteY54" fmla="*/ 449195 h 3122613"/>
              <a:gd name="connsiteX55" fmla="*/ 681672 w 12192001"/>
              <a:gd name="connsiteY55" fmla="*/ 449195 h 3122613"/>
              <a:gd name="connsiteX56" fmla="*/ 681672 w 12192001"/>
              <a:gd name="connsiteY56" fmla="*/ 413722 h 3122613"/>
              <a:gd name="connsiteX57" fmla="*/ 592363 w 12192001"/>
              <a:gd name="connsiteY57" fmla="*/ 413722 h 3122613"/>
              <a:gd name="connsiteX58" fmla="*/ 592363 w 12192001"/>
              <a:gd name="connsiteY58" fmla="*/ 370969 h 3122613"/>
              <a:gd name="connsiteX59" fmla="*/ 690015 w 12192001"/>
              <a:gd name="connsiteY59" fmla="*/ 370969 h 3122613"/>
              <a:gd name="connsiteX60" fmla="*/ 690015 w 12192001"/>
              <a:gd name="connsiteY60" fmla="*/ 335496 h 3122613"/>
              <a:gd name="connsiteX61" fmla="*/ 0 w 12192001"/>
              <a:gd name="connsiteY61" fmla="*/ 0 h 3122613"/>
              <a:gd name="connsiteX62" fmla="*/ 12192001 w 12192001"/>
              <a:gd name="connsiteY62" fmla="*/ 0 h 3122613"/>
              <a:gd name="connsiteX63" fmla="*/ 12192001 w 12192001"/>
              <a:gd name="connsiteY63" fmla="*/ 3122613 h 3122613"/>
              <a:gd name="connsiteX64" fmla="*/ 0 w 12192001"/>
              <a:gd name="connsiteY64" fmla="*/ 3122613 h 3122613"/>
            </a:gdLst>
            <a:rect l="l" t="t" r="r" b="b"/>
            <a:pathLst>
              <a:path w="12192001" h="3122613">
                <a:moveTo>
                  <a:pt x="767072" y="371000"/>
                </a:moveTo>
                <a:lnTo>
                  <a:pt x="799951" y="371000"/>
                </a:lnTo>
                <a:cubicBezTo>
                  <a:pt x="804815" y="371000"/>
                  <a:pt x="809464" y="371276"/>
                  <a:pt x="813959" y="371799"/>
                </a:cubicBezTo>
                <a:cubicBezTo>
                  <a:pt x="818453" y="372321"/>
                  <a:pt x="822394" y="373365"/>
                  <a:pt x="825811" y="374901"/>
                </a:cubicBezTo>
                <a:cubicBezTo>
                  <a:pt x="829228" y="376436"/>
                  <a:pt x="831969" y="378586"/>
                  <a:pt x="834031" y="381381"/>
                </a:cubicBezTo>
                <a:cubicBezTo>
                  <a:pt x="836094" y="384176"/>
                  <a:pt x="837140" y="387831"/>
                  <a:pt x="837140" y="392376"/>
                </a:cubicBezTo>
                <a:cubicBezTo>
                  <a:pt x="837140" y="396922"/>
                  <a:pt x="836094" y="400577"/>
                  <a:pt x="834031" y="403372"/>
                </a:cubicBezTo>
                <a:lnTo>
                  <a:pt x="834031" y="403341"/>
                </a:lnTo>
                <a:cubicBezTo>
                  <a:pt x="831969" y="406136"/>
                  <a:pt x="829228" y="408316"/>
                  <a:pt x="825811" y="409821"/>
                </a:cubicBezTo>
                <a:cubicBezTo>
                  <a:pt x="822394" y="411357"/>
                  <a:pt x="818453" y="412401"/>
                  <a:pt x="813959" y="412923"/>
                </a:cubicBezTo>
                <a:cubicBezTo>
                  <a:pt x="809464" y="413446"/>
                  <a:pt x="804785" y="413722"/>
                  <a:pt x="799951" y="413722"/>
                </a:cubicBezTo>
                <a:lnTo>
                  <a:pt x="767072" y="413722"/>
                </a:lnTo>
                <a:close/>
                <a:moveTo>
                  <a:pt x="1073698" y="335496"/>
                </a:moveTo>
                <a:lnTo>
                  <a:pt x="1073698" y="527421"/>
                </a:lnTo>
                <a:lnTo>
                  <a:pt x="1212850" y="527421"/>
                </a:lnTo>
                <a:lnTo>
                  <a:pt x="1212850" y="491948"/>
                </a:lnTo>
                <a:lnTo>
                  <a:pt x="1115167" y="491948"/>
                </a:lnTo>
                <a:lnTo>
                  <a:pt x="1115167" y="335496"/>
                </a:lnTo>
                <a:close/>
                <a:moveTo>
                  <a:pt x="904469" y="335496"/>
                </a:moveTo>
                <a:lnTo>
                  <a:pt x="904469" y="413722"/>
                </a:lnTo>
                <a:lnTo>
                  <a:pt x="945968" y="413722"/>
                </a:lnTo>
                <a:lnTo>
                  <a:pt x="945968" y="449195"/>
                </a:lnTo>
                <a:lnTo>
                  <a:pt x="904469" y="449195"/>
                </a:lnTo>
                <a:lnTo>
                  <a:pt x="904469" y="527421"/>
                </a:lnTo>
                <a:lnTo>
                  <a:pt x="945969" y="527421"/>
                </a:lnTo>
                <a:lnTo>
                  <a:pt x="945969" y="449195"/>
                </a:lnTo>
                <a:lnTo>
                  <a:pt x="1035278" y="449195"/>
                </a:lnTo>
                <a:lnTo>
                  <a:pt x="1035278" y="413722"/>
                </a:lnTo>
                <a:lnTo>
                  <a:pt x="945969" y="413722"/>
                </a:lnTo>
                <a:lnTo>
                  <a:pt x="945969" y="370969"/>
                </a:lnTo>
                <a:lnTo>
                  <a:pt x="1043652" y="370969"/>
                </a:lnTo>
                <a:lnTo>
                  <a:pt x="1043652" y="335496"/>
                </a:lnTo>
                <a:close/>
                <a:moveTo>
                  <a:pt x="725542" y="335496"/>
                </a:moveTo>
                <a:lnTo>
                  <a:pt x="725542" y="527421"/>
                </a:lnTo>
                <a:lnTo>
                  <a:pt x="767041" y="527421"/>
                </a:lnTo>
                <a:lnTo>
                  <a:pt x="767041" y="449195"/>
                </a:lnTo>
                <a:lnTo>
                  <a:pt x="811496" y="449195"/>
                </a:lnTo>
                <a:cubicBezTo>
                  <a:pt x="823533" y="449195"/>
                  <a:pt x="833754" y="447598"/>
                  <a:pt x="842220" y="444343"/>
                </a:cubicBezTo>
                <a:cubicBezTo>
                  <a:pt x="850656" y="441118"/>
                  <a:pt x="857521" y="436849"/>
                  <a:pt x="862847" y="431566"/>
                </a:cubicBezTo>
                <a:cubicBezTo>
                  <a:pt x="868142" y="426283"/>
                  <a:pt x="872021" y="420202"/>
                  <a:pt x="874422" y="413322"/>
                </a:cubicBezTo>
                <a:cubicBezTo>
                  <a:pt x="876854" y="406443"/>
                  <a:pt x="878055" y="399471"/>
                  <a:pt x="878055" y="392346"/>
                </a:cubicBezTo>
                <a:cubicBezTo>
                  <a:pt x="878055" y="385220"/>
                  <a:pt x="876854" y="378033"/>
                  <a:pt x="874422" y="371246"/>
                </a:cubicBezTo>
                <a:cubicBezTo>
                  <a:pt x="871990" y="364458"/>
                  <a:pt x="868142" y="358408"/>
                  <a:pt x="862847" y="353125"/>
                </a:cubicBezTo>
                <a:cubicBezTo>
                  <a:pt x="857552" y="347843"/>
                  <a:pt x="850686" y="343574"/>
                  <a:pt x="842220" y="340349"/>
                </a:cubicBezTo>
                <a:cubicBezTo>
                  <a:pt x="833785" y="337124"/>
                  <a:pt x="823533" y="335496"/>
                  <a:pt x="811496" y="335496"/>
                </a:cubicBezTo>
                <a:close/>
                <a:moveTo>
                  <a:pt x="550863" y="335496"/>
                </a:moveTo>
                <a:lnTo>
                  <a:pt x="550863" y="413722"/>
                </a:lnTo>
                <a:lnTo>
                  <a:pt x="592363" y="413722"/>
                </a:lnTo>
                <a:lnTo>
                  <a:pt x="592363" y="449195"/>
                </a:lnTo>
                <a:lnTo>
                  <a:pt x="550863" y="449195"/>
                </a:lnTo>
                <a:lnTo>
                  <a:pt x="550863" y="527421"/>
                </a:lnTo>
                <a:lnTo>
                  <a:pt x="690015" y="527421"/>
                </a:lnTo>
                <a:lnTo>
                  <a:pt x="690015" y="491948"/>
                </a:lnTo>
                <a:lnTo>
                  <a:pt x="592363" y="491948"/>
                </a:lnTo>
                <a:lnTo>
                  <a:pt x="592363" y="449195"/>
                </a:lnTo>
                <a:lnTo>
                  <a:pt x="681672" y="449195"/>
                </a:lnTo>
                <a:lnTo>
                  <a:pt x="681672" y="413722"/>
                </a:lnTo>
                <a:lnTo>
                  <a:pt x="592363" y="413722"/>
                </a:lnTo>
                <a:lnTo>
                  <a:pt x="592363" y="370969"/>
                </a:lnTo>
                <a:lnTo>
                  <a:pt x="690015" y="370969"/>
                </a:lnTo>
                <a:lnTo>
                  <a:pt x="690015" y="335496"/>
                </a:lnTo>
                <a:close/>
                <a:moveTo>
                  <a:pt x="0" y="0"/>
                </a:moveTo>
                <a:lnTo>
                  <a:pt x="12192001" y="0"/>
                </a:lnTo>
                <a:lnTo>
                  <a:pt x="12192001" y="3122613"/>
                </a:lnTo>
                <a:lnTo>
                  <a:pt x="0" y="3122613"/>
                </a:lnTo>
                <a:close/>
              </a:path>
            </a:pathLst>
          </a:custGeom>
        </p:spPr>
        <p:txBody>
          <a:bodyPr xmlns:a="http://schemas.openxmlformats.org/drawingml/2006/main" wrap="square">
            <a:noAutofit/>
          </a:bodyPr>
          <a:lstStyle xmlns:a="http://schemas.openxmlformats.org/drawingml/2006/main"/>
          <a:p xmlns:a="http://schemas.openxmlformats.org/drawingml/2006/main">
            <a:r>
              <a:t>Cliquez sur l'icône pour ajouter une image</a:t>
            </a:r>
          </a:p>
        </p:txBody>
      </p:sp>
      <p:sp>
        <p:nvSpPr>
          <p:cNvPr id="4" name="Espace réservé du texte 3">
            <a:extLst xmlns:a="http://schemas.openxmlformats.org/drawingml/2006/main">
              <a:ext uri="{FF2B5EF4-FFF2-40B4-BE49-F238E27FC236}">
                <a16:creationId xmlns:a16="http://schemas.microsoft.com/office/drawing/2014/main" id="{D03E4323-45B8-470D-AAC4-4F055E8F70E2}"/>
              </a:ext>
            </a:extLst>
          </p:cNvPr>
          <p:cNvSpPr>
            <a:spLocks xmlns:a="http://schemas.openxmlformats.org/drawingml/2006/main" noGrp="1"/>
          </p:cNvSpPr>
          <p:nvPr>
            <p:ph type="body" idx="17"/>
          </p:nvPr>
        </p:nvSpPr>
        <p:spPr>
          <a:xfrm xmlns:a="http://schemas.openxmlformats.org/drawingml/2006/main">
            <a:off x="4295775" y="4002665"/>
            <a:ext cx="7345362" cy="2523971"/>
          </a:xfrm>
        </p:spPr>
        <p:txBody>
          <a:bodyPr xmlns:a="http://schemas.openxmlformats.org/drawingml/2006/main"/>
          <a:lstStyle xmlns:a="http://schemas.openxmlformats.org/drawingml/2006/main">
            <a:lvl4pPr>
              <a:buNone/>
              <a:defRPr>
                <a:latin typeface="Arial"/>
                <a:ea typeface="Arial"/>
                <a:cs typeface="Arial"/>
              </a:defRPr>
            </a:lvl4pPr>
            <a:lvl5pPr>
              <a:buNone/>
              <a:defRPr>
                <a:latin typeface="Arial"/>
                <a:ea typeface="Arial"/>
                <a:cs typeface="Arial"/>
              </a:defRPr>
            </a:lvl5pPr>
          </a:lstStyle>
          <a:p xmlns:a="http://schemas.openxmlformats.org/drawingml/2006/main">
            <a:pPr lvl="0">
              <a:buNone/>
            </a:pPr>
            <a:r>
              <a:t>Cliquez pour modifier les styles du texte du masque</a:t>
            </a:r>
          </a:p>
        </p:txBody>
      </p:sp>
      <p:sp>
        <p:nvSpPr>
          <p:cNvPr id="10" name="Titre 9">
            <a:extLst xmlns:a="http://schemas.openxmlformats.org/drawingml/2006/main">
              <a:ext uri="{FF2B5EF4-FFF2-40B4-BE49-F238E27FC236}">
                <a16:creationId xmlns:a16="http://schemas.microsoft.com/office/drawing/2014/main" id="{062DF1BB-35DC-3A82-0169-B8DBE8B619D2}"/>
              </a:ext>
            </a:extLst>
          </p:cNvPr>
          <p:cNvSpPr>
            <a:spLocks xmlns:a="http://schemas.openxmlformats.org/drawingml/2006/main" noGrp="1"/>
          </p:cNvSpPr>
          <p:nvPr>
            <p:ph type="title" idx="0"/>
          </p:nvPr>
        </p:nvSpPr>
        <p:spPr>
          <a:xfrm xmlns:a="http://schemas.openxmlformats.org/drawingml/2006/main">
            <a:off x="526000" y="3161608"/>
            <a:ext cx="3625313" cy="3037117"/>
          </a:xfrm>
        </p:spPr>
        <p:txBody>
          <a:bodyPr xmlns:a="http://schemas.openxmlformats.org/drawingml/2006/main"/>
          <a:lstStyle xmlns:a="http://schemas.openxmlformats.org/drawingml/2006/main"/>
          <a:p xmlns:a="http://schemas.openxmlformats.org/drawingml/2006/main">
            <a:r>
              <a:t>Modifiez le style du titre</a:t>
            </a:r>
            <a:endParaRPr/>
          </a:p>
        </p:txBody>
      </p:sp>
      <p:sp>
        <p:nvSpPr>
          <p:cNvPr id="50" name="Espace réservé de la date 49">
            <a:extLst xmlns:a="http://schemas.openxmlformats.org/drawingml/2006/main">
              <a:ext uri="{FF2B5EF4-FFF2-40B4-BE49-F238E27FC236}">
                <a16:creationId xmlns:a16="http://schemas.microsoft.com/office/drawing/2014/main" id="{1F58FB1B-3FCB-DC0A-985A-A79C7796D0ED}"/>
              </a:ext>
            </a:extLst>
          </p:cNvPr>
          <p:cNvSpPr>
            <a:spLocks xmlns:a="http://schemas.openxmlformats.org/drawingml/2006/main" noGrp="1"/>
          </p:cNvSpPr>
          <p:nvPr>
            <p:ph type="dt" idx="18"/>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51" name="Espace réservé du pied de page 50">
            <a:extLst xmlns:a="http://schemas.openxmlformats.org/drawingml/2006/main">
              <a:ext uri="{FF2B5EF4-FFF2-40B4-BE49-F238E27FC236}">
                <a16:creationId xmlns:a16="http://schemas.microsoft.com/office/drawing/2014/main" id="{FCBC8351-192B-9FDA-B249-F979A12D1B69}"/>
              </a:ext>
            </a:extLst>
          </p:cNvPr>
          <p:cNvSpPr>
            <a:spLocks xmlns:a="http://schemas.openxmlformats.org/drawingml/2006/main" noGrp="1"/>
          </p:cNvSpPr>
          <p:nvPr>
            <p:ph type="ftr" idx="19"/>
          </p:nvPr>
        </p:nvSpPr>
        <p:spPr/>
        <p:txBody>
          <a:bodyPr xmlns:a="http://schemas.openxmlformats.org/drawingml/2006/main"/>
          <a:lstStyle xmlns:a="http://schemas.openxmlformats.org/drawingml/2006/main"/>
          <a:p xmlns:a="http://schemas.openxmlformats.org/drawingml/2006/main">
            <a:endParaRPr/>
          </a:p>
        </p:txBody>
      </p:sp>
      <p:sp>
        <p:nvSpPr>
          <p:cNvPr id="52" name="Espace réservé du numéro de diapositive 51">
            <a:extLst xmlns:a="http://schemas.openxmlformats.org/drawingml/2006/main">
              <a:ext uri="{FF2B5EF4-FFF2-40B4-BE49-F238E27FC236}">
                <a16:creationId xmlns:a16="http://schemas.microsoft.com/office/drawing/2014/main" id="{0A5A4FBE-7267-1A29-AF9C-9A2954CFE7A3}"/>
              </a:ext>
            </a:extLst>
          </p:cNvPr>
          <p:cNvSpPr>
            <a:spLocks xmlns:a="http://schemas.openxmlformats.org/drawingml/2006/main" noGrp="1"/>
          </p:cNvSpPr>
          <p:nvPr>
            <p:ph type="sldNum" idx="20"/>
          </p:nvPr>
        </p:nvSpPr>
        <p:spPr/>
        <p:txBody>
          <a:bodyPr xmlns:a="http://schemas.openxmlformats.org/drawingml/2006/main"/>
          <a:lstStyle xmlns:a="http://schemas.openxmlformats.org/drawingml/2006/main"/>
          <a:p xmlns:a="http://schemas.openxmlformats.org/drawingml/2006/main">
            <a:fld id="{E1E1CD7C-2161-7D43-862E-CE4C333CD873}" type="slidenum">
              <a:t>‹#›</a:t>
            </a:fld>
            <a:endParaRPr/>
          </a:p>
        </p:txBody>
      </p:sp>
    </p:spTree>
  </p:cSld>
</p:sldLayout>
</file>

<file path=ppt/slideLayouts/slideLayout38.xml><?xml version="1.0" encoding="utf-8"?>
<p:sldLayout xmlns:p="http://schemas.openxmlformats.org/presentationml/2006/main" type="blank" preserve="1">
  <p:cSld name="Vide">
    <p:spTree>
      <p:nvGrpSpPr>
        <p:cNvPr id="1" name=""/>
        <p:cNvGrpSpPr/>
        <p:nvPr/>
      </p:nvGrpSpPr>
      <p:grpSpPr>
        <a:xfrm xmlns:a="http://schemas.openxmlformats.org/drawingml/2006/main"/>
      </p:grpSpPr>
      <p:sp>
        <p:nvSpPr>
          <p:cNvPr id="2" name="Espace réservé de la date 1">
            <a:extLst xmlns:a="http://schemas.openxmlformats.org/drawingml/2006/main">
              <a:ext uri="{FF2B5EF4-FFF2-40B4-BE49-F238E27FC236}">
                <a16:creationId xmlns:a16="http://schemas.microsoft.com/office/drawing/2014/main" id="{47BDFDB8-5D94-8AAC-B64A-A9FB976C648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3" name="Espace réservé du pied de page 2">
            <a:extLst xmlns:a="http://schemas.openxmlformats.org/drawingml/2006/main">
              <a:ext uri="{FF2B5EF4-FFF2-40B4-BE49-F238E27FC236}">
                <a16:creationId xmlns:a16="http://schemas.microsoft.com/office/drawing/2014/main" id="{4969540E-0813-FBAC-C0A6-0D971B48566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Espace réservé du numéro de diapositive 3">
            <a:extLst xmlns:a="http://schemas.openxmlformats.org/drawingml/2006/main">
              <a:ext uri="{FF2B5EF4-FFF2-40B4-BE49-F238E27FC236}">
                <a16:creationId xmlns:a16="http://schemas.microsoft.com/office/drawing/2014/main" id="{E41E5FCE-1EB9-A21D-4086-BD23BB30A17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1E1CD7C-2161-7D43-862E-CE4C333CD873}" type="slidenum">
              <a:t>‹#›</a:t>
            </a:fld>
            <a:endParaRPr/>
          </a:p>
        </p:txBody>
      </p:sp>
    </p:spTree>
  </p:cSld>
</p:sldLayout>
</file>

<file path=ppt/slideLayouts/slideLayout39.xml><?xml version="1.0" encoding="utf-8"?>
<p:sldLayout xmlns:p="http://schemas.openxmlformats.org/presentationml/2006/main" userDrawn="1">
  <p:cSld name="Title_Only">
    <p:spTree>
      <p:nvGrpSpPr>
        <p:cNvPr id="1" name=""/>
        <p:cNvGrpSpPr/>
        <p:nvPr/>
      </p:nvGrpSpPr>
      <p:grpSpPr>
        <a:xfrm xmlns:a="http://schemas.openxmlformats.org/drawingml/2006/main"/>
      </p:grpSpPr>
      <p:sp>
        <p:nvSpPr>
          <p:cNvPr id="6" name="Titre 5">
            <a:extLst xmlns:a="http://schemas.openxmlformats.org/drawingml/2006/main">
              <a:ext uri="{FF2B5EF4-FFF2-40B4-BE49-F238E27FC236}">
                <a16:creationId xmlns:a16="http://schemas.microsoft.com/office/drawing/2014/main" id="{9BFFD8D9-6AAA-B44F-8BD5-98D7A6546A6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Modifiez le style du titre</a:t>
            </a:r>
          </a:p>
        </p:txBody>
      </p:sp>
      <p:sp>
        <p:nvSpPr>
          <p:cNvPr id="7" name="Espace réservé de la date 6">
            <a:extLst xmlns:a="http://schemas.openxmlformats.org/drawingml/2006/main">
              <a:ext uri="{FF2B5EF4-FFF2-40B4-BE49-F238E27FC236}">
                <a16:creationId xmlns:a16="http://schemas.microsoft.com/office/drawing/2014/main" id="{084C64CE-C88F-2044-AD84-19F588F1890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8" name="Espace réservé du pied de page 7">
            <a:extLst xmlns:a="http://schemas.openxmlformats.org/drawingml/2006/main">
              <a:ext uri="{FF2B5EF4-FFF2-40B4-BE49-F238E27FC236}">
                <a16:creationId xmlns:a16="http://schemas.microsoft.com/office/drawing/2014/main" id="{A948AF20-C2DF-3542-BB6A-8354A981732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Espace réservé du numéro de diapositive 8">
            <a:extLst xmlns:a="http://schemas.openxmlformats.org/drawingml/2006/main">
              <a:ext uri="{FF2B5EF4-FFF2-40B4-BE49-F238E27FC236}">
                <a16:creationId xmlns:a16="http://schemas.microsoft.com/office/drawing/2014/main" id="{71083942-1443-BC45-9F95-32C82A8DCDE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1E1CD7C-2161-7D43-862E-CE4C333CD873}" type="slidenum">
              <a:t>‹#›</a:t>
            </a:fld>
            <a:endParaRPr/>
          </a:p>
        </p:txBody>
      </p:sp>
    </p:spTree>
  </p:cSld>
</p:sldLayout>
</file>

<file path=ppt/slideLayouts/slideLayout40.xml><?xml version="1.0" encoding="utf-8"?>
<p:sldLayout xmlns:p="http://schemas.openxmlformats.org/presentationml/2006/main" userDrawn="1">
  <p:cSld name="Titre seul">
    <p:spTree>
      <p:nvGrpSpPr>
        <p:cNvPr id="1" name=""/>
        <p:cNvGrpSpPr/>
        <p:nvPr/>
      </p:nvGrpSpPr>
      <p:grpSpPr>
        <a:xfrm xmlns:a="http://schemas.openxmlformats.org/drawingml/2006/main"/>
      </p:grpSpPr>
      <p:sp>
        <p:nvSpPr>
          <p:cNvPr id="7" name="Espace réservé de la date 6">
            <a:extLst xmlns:a="http://schemas.openxmlformats.org/drawingml/2006/main">
              <a:ext uri="{FF2B5EF4-FFF2-40B4-BE49-F238E27FC236}">
                <a16:creationId xmlns:a16="http://schemas.microsoft.com/office/drawing/2014/main" id="{084C64CE-C88F-2044-AD84-19F588F1890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8" name="Espace réservé du pied de page 7">
            <a:extLst xmlns:a="http://schemas.openxmlformats.org/drawingml/2006/main">
              <a:ext uri="{FF2B5EF4-FFF2-40B4-BE49-F238E27FC236}">
                <a16:creationId xmlns:a16="http://schemas.microsoft.com/office/drawing/2014/main" id="{A948AF20-C2DF-3542-BB6A-8354A981732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Espace réservé du numéro de diapositive 8">
            <a:extLst xmlns:a="http://schemas.openxmlformats.org/drawingml/2006/main">
              <a:ext uri="{FF2B5EF4-FFF2-40B4-BE49-F238E27FC236}">
                <a16:creationId xmlns:a16="http://schemas.microsoft.com/office/drawing/2014/main" id="{71083942-1443-BC45-9F95-32C82A8DCDE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1E1CD7C-2161-7D43-862E-CE4C333CD873}" type="slidenum">
              <a:t>‹#›</a:t>
            </a:fld>
            <a:endParaRPr/>
          </a:p>
        </p:txBody>
      </p:sp>
      <p:sp>
        <p:nvSpPr>
          <p:cNvPr id="2" name="Titre 1">
            <a:extLst xmlns:a="http://schemas.openxmlformats.org/drawingml/2006/main">
              <a:ext uri="{FF2B5EF4-FFF2-40B4-BE49-F238E27FC236}">
                <a16:creationId xmlns:a16="http://schemas.microsoft.com/office/drawing/2014/main" id="{D6D68D3A-BE52-3CFA-EEBB-E265EA02732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Modifiez le style du titre</a:t>
            </a:r>
            <a:endParaRPr/>
          </a:p>
        </p:txBody>
      </p:sp>
    </p:spTree>
  </p:cSld>
</p:sldLayout>
</file>

<file path=ppt/slideLayouts/slideLayout41.xml><?xml version="1.0" encoding="utf-8"?>
<p:sldLayout xmlns:p="http://schemas.openxmlformats.org/presentationml/2006/main" userDrawn="1">
  <p:cSld name="1_Titelfolie">
    <p:bg>
      <p:bgPr>
        <a:blipFill xmlns:a="http://schemas.openxmlformats.org/drawingml/2006/main" rotWithShape="1">
          <a:blip xmlns:r="http://schemas.openxmlformats.org/officeDocument/2006/relationships" r:embed="Rfadd006bdffe4487">
            <a:lum/>
          </a:blip>
          <a:srcRect l="0" t="0" r="0" b="0"/>
          <a:stretch>
            <a:fillRect l="0" t="0" r="0" b="0"/>
          </a:stretch>
        </a:blipFill>
      </p:bgPr>
    </p:bg>
    <p:spTree>
      <p:nvGrpSpPr>
        <p:cNvPr id="1" name=""/>
        <p:cNvGrpSpPr/>
        <p:nvPr/>
      </p:nvGrpSpPr>
      <p:grpSpPr>
        <a:xfrm xmlns:a="http://schemas.openxmlformats.org/drawingml/2006/main"/>
      </p:grpSpPr>
      <p:sp>
        <p:nvSpPr>
          <p:cNvPr id="2" name="Titel 1">
            <a:extLst xmlns:a="http://schemas.openxmlformats.org/drawingml/2006/main">
              <a:ext uri="{FF2B5EF4-FFF2-40B4-BE49-F238E27FC236}">
                <a16:creationId xmlns:a16="http://schemas.microsoft.com/office/drawing/2014/main" id="{7AD4A1D4-4D59-C98D-B14C-603DAF099D5F}"/>
              </a:ext>
            </a:extLst>
          </p:cNvPr>
          <p:cNvSpPr>
            <a:spLocks xmlns:a="http://schemas.openxmlformats.org/drawingml/2006/main" noGrp="1"/>
          </p:cNvSpPr>
          <p:nvPr>
            <p:ph type="ctrTitle" idx="0" hasCustomPrompt="1"/>
          </p:nvPr>
        </p:nvSpPr>
        <p:spPr>
          <a:xfrm xmlns:a="http://schemas.openxmlformats.org/drawingml/2006/main">
            <a:off x="5401632" y="4213160"/>
            <a:ext cx="6549224" cy="1236948"/>
          </a:xfrm>
        </p:spPr>
        <p:txBody>
          <a:bodyPr xmlns:a="http://schemas.openxmlformats.org/drawingml/2006/main" anchor="t">
            <a:normAutofit/>
          </a:bodyPr>
          <a:lstStyle xmlns:a="http://schemas.openxmlformats.org/drawingml/2006/main">
            <a:lvl1pPr algn="l">
              <a:buNone/>
              <a:defRPr sz="3600" b="1">
                <a:latin typeface="Arial"/>
                <a:ea typeface="Arial"/>
                <a:cs typeface="Arial"/>
              </a:defRPr>
            </a:lvl1pPr>
          </a:lstStyle>
          <a:p xmlns:a="http://schemas.openxmlformats.org/drawingml/2006/main">
            <a:r>
              <a:t>Mastertitelformat </a:t>
            </a:r>
            <a:br/>
            <a:r>
              <a:t>bearbeiten</a:t>
            </a:r>
          </a:p>
        </p:txBody>
      </p:sp>
      <p:sp>
        <p:nvSpPr>
          <p:cNvPr id="4" name="Datumsplatzhalter 3">
            <a:extLst xmlns:a="http://schemas.openxmlformats.org/drawingml/2006/main">
              <a:ext uri="{FF2B5EF4-FFF2-40B4-BE49-F238E27FC236}">
                <a16:creationId xmlns:a16="http://schemas.microsoft.com/office/drawing/2014/main" id="{AF3461EB-F85C-B02A-124B-8663D3F1422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5" name="Fußzeilenplatzhalter 4">
            <a:extLst xmlns:a="http://schemas.openxmlformats.org/drawingml/2006/main">
              <a:ext uri="{FF2B5EF4-FFF2-40B4-BE49-F238E27FC236}">
                <a16:creationId xmlns:a16="http://schemas.microsoft.com/office/drawing/2014/main" id="{7AF06045-4045-E22A-2DBF-CF2C672BAFD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Foliennummernplatzhalter 5">
            <a:extLst xmlns:a="http://schemas.openxmlformats.org/drawingml/2006/main">
              <a:ext uri="{FF2B5EF4-FFF2-40B4-BE49-F238E27FC236}">
                <a16:creationId xmlns:a16="http://schemas.microsoft.com/office/drawing/2014/main" id="{96FFAF1D-DB53-DE23-A6BD-5A40B74782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51E2D7-8BAB-964D-ABC0-59BC6355B452}" type="slidenum">
              <a:t>‹#›</a:t>
            </a:fld>
            <a:endParaRPr/>
          </a:p>
        </p:txBody>
      </p:sp>
      <p:pic>
        <p:nvPicPr>
          <p:cNvPr id="14" name="Grafik 7"/>
          <p:cNvPicPr>
            <a:picLocks xmlns:a="http://schemas.openxmlformats.org/drawingml/2006/main" noChangeAspect="1"/>
          </p:cNvPicPr>
          <p:nvPr/>
        </p:nvPicPr>
        <p:blipFill>
          <a:blip xmlns:r="http://schemas.openxmlformats.org/officeDocument/2006/relationships" xmlns:a="http://schemas.openxmlformats.org/drawingml/2006/main" r:embed="R8092f83d3fd14ea9"/>
          <a:srcRect xmlns:a="http://schemas.openxmlformats.org/drawingml/2006/main" l="0" t="0" r="0" b="0"/>
          <a:stretch xmlns:a="http://schemas.openxmlformats.org/drawingml/2006/main"/>
        </p:blipFill>
        <p:spPr>
          <a:xfrm xmlns:a="http://schemas.openxmlformats.org/drawingml/2006/main">
            <a:off x="-18288" y="259289"/>
            <a:ext cx="5522976" cy="5389892"/>
          </a:xfrm>
          <a:prstGeom xmlns:a="http://schemas.openxmlformats.org/drawingml/2006/main" prst="rect">
            <a:avLst/>
          </a:prstGeom>
        </p:spPr>
      </p:pic>
      <p:pic>
        <p:nvPicPr>
          <p:cNvPr id="15" name="Grafik 9"/>
          <p:cNvPicPr>
            <a:picLocks xmlns:a="http://schemas.openxmlformats.org/drawingml/2006/main" noChangeAspect="1"/>
          </p:cNvPicPr>
          <p:nvPr/>
        </p:nvPicPr>
        <p:blipFill>
          <a:blip xmlns:r="http://schemas.openxmlformats.org/officeDocument/2006/relationships" xmlns:a="http://schemas.openxmlformats.org/drawingml/2006/main" r:embed="Rf128326135fc44b4"/>
          <a:stretch xmlns:a="http://schemas.openxmlformats.org/drawingml/2006/main">
            <a:fillRect l="0" t="0" r="0" b="0"/>
          </a:stretch>
        </p:blipFill>
        <p:spPr>
          <a:xfrm xmlns:a="http://schemas.openxmlformats.org/drawingml/2006/main">
            <a:off x="5504688" y="2670027"/>
            <a:ext cx="5522976" cy="544434"/>
          </a:xfrm>
          <a:prstGeom xmlns:a="http://schemas.openxmlformats.org/drawingml/2006/main" prst="rect">
            <a:avLst/>
          </a:prstGeom>
        </p:spPr>
      </p:pic>
      <p:pic>
        <p:nvPicPr>
          <p:cNvPr id="16" name="Grafik 10"/>
          <p:cNvPicPr>
            <a:picLocks xmlns:a="http://schemas.openxmlformats.org/drawingml/2006/main" noChangeAspect="1"/>
          </p:cNvPicPr>
          <p:nvPr/>
        </p:nvPicPr>
        <p:blipFill>
          <a:blip xmlns:r="http://schemas.openxmlformats.org/officeDocument/2006/relationships" xmlns:a="http://schemas.openxmlformats.org/drawingml/2006/main" r:embed="Rdf4dccd103264f53"/>
          <a:stretch xmlns:a="http://schemas.openxmlformats.org/drawingml/2006/main">
            <a:fillRect l="0" t="0" r="0" b="0"/>
          </a:stretch>
        </p:blipFill>
        <p:spPr>
          <a:xfrm xmlns:a="http://schemas.openxmlformats.org/drawingml/2006/main">
            <a:off x="5528263" y="3520887"/>
            <a:ext cx="5805489" cy="361106"/>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0a1a57d6628d4bb1" /><Relationship Type="http://schemas.openxmlformats.org/officeDocument/2006/relationships/image" Target="/ppt/media/image.svg" Id="Rcb518451341a4a54" /><Relationship Type="http://schemas.openxmlformats.org/officeDocument/2006/relationships/theme" Target="/ppt/slideMasters/theme/theme2.xml" Id="Rbeb72ba3329d4f6f" /><Relationship Type="http://schemas.openxmlformats.org/officeDocument/2006/relationships/slideLayout" Target="/ppt/slideLayouts/slideLayout1.xml" Id="Rc669ec2a614e4ba5" /><Relationship Type="http://schemas.openxmlformats.org/officeDocument/2006/relationships/slideLayout" Target="/ppt/slideLayouts/slideLayout2.xml" Id="R421dead1ff4d41e2" /><Relationship Type="http://schemas.openxmlformats.org/officeDocument/2006/relationships/slideLayout" Target="/ppt/slideLayouts/slideLayout3.xml" Id="R8e6b9e4c7f264b9d" /><Relationship Type="http://schemas.openxmlformats.org/officeDocument/2006/relationships/slideLayout" Target="/ppt/slideLayouts/slideLayout4.xml" Id="R08ef4cd9e59f499a" /><Relationship Type="http://schemas.openxmlformats.org/officeDocument/2006/relationships/slideLayout" Target="/ppt/slideLayouts/slideLayout5.xml" Id="R442c55c149bc404e" /><Relationship Type="http://schemas.openxmlformats.org/officeDocument/2006/relationships/slideLayout" Target="/ppt/slideLayouts/slideLayout6.xml" Id="R2979bcf1d5ff45e0" /><Relationship Type="http://schemas.openxmlformats.org/officeDocument/2006/relationships/slideLayout" Target="/ppt/slideLayouts/slideLayout7.xml" Id="Rd5808fb573c848f4" /><Relationship Type="http://schemas.openxmlformats.org/officeDocument/2006/relationships/slideLayout" Target="/ppt/slideLayouts/slideLayout8.xml" Id="R008755c80445459a" /><Relationship Type="http://schemas.openxmlformats.org/officeDocument/2006/relationships/slideLayout" Target="/ppt/slideLayouts/slideLayout9.xml" Id="R114a21941ec047d8" /><Relationship Type="http://schemas.openxmlformats.org/officeDocument/2006/relationships/slideLayout" Target="/ppt/slideLayouts/slideLayout10.xml" Id="R9d57c002c6064979" /><Relationship Type="http://schemas.openxmlformats.org/officeDocument/2006/relationships/slideLayout" Target="/ppt/slideLayouts/slideLayout11.xml" Id="Rb432baec08ee430e" /><Relationship Type="http://schemas.openxmlformats.org/officeDocument/2006/relationships/slideLayout" Target="/ppt/slideLayouts/slideLayout12.xml" Id="Rc65eb016e37b49a9" /><Relationship Type="http://schemas.openxmlformats.org/officeDocument/2006/relationships/slideLayout" Target="/ppt/slideLayouts/slideLayout13.xml" Id="R0a1a69a4cbea4e9f" /><Relationship Type="http://schemas.openxmlformats.org/officeDocument/2006/relationships/slideLayout" Target="/ppt/slideLayouts/slideLayout14.xml" Id="R3a73899ff0ed48ba" /><Relationship Type="http://schemas.openxmlformats.org/officeDocument/2006/relationships/slideLayout" Target="/ppt/slideLayouts/slideLayout15.xml" Id="Rbc33fead2ae9424f" /><Relationship Type="http://schemas.openxmlformats.org/officeDocument/2006/relationships/slideLayout" Target="/ppt/slideLayouts/slideLayout16.xml" Id="R9723a15e996d47e4" /><Relationship Type="http://schemas.openxmlformats.org/officeDocument/2006/relationships/slideLayout" Target="/ppt/slideLayouts/slideLayout17.xml" Id="Rdf930588c7fc47dd" /><Relationship Type="http://schemas.openxmlformats.org/officeDocument/2006/relationships/slideLayout" Target="/ppt/slideLayouts/slideLayout18.xml" Id="Rc5259c8222e44373" /><Relationship Type="http://schemas.openxmlformats.org/officeDocument/2006/relationships/slideLayout" Target="/ppt/slideLayouts/slideLayout19.xml" Id="R052c05a1dfd14fad" /><Relationship Type="http://schemas.openxmlformats.org/officeDocument/2006/relationships/slideLayout" Target="/ppt/slideLayouts/slideLayout20.xml" Id="R71e8a937022549d1" /><Relationship Type="http://schemas.openxmlformats.org/officeDocument/2006/relationships/slideLayout" Target="/ppt/slideLayouts/slideLayout21.xml" Id="Raef3a158ea87408e" /><Relationship Type="http://schemas.openxmlformats.org/officeDocument/2006/relationships/slideLayout" Target="/ppt/slideLayouts/slideLayout22.xml" Id="R129a4c979e3c4aa2" /><Relationship Type="http://schemas.openxmlformats.org/officeDocument/2006/relationships/slideLayout" Target="/ppt/slideLayouts/slideLayout23.xml" Id="R29d48aebb592441b" /><Relationship Type="http://schemas.openxmlformats.org/officeDocument/2006/relationships/slideLayout" Target="/ppt/slideLayouts/slideLayout24.xml" Id="Rf67487b18a214b47" /><Relationship Type="http://schemas.openxmlformats.org/officeDocument/2006/relationships/slideLayout" Target="/ppt/slideLayouts/slideLayout25.xml" Id="Re28f4487f64f4f20" /><Relationship Type="http://schemas.openxmlformats.org/officeDocument/2006/relationships/slideLayout" Target="/ppt/slideLayouts/slideLayout26.xml" Id="Receec607f36747db" /><Relationship Type="http://schemas.openxmlformats.org/officeDocument/2006/relationships/slideLayout" Target="/ppt/slideLayouts/slideLayout27.xml" Id="R4d2f093b641a4377" /><Relationship Type="http://schemas.openxmlformats.org/officeDocument/2006/relationships/slideLayout" Target="/ppt/slideLayouts/slideLayout28.xml" Id="R4758c08060884571" /><Relationship Type="http://schemas.openxmlformats.org/officeDocument/2006/relationships/slideLayout" Target="/ppt/slideLayouts/slideLayout29.xml" Id="R23cc19785a9346fa" /><Relationship Type="http://schemas.openxmlformats.org/officeDocument/2006/relationships/slideLayout" Target="/ppt/slideLayouts/slideLayout30.xml" Id="R56be15ff650d4f47" /><Relationship Type="http://schemas.openxmlformats.org/officeDocument/2006/relationships/slideLayout" Target="/ppt/slideLayouts/slideLayout31.xml" Id="Re172d335102340a9" /><Relationship Type="http://schemas.openxmlformats.org/officeDocument/2006/relationships/slideLayout" Target="/ppt/slideLayouts/slideLayout32.xml" Id="R4db9d0b5254a45eb" /><Relationship Type="http://schemas.openxmlformats.org/officeDocument/2006/relationships/slideLayout" Target="/ppt/slideLayouts/slideLayout33.xml" Id="R0650f8b2c8e04fe1" /><Relationship Type="http://schemas.openxmlformats.org/officeDocument/2006/relationships/slideLayout" Target="/ppt/slideLayouts/slideLayout34.xml" Id="R8c27b2d315af4e68" /><Relationship Type="http://schemas.openxmlformats.org/officeDocument/2006/relationships/slideLayout" Target="/ppt/slideLayouts/slideLayout35.xml" Id="R61d124690dab4752" /><Relationship Type="http://schemas.openxmlformats.org/officeDocument/2006/relationships/slideLayout" Target="/ppt/slideLayouts/slideLayout36.xml" Id="Rad4648f644364f30" /><Relationship Type="http://schemas.openxmlformats.org/officeDocument/2006/relationships/slideLayout" Target="/ppt/slideLayouts/slideLayout37.xml" Id="Re83a915778464bdf" /><Relationship Type="http://schemas.openxmlformats.org/officeDocument/2006/relationships/slideLayout" Target="/ppt/slideLayouts/slideLayout38.xml" Id="Rfee351cd819b4c50" /><Relationship Type="http://schemas.openxmlformats.org/officeDocument/2006/relationships/slideLayout" Target="/ppt/slideLayouts/slideLayout39.xml" Id="R471b70f1512a48a3" /><Relationship Type="http://schemas.openxmlformats.org/officeDocument/2006/relationships/slideLayout" Target="/ppt/slideLayouts/slideLayout40.xml" Id="Rbc607a6abbed46bc" /><Relationship Type="http://schemas.openxmlformats.org/officeDocument/2006/relationships/slideLayout" Target="/ppt/slideLayouts/slideLayout41.xml" Id="R14404e849a524cd9"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76494838-B5D9-4581-AAEC-5E495561F64C}"/>
              </a:ext>
            </a:extLst>
          </p:cNvPr>
          <p:cNvSpPr>
            <a:spLocks xmlns:a="http://schemas.openxmlformats.org/drawingml/2006/main" noGrp="1"/>
          </p:cNvSpPr>
          <p:nvPr>
            <p:ph type="title" idx="0"/>
          </p:nvPr>
        </p:nvSpPr>
        <p:spPr>
          <a:xfrm xmlns:a="http://schemas.openxmlformats.org/drawingml/2006/main">
            <a:off x="526000" y="635473"/>
            <a:ext cx="4537075" cy="2106613"/>
          </a:xfrm>
          <a:prstGeom xmlns:a="http://schemas.openxmlformats.org/drawingml/2006/main" prst="rect">
            <a:avLst/>
          </a:prstGeom>
        </p:spPr>
        <p:txBody>
          <a:bodyPr xmlns:a="http://schemas.openxmlformats.org/drawingml/2006/main" vert="horz" lIns="0" tIns="180000" rIns="0" bIns="0" anchor="t">
            <a:normAutofit/>
          </a:bodyPr>
          <a:lstStyle xmlns:a="http://schemas.openxmlformats.org/drawingml/2006/main"/>
          <a:p xmlns:a="http://schemas.openxmlformats.org/drawingml/2006/main">
            <a:r>
              <a:t>Modifiez</a:t>
            </a:r>
            <a:r>
              <a:t> le style du titre</a:t>
            </a:r>
          </a:p>
        </p:txBody>
      </p:sp>
      <p:sp>
        <p:nvSpPr>
          <p:cNvPr id="3" name="Text Placeholder 2">
            <a:extLst xmlns:a="http://schemas.openxmlformats.org/drawingml/2006/main">
              <a:ext uri="{FF2B5EF4-FFF2-40B4-BE49-F238E27FC236}">
                <a16:creationId xmlns:a16="http://schemas.microsoft.com/office/drawing/2014/main" id="{2948D733-8FE8-4545-8CAA-990E7B512732}"/>
              </a:ext>
            </a:extLst>
          </p:cNvPr>
          <p:cNvSpPr>
            <a:spLocks xmlns:a="http://schemas.openxmlformats.org/drawingml/2006/main" noGrp="1"/>
          </p:cNvSpPr>
          <p:nvPr>
            <p:ph type="body" idx="1"/>
          </p:nvPr>
        </p:nvSpPr>
        <p:spPr>
          <a:xfrm xmlns:a="http://schemas.openxmlformats.org/drawingml/2006/main">
            <a:off x="5232400" y="2084388"/>
            <a:ext cx="6408737" cy="4440237"/>
          </a:xfrm>
          <a:prstGeom xmlns:a="http://schemas.openxmlformats.org/drawingml/2006/main" prst="rect">
            <a:avLst/>
          </a:prstGeom>
        </p:spPr>
        <p:txBody>
          <a:bodyPr xmlns:a="http://schemas.openxmlformats.org/drawingml/2006/main" vert="horz" lIns="36000" tIns="46800" rIns="36000" bIns="45720">
            <a:normAutofit/>
          </a:bodyPr>
          <a:lstStyle xmlns:a="http://schemas.openxmlformats.org/drawingml/2006/main"/>
          <a:p xmlns:a="http://schemas.openxmlformats.org/drawingml/2006/main">
            <a:pPr lvl="0">
              <a:buNone/>
            </a:pPr>
            <a:r>
              <a:t>Modifier les styles du </a:t>
            </a:r>
            <a:r>
              <a:t>texte</a:t>
            </a:r>
            <a:r>
              <a:t> du masque</a:t>
            </a:r>
          </a:p>
          <a:p xmlns:a="http://schemas.openxmlformats.org/drawingml/2006/main">
            <a:pPr lvl="1">
              <a:buNone/>
            </a:pPr>
            <a:r>
              <a:t>Deuxième </a:t>
            </a:r>
            <a:r>
              <a:t>niveau</a:t>
            </a:r>
            <a:endParaRPr/>
          </a:p>
          <a:p xmlns:a="http://schemas.openxmlformats.org/drawingml/2006/main">
            <a:pPr lvl="2">
              <a:buNone/>
            </a:pPr>
            <a:r>
              <a:t>Troisième</a:t>
            </a:r>
            <a:r>
              <a:t> </a:t>
            </a:r>
            <a:r>
              <a:t>niveau</a:t>
            </a:r>
            <a:br/>
            <a:r>
              <a:t>Quatrième</a:t>
            </a:r>
            <a:r>
              <a:t> </a:t>
            </a:r>
            <a:r>
              <a:t>niveau</a:t>
            </a:r>
            <a:br/>
            <a:r>
              <a:t>Cinquième</a:t>
            </a:r>
            <a:r>
              <a:t> </a:t>
            </a:r>
            <a:r>
              <a:t>niveau</a:t>
            </a:r>
            <a:endParaRPr/>
          </a:p>
        </p:txBody>
      </p:sp>
      <p:sp>
        <p:nvSpPr>
          <p:cNvPr id="4" name="Date Placeholder 3">
            <a:extLst xmlns:a="http://schemas.openxmlformats.org/drawingml/2006/main">
              <a:ext uri="{FF2B5EF4-FFF2-40B4-BE49-F238E27FC236}">
                <a16:creationId xmlns:a16="http://schemas.microsoft.com/office/drawing/2014/main" id="{A41C984B-E42C-4ECB-9C96-56F754E5E288}"/>
              </a:ext>
            </a:extLst>
          </p:cNvPr>
          <p:cNvSpPr>
            <a:spLocks xmlns:a="http://schemas.openxmlformats.org/drawingml/2006/main" noGrp="1"/>
          </p:cNvSpPr>
          <p:nvPr>
            <p:ph type="dt" idx="2"/>
          </p:nvPr>
        </p:nvSpPr>
        <p:spPr>
          <a:xfrm xmlns:a="http://schemas.openxmlformats.org/drawingml/2006/main">
            <a:off x="7132638" y="317500"/>
            <a:ext cx="3868422" cy="214830"/>
          </a:xfrm>
          <a:prstGeom xmlns:a="http://schemas.openxmlformats.org/drawingml/2006/main" prst="rect">
            <a:avLst/>
          </a:prstGeom>
        </p:spPr>
        <p:txBody>
          <a:bodyPr xmlns:a="http://schemas.openxmlformats.org/drawingml/2006/main" vert="horz" lIns="0" tIns="0" rIns="0" bIns="45720" anchor="t"/>
          <a:lstStyle xmlns:a="http://schemas.openxmlformats.org/drawingml/2006/main">
            <a:lvl1pPr algn="r">
              <a:buNone/>
              <a:defRPr sz="700" b="1">
                <a:solidFill>
                  <a:schemeClr val="tx2"/>
                </a:solidFill>
                <a:latin typeface="Arial"/>
                <a:ea typeface="Arial"/>
                <a:cs typeface="Arial"/>
              </a:defRPr>
            </a:lvl1pPr>
          </a:lstStyle>
          <a:p xmlns:a="http://schemas.openxmlformats.org/drawingml/2006/main">
            <a:r>
              <a:t>EPFL AT A GLANCE</a:t>
            </a:r>
            <a:endParaRPr/>
          </a:p>
        </p:txBody>
      </p:sp>
      <p:sp>
        <p:nvSpPr>
          <p:cNvPr id="5" name="Footer Placeholder 4">
            <a:extLst xmlns:a="http://schemas.openxmlformats.org/drawingml/2006/main">
              <a:ext uri="{FF2B5EF4-FFF2-40B4-BE49-F238E27FC236}">
                <a16:creationId xmlns:a16="http://schemas.microsoft.com/office/drawing/2014/main" id="{0509DB27-2DDF-4140-AD02-164C5075D21C}"/>
              </a:ext>
            </a:extLst>
          </p:cNvPr>
          <p:cNvSpPr>
            <a:spLocks xmlns:a="http://schemas.openxmlformats.org/drawingml/2006/main" noGrp="1"/>
          </p:cNvSpPr>
          <p:nvPr>
            <p:ph type="ftr" idx="3"/>
          </p:nvPr>
        </p:nvSpPr>
        <p:spPr>
          <a:xfrm xmlns:a="http://schemas.openxmlformats.org/drawingml/2006/main">
            <a:off x="7132639" y="432364"/>
            <a:ext cx="3868422" cy="225104"/>
          </a:xfrm>
          <a:prstGeom xmlns:a="http://schemas.openxmlformats.org/drawingml/2006/main" prst="rect">
            <a:avLst/>
          </a:prstGeom>
        </p:spPr>
        <p:txBody>
          <a:bodyPr xmlns:a="http://schemas.openxmlformats.org/drawingml/2006/main" vert="horz" lIns="0" tIns="0" rIns="0" bIns="45720" anchor="t"/>
          <a:lstStyle xmlns:a="http://schemas.openxmlformats.org/drawingml/2006/main">
            <a:lvl1pPr algn="r">
              <a:buNone/>
              <a:defRPr sz="700">
                <a:solidFill>
                  <a:schemeClr val="tx2"/>
                </a:solidFill>
                <a:latin typeface="Arial"/>
                <a:ea typeface="Arial"/>
                <a:cs typeface="Aria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F1C30B9-46FC-474D-93D7-2B8420075465}"/>
              </a:ext>
            </a:extLst>
          </p:cNvPr>
          <p:cNvSpPr>
            <a:spLocks xmlns:a="http://schemas.openxmlformats.org/drawingml/2006/main" noGrp="1"/>
          </p:cNvSpPr>
          <p:nvPr>
            <p:ph type="sldNum" idx="4"/>
          </p:nvPr>
        </p:nvSpPr>
        <p:spPr>
          <a:xfrm xmlns:a="http://schemas.openxmlformats.org/drawingml/2006/main">
            <a:off x="10972485" y="-12704"/>
            <a:ext cx="683683" cy="882252"/>
          </a:xfrm>
          <a:prstGeom xmlns:a="http://schemas.openxmlformats.org/drawingml/2006/main" prst="rect">
            <a:avLst/>
          </a:prstGeom>
        </p:spPr>
        <p:txBody>
          <a:bodyPr xmlns:a="http://schemas.openxmlformats.org/drawingml/2006/main" vert="horz" lIns="90000" tIns="0" rIns="0" bIns="0" anchor="ctr"/>
          <a:lstStyle xmlns:a="http://schemas.openxmlformats.org/drawingml/2006/main">
            <a:lvl1pPr algn="r">
              <a:buNone/>
              <a:defRPr sz="2100" b="1">
                <a:solidFill>
                  <a:schemeClr val="tx2"/>
                </a:solidFill>
                <a:latin typeface="+mn-lt"/>
                <a:ea typeface="+mn-lt"/>
                <a:cs typeface="+mn-lt"/>
              </a:defRPr>
            </a:lvl1pPr>
          </a:lstStyle>
          <a:p xmlns:a="http://schemas.openxmlformats.org/drawingml/2006/main">
            <a:fld id="{E1E1CD7C-2161-7D43-862E-CE4C333CD873}" type="slidenum">
              <a:t>‹#›</a:t>
            </a:fld>
            <a:endParaRPr/>
          </a:p>
        </p:txBody>
      </p:sp>
      <p:pic>
        <p:nvPicPr>
          <p:cNvPr id="13" name="Image 6"/>
          <p:cNvPicPr>
            <a:picLocks xmlns:a="http://schemas.openxmlformats.org/drawingml/2006/main" noChangeAspect="1"/>
          </p:cNvPicPr>
          <p:nvPr/>
        </p:nvPicPr>
        <p:blipFill>
          <a:blip xmlns:r="http://schemas.openxmlformats.org/officeDocument/2006/relationships" xmlns:a="http://schemas.openxmlformats.org/drawingml/2006/main" r:embed="R0a1a57d6628d4bb1">
            <a:extLst>
              <a:ext uri="{96DAC541-7B7A-43D3-8B79-37D633B846F1}">
                <asvg:svgBlip xmlns:asvg="http://schemas.microsoft.com/office/drawing/2016/SVG/main" r:embed="Rcb518451341a4a54"/>
              </a:ext>
            </a:extLst>
          </a:blip>
          <a:srcRect xmlns:a="http://schemas.openxmlformats.org/drawingml/2006/main" l="0" t="0" r="0" b="0"/>
          <a:stretch xmlns:a="http://schemas.openxmlformats.org/drawingml/2006/main"/>
        </p:blipFill>
        <p:spPr>
          <a:xfrm xmlns:a="http://schemas.openxmlformats.org/drawingml/2006/main">
            <a:off x="473122" y="253458"/>
            <a:ext cx="822318" cy="356278"/>
          </a:xfrm>
          <a:prstGeom xmlns:a="http://schemas.openxmlformats.org/drawingml/2006/main" prst="rect">
            <a:avLst/>
          </a:prstGeom>
        </p:spPr>
      </p:pic>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669ec2a614e4ba5"/>
    <p:sldLayoutId xmlns:r="http://schemas.openxmlformats.org/officeDocument/2006/relationships" id="2147483650" r:id="R421dead1ff4d41e2"/>
    <p:sldLayoutId xmlns:r="http://schemas.openxmlformats.org/officeDocument/2006/relationships" id="2147483651" r:id="R8e6b9e4c7f264b9d"/>
    <p:sldLayoutId xmlns:r="http://schemas.openxmlformats.org/officeDocument/2006/relationships" id="2147483652" r:id="R08ef4cd9e59f499a"/>
    <p:sldLayoutId xmlns:r="http://schemas.openxmlformats.org/officeDocument/2006/relationships" id="2147483653" r:id="R442c55c149bc404e"/>
    <p:sldLayoutId xmlns:r="http://schemas.openxmlformats.org/officeDocument/2006/relationships" id="2147483654" r:id="R2979bcf1d5ff45e0"/>
    <p:sldLayoutId xmlns:r="http://schemas.openxmlformats.org/officeDocument/2006/relationships" id="2147483655" r:id="Rd5808fb573c848f4"/>
    <p:sldLayoutId xmlns:r="http://schemas.openxmlformats.org/officeDocument/2006/relationships" id="2147483656" r:id="R008755c80445459a"/>
    <p:sldLayoutId xmlns:r="http://schemas.openxmlformats.org/officeDocument/2006/relationships" id="2147483657" r:id="R114a21941ec047d8"/>
    <p:sldLayoutId xmlns:r="http://schemas.openxmlformats.org/officeDocument/2006/relationships" id="2147483658" r:id="R9d57c002c6064979"/>
    <p:sldLayoutId xmlns:r="http://schemas.openxmlformats.org/officeDocument/2006/relationships" id="2147483659" r:id="Rb432baec08ee430e"/>
    <p:sldLayoutId xmlns:r="http://schemas.openxmlformats.org/officeDocument/2006/relationships" id="2147483660" r:id="Rc65eb016e37b49a9"/>
    <p:sldLayoutId xmlns:r="http://schemas.openxmlformats.org/officeDocument/2006/relationships" id="2147483661" r:id="R0a1a69a4cbea4e9f"/>
    <p:sldLayoutId xmlns:r="http://schemas.openxmlformats.org/officeDocument/2006/relationships" id="2147483662" r:id="R3a73899ff0ed48ba"/>
    <p:sldLayoutId xmlns:r="http://schemas.openxmlformats.org/officeDocument/2006/relationships" id="2147483663" r:id="Rbc33fead2ae9424f"/>
    <p:sldLayoutId xmlns:r="http://schemas.openxmlformats.org/officeDocument/2006/relationships" id="2147483664" r:id="R9723a15e996d47e4"/>
    <p:sldLayoutId xmlns:r="http://schemas.openxmlformats.org/officeDocument/2006/relationships" id="2147483665" r:id="Rdf930588c7fc47dd"/>
    <p:sldLayoutId xmlns:r="http://schemas.openxmlformats.org/officeDocument/2006/relationships" id="2147483666" r:id="Rc5259c8222e44373"/>
    <p:sldLayoutId xmlns:r="http://schemas.openxmlformats.org/officeDocument/2006/relationships" id="2147483667" r:id="R052c05a1dfd14fad"/>
    <p:sldLayoutId xmlns:r="http://schemas.openxmlformats.org/officeDocument/2006/relationships" id="2147483668" r:id="R71e8a937022549d1"/>
    <p:sldLayoutId xmlns:r="http://schemas.openxmlformats.org/officeDocument/2006/relationships" id="2147483669" r:id="Raef3a158ea87408e"/>
    <p:sldLayoutId xmlns:r="http://schemas.openxmlformats.org/officeDocument/2006/relationships" id="2147483670" r:id="R129a4c979e3c4aa2"/>
    <p:sldLayoutId xmlns:r="http://schemas.openxmlformats.org/officeDocument/2006/relationships" id="2147483671" r:id="R29d48aebb592441b"/>
    <p:sldLayoutId xmlns:r="http://schemas.openxmlformats.org/officeDocument/2006/relationships" id="2147483672" r:id="Rf67487b18a214b47"/>
    <p:sldLayoutId xmlns:r="http://schemas.openxmlformats.org/officeDocument/2006/relationships" id="2147483673" r:id="Re28f4487f64f4f20"/>
    <p:sldLayoutId xmlns:r="http://schemas.openxmlformats.org/officeDocument/2006/relationships" id="2147483674" r:id="Receec607f36747db"/>
    <p:sldLayoutId xmlns:r="http://schemas.openxmlformats.org/officeDocument/2006/relationships" id="2147483675" r:id="R4d2f093b641a4377"/>
    <p:sldLayoutId xmlns:r="http://schemas.openxmlformats.org/officeDocument/2006/relationships" id="2147483676" r:id="R4758c08060884571"/>
    <p:sldLayoutId xmlns:r="http://schemas.openxmlformats.org/officeDocument/2006/relationships" id="2147483677" r:id="R23cc19785a9346fa"/>
    <p:sldLayoutId xmlns:r="http://schemas.openxmlformats.org/officeDocument/2006/relationships" id="2147483678" r:id="R56be15ff650d4f47"/>
    <p:sldLayoutId xmlns:r="http://schemas.openxmlformats.org/officeDocument/2006/relationships" id="2147483679" r:id="Re172d335102340a9"/>
    <p:sldLayoutId xmlns:r="http://schemas.openxmlformats.org/officeDocument/2006/relationships" id="2147483680" r:id="R4db9d0b5254a45eb"/>
    <p:sldLayoutId xmlns:r="http://schemas.openxmlformats.org/officeDocument/2006/relationships" id="2147483681" r:id="R0650f8b2c8e04fe1"/>
    <p:sldLayoutId xmlns:r="http://schemas.openxmlformats.org/officeDocument/2006/relationships" id="2147483682" r:id="R8c27b2d315af4e68"/>
    <p:sldLayoutId xmlns:r="http://schemas.openxmlformats.org/officeDocument/2006/relationships" id="2147483683" r:id="R61d124690dab4752"/>
    <p:sldLayoutId xmlns:r="http://schemas.openxmlformats.org/officeDocument/2006/relationships" id="2147483684" r:id="Rad4648f644364f30"/>
    <p:sldLayoutId xmlns:r="http://schemas.openxmlformats.org/officeDocument/2006/relationships" id="2147483685" r:id="Re83a915778464bdf"/>
    <p:sldLayoutId xmlns:r="http://schemas.openxmlformats.org/officeDocument/2006/relationships" id="2147483686" r:id="Rfee351cd819b4c50"/>
    <p:sldLayoutId xmlns:r="http://schemas.openxmlformats.org/officeDocument/2006/relationships" id="2147483687" r:id="R471b70f1512a48a3"/>
    <p:sldLayoutId xmlns:r="http://schemas.openxmlformats.org/officeDocument/2006/relationships" id="2147483688" r:id="Rbc607a6abbed46bc"/>
    <p:sldLayoutId xmlns:r="http://schemas.openxmlformats.org/officeDocument/2006/relationships" id="2147483689" r:id="R14404e849a524cd9"/>
  </p:sldLayoutIdLst>
  <p:hf hdr="0"/>
  <p:txStyles>
    <p:titleStyle>
      <a:lvl1pPr xmlns:a="http://schemas.openxmlformats.org/drawingml/2006/main" algn="l" defTabSz="914377">
        <a:lnSpc>
          <a:spcPct val="90000"/>
        </a:lnSpc>
        <a:spcBef>
          <a:spcPct val="0"/>
        </a:spcBef>
        <a:buNone/>
        <a:defRPr sz="4400" b="1" i="0" kern="1000" spc="-150" baseline="0">
          <a:solidFill>
            <a:schemeClr val="tx1"/>
          </a:solidFill>
          <a:latin typeface="+mj-lt"/>
          <a:ea typeface="+mj-lt"/>
          <a:cs typeface="+mj-lt"/>
        </a:defRPr>
      </a:lvl1pPr>
    </p:titleStyle>
    <p:bodyStyle>
      <a:lvl1pPr xmlns:a="http://schemas.openxmlformats.org/drawingml/2006/main" marL="228594" indent="-228594" algn="l" defTabSz="914377">
        <a:lnSpc>
          <a:spcPct val="90000"/>
        </a:lnSpc>
        <a:spcBef>
          <a:spcPts val="1000"/>
        </a:spcBef>
        <a:buClr>
          <a:schemeClr val="tx2"/>
        </a:buClr>
        <a:buSzPct val="90000"/>
        <a:buFont typeface="Wingdings"/>
        <a:buChar char="§"/>
        <a:defRPr sz="2400" b="0" i="0" kern="1200">
          <a:solidFill>
            <a:schemeClr val="tx1"/>
          </a:solidFill>
          <a:latin typeface="Arial"/>
          <a:ea typeface="Arial"/>
          <a:cs typeface="Arial"/>
        </a:defRPr>
      </a:lvl1pPr>
      <a:lvl2pPr xmlns:a="http://schemas.openxmlformats.org/drawingml/2006/main" marL="447675" indent="-157163" algn="l" defTabSz="914377">
        <a:lnSpc>
          <a:spcPct val="90000"/>
        </a:lnSpc>
        <a:spcBef>
          <a:spcPts val="500"/>
        </a:spcBef>
        <a:buClr>
          <a:schemeClr val="tx2"/>
        </a:buClr>
        <a:buSzPct val="100000"/>
        <a:buFont typeface="Arial"/>
        <a:buChar char="•"/>
        <a:defRPr sz="2133" b="0" i="0" kern="1200">
          <a:solidFill>
            <a:schemeClr val="tx1"/>
          </a:solidFill>
          <a:latin typeface="Arial"/>
          <a:ea typeface="Arial"/>
          <a:cs typeface="Arial"/>
        </a:defRPr>
      </a:lvl2pPr>
      <a:lvl3pPr xmlns:a="http://schemas.openxmlformats.org/drawingml/2006/main" marL="763588" indent="-225425" algn="l" defTabSz="914377">
        <a:lnSpc>
          <a:spcPct val="90000"/>
        </a:lnSpc>
        <a:spcBef>
          <a:spcPts val="500"/>
        </a:spcBef>
        <a:buClr>
          <a:schemeClr val="tx2"/>
        </a:buClr>
        <a:buSzPct val="90000"/>
        <a:buFont typeface="Wingdings"/>
        <a:buChar char="§"/>
        <a:defRPr sz="2000" b="0" i="0" kern="1200">
          <a:solidFill>
            <a:schemeClr val="tx1"/>
          </a:solidFill>
          <a:latin typeface="Arial"/>
          <a:ea typeface="Arial"/>
          <a:cs typeface="Arial"/>
        </a:defRPr>
      </a:lvl3pPr>
      <a:lvl4pPr xmlns:a="http://schemas.openxmlformats.org/drawingml/2006/main" marL="1600160" indent="-228594" algn="l" defTabSz="914377">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349" indent="-228594" algn="l" defTabSz="914377">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537" indent="-228594" algn="l" defTabSz="914377">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726" indent="-228594" algn="l" defTabSz="914377">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8914" indent="-228594" algn="l" defTabSz="914377">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103" indent="-228594" algn="l" defTabSz="914377">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377">
        <a:buNone/>
        <a:defRPr sz="1800" kern="1200">
          <a:solidFill>
            <a:schemeClr val="tx1"/>
          </a:solidFill>
          <a:latin typeface="+mn-lt"/>
          <a:ea typeface="+mn-lt"/>
          <a:cs typeface="+mn-lt"/>
        </a:defRPr>
      </a:lvl1pPr>
      <a:lvl2pPr xmlns:a="http://schemas.openxmlformats.org/drawingml/2006/main" marL="457189" algn="l" defTabSz="914377">
        <a:buNone/>
        <a:defRPr sz="1800" kern="1200">
          <a:solidFill>
            <a:schemeClr val="tx1"/>
          </a:solidFill>
          <a:latin typeface="+mn-lt"/>
          <a:ea typeface="+mn-lt"/>
          <a:cs typeface="+mn-lt"/>
        </a:defRPr>
      </a:lvl2pPr>
      <a:lvl3pPr xmlns:a="http://schemas.openxmlformats.org/drawingml/2006/main" marL="914377" algn="l" defTabSz="914377">
        <a:buNone/>
        <a:defRPr sz="1800" kern="1200">
          <a:solidFill>
            <a:schemeClr val="tx1"/>
          </a:solidFill>
          <a:latin typeface="+mn-lt"/>
          <a:ea typeface="+mn-lt"/>
          <a:cs typeface="+mn-lt"/>
        </a:defRPr>
      </a:lvl3pPr>
      <a:lvl4pPr xmlns:a="http://schemas.openxmlformats.org/drawingml/2006/main" marL="1371566" algn="l" defTabSz="914377">
        <a:buNone/>
        <a:defRPr sz="1800" kern="1200">
          <a:solidFill>
            <a:schemeClr val="tx1"/>
          </a:solidFill>
          <a:latin typeface="+mn-lt"/>
          <a:ea typeface="+mn-lt"/>
          <a:cs typeface="+mn-lt"/>
        </a:defRPr>
      </a:lvl4pPr>
      <a:lvl5pPr xmlns:a="http://schemas.openxmlformats.org/drawingml/2006/main" marL="1828754" algn="l" defTabSz="914377">
        <a:buNone/>
        <a:defRPr sz="1800" kern="1200">
          <a:solidFill>
            <a:schemeClr val="tx1"/>
          </a:solidFill>
          <a:latin typeface="+mn-lt"/>
          <a:ea typeface="+mn-lt"/>
          <a:cs typeface="+mn-lt"/>
        </a:defRPr>
      </a:lvl5pPr>
      <a:lvl6pPr xmlns:a="http://schemas.openxmlformats.org/drawingml/2006/main" marL="2285943" algn="l" defTabSz="914377">
        <a:buNone/>
        <a:defRPr sz="1800" kern="1200">
          <a:solidFill>
            <a:schemeClr val="tx1"/>
          </a:solidFill>
          <a:latin typeface="+mn-lt"/>
          <a:ea typeface="+mn-lt"/>
          <a:cs typeface="+mn-lt"/>
        </a:defRPr>
      </a:lvl6pPr>
      <a:lvl7pPr xmlns:a="http://schemas.openxmlformats.org/drawingml/2006/main" marL="2743131" algn="l" defTabSz="914377">
        <a:buNone/>
        <a:defRPr sz="1800" kern="1200">
          <a:solidFill>
            <a:schemeClr val="tx1"/>
          </a:solidFill>
          <a:latin typeface="+mn-lt"/>
          <a:ea typeface="+mn-lt"/>
          <a:cs typeface="+mn-lt"/>
        </a:defRPr>
      </a:lvl7pPr>
      <a:lvl8pPr xmlns:a="http://schemas.openxmlformats.org/drawingml/2006/main" marL="3200320" algn="l" defTabSz="914377">
        <a:buNone/>
        <a:defRPr sz="1800" kern="1200">
          <a:solidFill>
            <a:schemeClr val="tx1"/>
          </a:solidFill>
          <a:latin typeface="+mn-lt"/>
          <a:ea typeface="+mn-lt"/>
          <a:cs typeface="+mn-lt"/>
        </a:defRPr>
      </a:lvl8pPr>
      <a:lvl9pPr xmlns:a="http://schemas.openxmlformats.org/drawingml/2006/main" marL="3657509" algn="l" defTabSz="914377">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2160" userDrawn="1">
          <p15:clr>
            <a:srgbClr xmlns:a="http://schemas.openxmlformats.org/drawingml/2006/main" val="F26B43"/>
          </p15:clr>
        </p15:guide>
        <p15:guide id="2" pos="347" userDrawn="1">
          <p15:clr>
            <a:srgbClr xmlns:a="http://schemas.openxmlformats.org/drawingml/2006/main" val="F26B43"/>
          </p15:clr>
        </p15:guide>
        <p15:guide id="3" pos="7680" userDrawn="1">
          <p15:clr>
            <a:srgbClr xmlns:a="http://schemas.openxmlformats.org/drawingml/2006/main" val="F26B43"/>
          </p15:clr>
        </p15:guide>
        <p15:guide id="4" pos="3885" userDrawn="1">
          <p15:clr>
            <a:srgbClr xmlns:a="http://schemas.openxmlformats.org/drawingml/2006/main" val="F26B43"/>
          </p15:clr>
        </p15:guide>
        <p15:guide id="5" orient="horz" pos="210" userDrawn="1">
          <p15:clr>
            <a:srgbClr xmlns:a="http://schemas.openxmlformats.org/drawingml/2006/main" val="F26B43"/>
          </p15:clr>
        </p15:guide>
        <p15:guide id="6" orient="horz" pos="4110" userDrawn="1">
          <p15:clr>
            <a:srgbClr xmlns:a="http://schemas.openxmlformats.org/drawingml/2006/main" val="F26B43"/>
          </p15:clr>
        </p15:guide>
        <p15:guide id="7" pos="846" userDrawn="1">
          <p15:clr>
            <a:srgbClr xmlns:a="http://schemas.openxmlformats.org/drawingml/2006/main" val="F26B43"/>
          </p15:clr>
        </p15:guide>
        <p15:guide id="8" userDrawn="1">
          <p15:clr>
            <a:srgbClr xmlns:a="http://schemas.openxmlformats.org/drawingml/2006/main" val="F26B43"/>
          </p15:clr>
        </p15:guide>
        <p15:guide id="10" pos="4384" userDrawn="1">
          <p15:clr>
            <a:srgbClr xmlns:a="http://schemas.openxmlformats.org/drawingml/2006/main" val="F26B43"/>
          </p15:clr>
        </p15:guide>
        <p15:guide id="11" pos="4475" userDrawn="1">
          <p15:clr>
            <a:srgbClr xmlns:a="http://schemas.openxmlformats.org/drawingml/2006/main" val="F26B43"/>
          </p15:clr>
        </p15:guide>
        <p15:guide id="12" pos="4974" userDrawn="1">
          <p15:clr>
            <a:srgbClr xmlns:a="http://schemas.openxmlformats.org/drawingml/2006/main" val="F26B43"/>
          </p15:clr>
        </p15:guide>
        <p15:guide id="13" pos="5065" userDrawn="1">
          <p15:clr>
            <a:srgbClr xmlns:a="http://schemas.openxmlformats.org/drawingml/2006/main" val="F26B43"/>
          </p15:clr>
        </p15:guide>
        <p15:guide id="14" pos="6834" userDrawn="1">
          <p15:clr>
            <a:srgbClr xmlns:a="http://schemas.openxmlformats.org/drawingml/2006/main" val="F26B43"/>
          </p15:clr>
        </p15:guide>
        <p15:guide id="15" orient="horz" pos="550" userDrawn="1">
          <p15:clr>
            <a:srgbClr xmlns:a="http://schemas.openxmlformats.org/drawingml/2006/main" val="F26B43"/>
          </p15:clr>
        </p15:guide>
        <p15:guide id="16" orient="horz" pos="1313" userDrawn="1">
          <p15:clr>
            <a:srgbClr xmlns:a="http://schemas.openxmlformats.org/drawingml/2006/main" val="F26B43"/>
          </p15:clr>
        </p15:guide>
        <p15:guide id="17" orient="horz" pos="1967" userDrawn="1">
          <p15:clr>
            <a:srgbClr xmlns:a="http://schemas.openxmlformats.org/drawingml/2006/main" val="F26B43"/>
          </p15:clr>
        </p15:guide>
        <p15:guide id="18" orient="horz" pos="2616" userDrawn="1">
          <p15:clr>
            <a:srgbClr xmlns:a="http://schemas.openxmlformats.org/drawingml/2006/main" val="F26B43"/>
          </p15:clr>
        </p15:guide>
        <p15:guide id="19" orient="horz" pos="3277" userDrawn="1">
          <p15:clr>
            <a:srgbClr xmlns:a="http://schemas.openxmlformats.org/drawingml/2006/main" val="F26B43"/>
          </p15:clr>
        </p15:guide>
        <p15:guide id="20" orient="horz" pos="4320" userDrawn="1">
          <p15:clr>
            <a:srgbClr xmlns:a="http://schemas.openxmlformats.org/drawingml/2006/main" val="F26B43"/>
          </p15:clr>
        </p15:guide>
        <p15:guide id="21" pos="7333" userDrawn="1">
          <p15:clr>
            <a:srgbClr xmlns:a="http://schemas.openxmlformats.org/drawingml/2006/main" val="F26B43"/>
          </p15:clr>
        </p15:guide>
        <p15:guide id="22" orient="horz" userDrawn="1">
          <p15:clr>
            <a:srgbClr xmlns:a="http://schemas.openxmlformats.org/drawingml/2006/main" val="F26B43"/>
          </p15:clr>
        </p15:guide>
        <p15:guide id="23" pos="937" userDrawn="1">
          <p15:clr>
            <a:srgbClr xmlns:a="http://schemas.openxmlformats.org/drawingml/2006/main" val="F26B43"/>
          </p15:clr>
        </p15:guide>
        <p15:guide id="24" pos="1436" userDrawn="1">
          <p15:clr>
            <a:srgbClr xmlns:a="http://schemas.openxmlformats.org/drawingml/2006/main" val="F26B43"/>
          </p15:clr>
        </p15:guide>
        <p15:guide id="25" pos="1527" userDrawn="1">
          <p15:clr>
            <a:srgbClr xmlns:a="http://schemas.openxmlformats.org/drawingml/2006/main" val="F26B43"/>
          </p15:clr>
        </p15:guide>
        <p15:guide id="26" pos="2026" userDrawn="1">
          <p15:clr>
            <a:srgbClr xmlns:a="http://schemas.openxmlformats.org/drawingml/2006/main" val="F26B43"/>
          </p15:clr>
        </p15:guide>
        <p15:guide id="27" pos="2116" userDrawn="1">
          <p15:clr>
            <a:srgbClr xmlns:a="http://schemas.openxmlformats.org/drawingml/2006/main" val="F26B43"/>
          </p15:clr>
        </p15:guide>
        <p15:guide id="28" pos="2615" userDrawn="1">
          <p15:clr>
            <a:srgbClr xmlns:a="http://schemas.openxmlformats.org/drawingml/2006/main" val="F26B43"/>
          </p15:clr>
        </p15:guide>
        <p15:guide id="29" pos="2706" userDrawn="1">
          <p15:clr>
            <a:srgbClr xmlns:a="http://schemas.openxmlformats.org/drawingml/2006/main" val="F26B43"/>
          </p15:clr>
        </p15:guide>
        <p15:guide id="30" pos="3205" userDrawn="1">
          <p15:clr>
            <a:srgbClr xmlns:a="http://schemas.openxmlformats.org/drawingml/2006/main" val="F26B43"/>
          </p15:clr>
        </p15:guide>
        <p15:guide id="31" pos="3296" userDrawn="1">
          <p15:clr>
            <a:srgbClr xmlns:a="http://schemas.openxmlformats.org/drawingml/2006/main" val="F26B43"/>
          </p15:clr>
        </p15:guide>
        <p15:guide id="32" pos="3795" userDrawn="1">
          <p15:clr>
            <a:srgbClr xmlns:a="http://schemas.openxmlformats.org/drawingml/2006/main" val="F26B43"/>
          </p15:clr>
        </p15:guide>
        <p15:guide id="33" pos="5564" userDrawn="1">
          <p15:clr>
            <a:srgbClr xmlns:a="http://schemas.openxmlformats.org/drawingml/2006/main" val="F26B43"/>
          </p15:clr>
        </p15:guide>
        <p15:guide id="34" pos="5654" userDrawn="1">
          <p15:clr>
            <a:srgbClr xmlns:a="http://schemas.openxmlformats.org/drawingml/2006/main" val="F26B43"/>
          </p15:clr>
        </p15:guide>
        <p15:guide id="35" pos="6153" userDrawn="1">
          <p15:clr>
            <a:srgbClr xmlns:a="http://schemas.openxmlformats.org/drawingml/2006/main" val="F26B43"/>
          </p15:clr>
        </p15:guide>
        <p15:guide id="36" pos="6244" userDrawn="1">
          <p15:clr>
            <a:srgbClr xmlns:a="http://schemas.openxmlformats.org/drawingml/2006/main" val="F26B43"/>
          </p15:clr>
        </p15:guide>
        <p15:guide id="37" pos="6743" userDrawn="1">
          <p15:clr>
            <a:srgbClr xmlns:a="http://schemas.openxmlformats.org/drawingml/2006/main" val="F26B43"/>
          </p15:clr>
        </p15:guide>
      </p15:sldGuideLst>
    </p:ext>
  </p:extLst>
</p:sldMaster>
</file>

<file path=ppt/slideMasters/theme/theme2.xml><?xml version="1.0" encoding="utf-8"?>
<a:theme xmlns:a="http://schemas.openxmlformats.org/drawingml/2006/main" name="Thème Office">
  <a:themeElements>
    <a:clrScheme name="EPFL 2025">
      <a:dk1>
        <a:srgbClr val="413C3A"/>
      </a:dk1>
      <a:lt1>
        <a:srgbClr val="FFFFFF"/>
      </a:lt1>
      <a:dk2>
        <a:srgbClr val="FF0000"/>
      </a:dk2>
      <a:lt2>
        <a:srgbClr val="CAC7C7"/>
      </a:lt2>
      <a:accent1>
        <a:srgbClr val="00A79F"/>
      </a:accent1>
      <a:accent2>
        <a:srgbClr val="24737F"/>
      </a:accent2>
      <a:accent3>
        <a:srgbClr val="512880"/>
      </a:accent3>
      <a:accent4>
        <a:srgbClr val="4F8FCC"/>
      </a:accent4>
      <a:accent5>
        <a:srgbClr val="D0661C"/>
      </a:accent5>
      <a:accent6>
        <a:srgbClr val="B51F1F"/>
      </a:accent6>
      <a:hlink>
        <a:srgbClr val="ED6E9C"/>
      </a:hlink>
      <a:folHlink>
        <a:srgbClr val="4F8FC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PFL 2025">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edb88ab301447dc" /><Relationship Type="http://schemas.openxmlformats.org/officeDocument/2006/relationships/image" Target="/ppt/media/image.jpeg" Id="R69811a7e67fc4d44" /><Relationship Type="http://schemas.openxmlformats.org/officeDocument/2006/relationships/image" Target="/ppt/media/image7.png" Id="Rea95f73bba8b40cf" /><Relationship Type="http://schemas.openxmlformats.org/officeDocument/2006/relationships/notesSlide" Target="/ppt/notesSlides/notesSlide1.xml" Id="R4dc343c5dd5b47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5.xml" Id="Re4b8b02bf1ff499a" /><Relationship Type="http://schemas.openxmlformats.org/officeDocument/2006/relationships/image" Target="/ppt/media/image2.jpeg" Id="Ra08feb08fbc548a7" /><Relationship Type="http://schemas.openxmlformats.org/officeDocument/2006/relationships/notesSlide" Target="/ppt/notesSlides/notesSlide2.xml" Id="R150782d0ae884047" /></Relationships>
</file>

<file path=ppt/slides/_rels/slide3.xml.rels>&#65279;<?xml version="1.0" encoding="utf-8"?><Relationships xmlns="http://schemas.openxmlformats.org/package/2006/relationships"><Relationship Type="http://schemas.openxmlformats.org/officeDocument/2006/relationships/slideLayout" Target="/ppt/slideLayouts/slideLayout8.xml" Id="Rf0fb5aa3ef34492c" /><Relationship Type="http://schemas.openxmlformats.org/officeDocument/2006/relationships/image" Target="/ppt/media/image8.png" Id="R46ad977122694648" /><Relationship Type="http://schemas.openxmlformats.org/officeDocument/2006/relationships/image" Target="/ppt/media/image9.png" Id="R94a8f7f882a84eec" /><Relationship Type="http://schemas.openxmlformats.org/officeDocument/2006/relationships/notesSlide" Target="/ppt/notesSlides/notesSlide3.xml" Id="R1fe2848679084f8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9.xml" Id="Rf054bb993ccf4743" /><Relationship Type="http://schemas.openxmlformats.org/officeDocument/2006/relationships/image" Target="/ppt/media/image3.jpeg" Id="R8bcd16dfa961401f" /><Relationship Type="http://schemas.openxmlformats.org/officeDocument/2006/relationships/notesSlide" Target="/ppt/notesSlides/notesSlide4.xml" Id="R220ed6c96beb4f9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9.xml" Id="R03d7c4e95bc54519" /><Relationship Type="http://schemas.openxmlformats.org/officeDocument/2006/relationships/image" Target="/ppt/media/image10.png" Id="R5247547484c4436a" /><Relationship Type="http://schemas.openxmlformats.org/officeDocument/2006/relationships/image" Target="/ppt/media/image4.jpeg" Id="R01431092b8774ece" /><Relationship Type="http://schemas.openxmlformats.org/officeDocument/2006/relationships/image" Target="/ppt/media/image5.jpeg" Id="Rd819b170466845ea" /><Relationship Type="http://schemas.openxmlformats.org/officeDocument/2006/relationships/image" Target="/ppt/media/image6.jpeg" Id="R6bbf203d9bcf4d2b" /><Relationship Type="http://schemas.openxmlformats.org/officeDocument/2006/relationships/notesSlide" Target="/ppt/notesSlides/notesSlide5.xml" Id="R21496dd82a974c8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8.xml" Id="Rdff8684bcb214f36" /><Relationship Type="http://schemas.openxmlformats.org/officeDocument/2006/relationships/image" Target="/ppt/media/image7.jpeg" Id="R2f164ccb5f564fae" /><Relationship Type="http://schemas.openxmlformats.org/officeDocument/2006/relationships/image" Target="/ppt/media/image11.png" Id="Ra1d6e58cd6bc4df9" /><Relationship Type="http://schemas.openxmlformats.org/officeDocument/2006/relationships/image" Target="/ppt/media/image12.png" Id="Rb9e68f85c6e44ed3" /><Relationship Type="http://schemas.openxmlformats.org/officeDocument/2006/relationships/image" Target="/ppt/media/image2.svg" Id="Ra60a8ff698c84a51" /><Relationship Type="http://schemas.openxmlformats.org/officeDocument/2006/relationships/image" Target="/ppt/media/image13.png" Id="Rc686c7a12c86436c" /><Relationship Type="http://schemas.openxmlformats.org/officeDocument/2006/relationships/image" Target="/ppt/media/image14.png" Id="Rfa0ceeb1624d4730" /><Relationship Type="http://schemas.openxmlformats.org/officeDocument/2006/relationships/notesSlide" Target="/ppt/notesSlides/notesSlide6.xml" Id="R5f4c30310bd840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8.xml" Id="Re8d71971152e49a9" /><Relationship Type="http://schemas.openxmlformats.org/officeDocument/2006/relationships/image" Target="/ppt/media/image15.png" Id="Rc5016b891ce34ea0" /><Relationship Type="http://schemas.openxmlformats.org/officeDocument/2006/relationships/notesSlide" Target="/ppt/notesSlides/notesSlide7.xml" Id="R434ed3bd3a6a40bb" /></Relationships>
</file>

<file path=ppt/slides/_rels/slide8.xml.rels>&#65279;<?xml version="1.0" encoding="utf-8"?><Relationships xmlns="http://schemas.openxmlformats.org/package/2006/relationships"><Relationship Type="http://schemas.openxmlformats.org/officeDocument/2006/relationships/slideLayout" Target="/ppt/slideLayouts/slideLayout8.xml" Id="R7d18d04daa584060" /><Relationship Type="http://schemas.openxmlformats.org/officeDocument/2006/relationships/image" Target="/ppt/media/image15.png" Id="Rcd129fcc705341da" /><Relationship Type="http://schemas.openxmlformats.org/officeDocument/2006/relationships/notesSlide" Target="/ppt/notesSlides/notesSlide8.xml" Id="Rcb7c06b643b54d94" /></Relationships>
</file>

<file path=ppt/slides/_rels/slide9.xml.rels>&#65279;<?xml version="1.0" encoding="utf-8"?><Relationships xmlns="http://schemas.openxmlformats.org/package/2006/relationships"><Relationship Type="http://schemas.openxmlformats.org/officeDocument/2006/relationships/slideLayout" Target="/ppt/slideLayouts/slideLayout8.xml" Id="Rb302375fded34772" /><Relationship Type="http://schemas.openxmlformats.org/officeDocument/2006/relationships/image" Target="/ppt/media/image15.png" Id="R1653080c98414caf" /><Relationship Type="http://schemas.openxmlformats.org/officeDocument/2006/relationships/notesSlide" Target="/ppt/notesSlides/notesSlide9.xml" Id="R6c49f928d089432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8.xml" Id="Rd820a160cea54cef" /><Relationship Type="http://schemas.openxmlformats.org/officeDocument/2006/relationships/image" Target="/ppt/media/image15.png" Id="R9ff3ac9bc91f45de" /><Relationship Type="http://schemas.openxmlformats.org/officeDocument/2006/relationships/notesSlide" Target="/ppt/notesSlides/notesSlide10.xml" Id="Rf57627439ab04d8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8.xml" Id="Rf2ca55afe3ef4ab3" /><Relationship Type="http://schemas.openxmlformats.org/officeDocument/2006/relationships/image" Target="/ppt/media/image15.png" Id="Re91f9014518f4767" /><Relationship Type="http://schemas.openxmlformats.org/officeDocument/2006/relationships/notesSlide" Target="/ppt/notesSlides/notesSlide11.xml" Id="R49cf87e2628f4ae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8.xml" Id="R3a254a7df0f94ce5" /><Relationship Type="http://schemas.openxmlformats.org/officeDocument/2006/relationships/image" Target="/ppt/media/image15.png" Id="R6d7a7f498ada4aaa" /><Relationship Type="http://schemas.openxmlformats.org/officeDocument/2006/relationships/notesSlide" Target="/ppt/notesSlides/notesSlide12.xml" Id="Rebce0884dc3a488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8.xml" Id="R7366f81e662b42cf" /><Relationship Type="http://schemas.openxmlformats.org/officeDocument/2006/relationships/image" Target="/ppt/media/image15.png" Id="R22e9275055254cf0" /><Relationship Type="http://schemas.openxmlformats.org/officeDocument/2006/relationships/notesSlide" Target="/ppt/notesSlides/notesSlide13.xml" Id="R39336456a54e4a6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8.xml" Id="R94708cf487ea4bd3" /><Relationship Type="http://schemas.openxmlformats.org/officeDocument/2006/relationships/image" Target="/ppt/media/image15.png" Id="R1a0709d2d3e44d16" /><Relationship Type="http://schemas.openxmlformats.org/officeDocument/2006/relationships/notesSlide" Target="/ppt/notesSlides/notesSlide14.xml" Id="R41072880428c4d1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8.xml" Id="R554a3154a97a4f2f" /><Relationship Type="http://schemas.openxmlformats.org/officeDocument/2006/relationships/image" Target="/ppt/media/image15.png" Id="R1f99bbcaeda64130" /><Relationship Type="http://schemas.openxmlformats.org/officeDocument/2006/relationships/notesSlide" Target="/ppt/notesSlides/notesSlide15.xml" Id="R4ce5978de61d418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8.xml" Id="R24f9373a07b940fb" /><Relationship Type="http://schemas.openxmlformats.org/officeDocument/2006/relationships/image" Target="/ppt/media/image15.png" Id="R0f13e2fa65744cdf" /><Relationship Type="http://schemas.openxmlformats.org/officeDocument/2006/relationships/notesSlide" Target="/ppt/notesSlides/notesSlide16.xml" Id="R41b853fafcf8497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9.xml" Id="Rcf44763425044aeb" /><Relationship Type="http://schemas.openxmlformats.org/officeDocument/2006/relationships/image" Target="/ppt/media/image3.jpeg" Id="R1ae16b9b3dcc42b9" /><Relationship Type="http://schemas.openxmlformats.org/officeDocument/2006/relationships/notesSlide" Target="/ppt/notesSlides/notesSlide17.xml" Id="R0e711e5d3e5d4bb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9.xml" Id="R60fe2c1d20aa423c" /><Relationship Type="http://schemas.openxmlformats.org/officeDocument/2006/relationships/image" Target="/ppt/media/image8.jpeg" Id="Re504848452414ea4" /><Relationship Type="http://schemas.openxmlformats.org/officeDocument/2006/relationships/notesSlide" Target="/ppt/notesSlides/notesSlide18.xml" Id="R08f2526dfc0b481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6a770d478124d65" /><Relationship Type="http://schemas.openxmlformats.org/officeDocument/2006/relationships/image" Target="/ppt/media/image9.jpeg" Id="R573de65ec9f041c2" /><Relationship Type="http://schemas.openxmlformats.org/officeDocument/2006/relationships/image" Target="/ppt/media/image7.png" Id="Rfaaafbb22aa74ee4" /><Relationship Type="http://schemas.openxmlformats.org/officeDocument/2006/relationships/notesSlide" Target="/ppt/notesSlides/notesSlide19.xml" Id="R5f3ef0d6e8f649f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cfcb6d756954291" /><Relationship Type="http://schemas.openxmlformats.org/officeDocument/2006/relationships/image" Target="/ppt/media/image10.jpeg" Id="R6953ccffede9470f" /><Relationship Type="http://schemas.openxmlformats.org/officeDocument/2006/relationships/notesSlide" Target="/ppt/notesSlides/notesSlide20.xml" Id="R0fae1c4a835c479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8.xml" Id="Rd2fc693db0ae479f" /><Relationship Type="http://schemas.openxmlformats.org/officeDocument/2006/relationships/image" Target="/ppt/media/image7.jpeg" Id="R96e17c68b2694f05" /><Relationship Type="http://schemas.openxmlformats.org/officeDocument/2006/relationships/image" Target="/ppt/media/image11.png" Id="R30316eb45f5a49b3" /><Relationship Type="http://schemas.openxmlformats.org/officeDocument/2006/relationships/image" Target="/ppt/media/image12.png" Id="R92866300f68a4dbc" /><Relationship Type="http://schemas.openxmlformats.org/officeDocument/2006/relationships/image" Target="/ppt/media/image2.svg" Id="R6022635ccdaf4bb1" /><Relationship Type="http://schemas.openxmlformats.org/officeDocument/2006/relationships/image" Target="/ppt/media/image13.png" Id="R4f8fe74959f64389" /><Relationship Type="http://schemas.openxmlformats.org/officeDocument/2006/relationships/image" Target="/ppt/media/image14.png" Id="Ra48de67929cb4e52" /><Relationship Type="http://schemas.openxmlformats.org/officeDocument/2006/relationships/notesSlide" Target="/ppt/notesSlides/notesSlide21.xml" Id="R6bb45104bd714ec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6.xml" Id="R3e874a268f12418b" /><Relationship Type="http://schemas.openxmlformats.org/officeDocument/2006/relationships/image" Target="/ppt/media/image.emf" Id="R8aa8498c0fc7408c" /><Relationship Type="http://schemas.openxmlformats.org/officeDocument/2006/relationships/image" Target="/ppt/media/image16.png" Id="Rae4aa5e9f313403f" /><Relationship Type="http://schemas.openxmlformats.org/officeDocument/2006/relationships/image" Target="/ppt/media/image3.svg" Id="R6a4b0e0076894cd6" /><Relationship Type="http://schemas.openxmlformats.org/officeDocument/2006/relationships/image" Target="/ppt/media/image17.png" Id="R0c2a024ad1804ee8" /><Relationship Type="http://schemas.openxmlformats.org/officeDocument/2006/relationships/image" Target="/ppt/media/image4.svg" Id="Rc822d252c270412b" /><Relationship Type="http://schemas.openxmlformats.org/officeDocument/2006/relationships/image" Target="/ppt/media/image18.png" Id="Rd7465689c3904c2b" /><Relationship Type="http://schemas.openxmlformats.org/officeDocument/2006/relationships/image" Target="/ppt/media/image2.emf" Id="R43aa6d5d490b421e" /><Relationship Type="http://schemas.openxmlformats.org/officeDocument/2006/relationships/image" Target="/ppt/media/image3.emf" Id="R3ee93453080040ba" /><Relationship Type="http://schemas.openxmlformats.org/officeDocument/2006/relationships/notesSlide" Target="/ppt/notesSlides/notesSlide22.xml" Id="R30b1949e8961478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8.xml" Id="R7570aefe25f740d1" /><Relationship Type="http://schemas.openxmlformats.org/officeDocument/2006/relationships/image" Target="/ppt/media/image15.png" Id="R89a60c726f4d4dd9" /><Relationship Type="http://schemas.openxmlformats.org/officeDocument/2006/relationships/notesSlide" Target="/ppt/notesSlides/notesSlide23.xml" Id="Rfba9e32b0a5b424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8.xml" Id="R703e27489c9e4e4d" /><Relationship Type="http://schemas.openxmlformats.org/officeDocument/2006/relationships/image" Target="/ppt/media/image15.png" Id="Ra411d4d530444bc7" /><Relationship Type="http://schemas.openxmlformats.org/officeDocument/2006/relationships/notesSlide" Target="/ppt/notesSlides/notesSlide24.xml" Id="Radd89a0612574ee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2.xml" Id="Rb050e829223f4a9c" /><Relationship Type="http://schemas.openxmlformats.org/officeDocument/2006/relationships/image" Target="/ppt/media/image11.jpeg" Id="Rc564f71c4dde433a" /><Relationship Type="http://schemas.openxmlformats.org/officeDocument/2006/relationships/image" Target="/ppt/media/image12.jpeg" Id="Rde8a674b63ce4431" /><Relationship Type="http://schemas.openxmlformats.org/officeDocument/2006/relationships/image" Target="/ppt/media/image13.jpeg" Id="R74d9c65198b745a9" /><Relationship Type="http://schemas.openxmlformats.org/officeDocument/2006/relationships/image" Target="/ppt/media/image19.png" Id="R7b59eaae06284562" /><Relationship Type="http://schemas.openxmlformats.org/officeDocument/2006/relationships/notesSlide" Target="/ppt/notesSlides/notesSlide25.xml" Id="Rfb06543432e94ff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2.xml" Id="R5f31ffa73bf34e22" /><Relationship Type="http://schemas.openxmlformats.org/officeDocument/2006/relationships/image" Target="/ppt/media/image11.jpeg" Id="R2eb995e1d8e548ad" /><Relationship Type="http://schemas.openxmlformats.org/officeDocument/2006/relationships/image" Target="/ppt/media/image12.jpeg" Id="R3bbdd15b373c4c85" /><Relationship Type="http://schemas.openxmlformats.org/officeDocument/2006/relationships/image" Target="/ppt/media/image13.jpeg" Id="R6263bd654ca642c5" /><Relationship Type="http://schemas.openxmlformats.org/officeDocument/2006/relationships/image" Target="/ppt/media/image19.png" Id="R71930595faef4bfc" /><Relationship Type="http://schemas.openxmlformats.org/officeDocument/2006/relationships/notesSlide" Target="/ppt/notesSlides/notesSlide26.xml" Id="Rdaec6f721e854cd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2.xml" Id="R8acbe060ac4844f6" /><Relationship Type="http://schemas.openxmlformats.org/officeDocument/2006/relationships/image" Target="/ppt/media/image11.jpeg" Id="R35a682f359c24cbc" /><Relationship Type="http://schemas.openxmlformats.org/officeDocument/2006/relationships/image" Target="/ppt/media/image12.jpeg" Id="Rd14c534302a443ab" /><Relationship Type="http://schemas.openxmlformats.org/officeDocument/2006/relationships/image" Target="/ppt/media/image13.jpeg" Id="R058e781efeab422b" /><Relationship Type="http://schemas.openxmlformats.org/officeDocument/2006/relationships/image" Target="/ppt/media/image19.png" Id="Rf64ddf1729654441" /><Relationship Type="http://schemas.openxmlformats.org/officeDocument/2006/relationships/notesSlide" Target="/ppt/notesSlides/notesSlide27.xml" Id="Rf4972c19dc11490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2.xml" Id="R4c9dfbbceafe49bf" /><Relationship Type="http://schemas.openxmlformats.org/officeDocument/2006/relationships/image" Target="/ppt/media/image11.jpeg" Id="R5d67e55ffdd14b32" /><Relationship Type="http://schemas.openxmlformats.org/officeDocument/2006/relationships/image" Target="/ppt/media/image12.jpeg" Id="R40507693e6e845ee" /><Relationship Type="http://schemas.openxmlformats.org/officeDocument/2006/relationships/image" Target="/ppt/media/image13.jpeg" Id="R23aebc048762404a" /><Relationship Type="http://schemas.openxmlformats.org/officeDocument/2006/relationships/image" Target="/ppt/media/image19.png" Id="R888bc1c9f39a4731" /><Relationship Type="http://schemas.openxmlformats.org/officeDocument/2006/relationships/notesSlide" Target="/ppt/notesSlides/notesSlide28.xml" Id="R23fd16feee34406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8.xml" Id="R7e42738716174c5e" /><Relationship Type="http://schemas.openxmlformats.org/officeDocument/2006/relationships/image" Target="/ppt/media/image15.png" Id="Rd8b4753bee0a4b92" /><Relationship Type="http://schemas.openxmlformats.org/officeDocument/2006/relationships/notesSlide" Target="/ppt/notesSlides/notesSlide29.xml" Id="Rcbda78b20d4f40a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8.xml" Id="R9866c5a4717e4c66" /><Relationship Type="http://schemas.openxmlformats.org/officeDocument/2006/relationships/image" Target="/ppt/media/image15.png" Id="R8184958fa499478f" /><Relationship Type="http://schemas.openxmlformats.org/officeDocument/2006/relationships/notesSlide" Target="/ppt/notesSlides/notesSlide30.xml" Id="R6ca3922ed77246b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9.xml" Id="Rbd144075c7884890" /><Relationship Type="http://schemas.openxmlformats.org/officeDocument/2006/relationships/image" Target="/ppt/media/image3.jpeg" Id="R928f49cfd2ab43dc" /><Relationship Type="http://schemas.openxmlformats.org/officeDocument/2006/relationships/notesSlide" Target="/ppt/notesSlides/notesSlide31.xml" Id="R20b36f1ecd914e7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9.xml" Id="R24646186f35b401d" /><Relationship Type="http://schemas.openxmlformats.org/officeDocument/2006/relationships/image" Target="/ppt/media/image3.jpeg" Id="Rde9aec9868d945a6" /><Relationship Type="http://schemas.openxmlformats.org/officeDocument/2006/relationships/notesSlide" Target="/ppt/notesSlides/notesSlide32.xml" Id="Rd49f527c64aa4ac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9.xml" Id="Rb5def43a51ff4ab8" /><Relationship Type="http://schemas.openxmlformats.org/officeDocument/2006/relationships/image" Target="/ppt/media/image3.jpeg" Id="R6ed3423469be4ffd" /><Relationship Type="http://schemas.openxmlformats.org/officeDocument/2006/relationships/notesSlide" Target="/ppt/notesSlides/notesSlide33.xml" Id="R8e3f4197ee3a41a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e9b037d19f684b19" /><Relationship Type="http://schemas.openxmlformats.org/officeDocument/2006/relationships/image" Target="/ppt/media/image9.jpeg" Id="Rd6b799f8335149ae" /><Relationship Type="http://schemas.openxmlformats.org/officeDocument/2006/relationships/image" Target="/ppt/media/image7.png" Id="Re62a90163a8d45bb" /><Relationship Type="http://schemas.openxmlformats.org/officeDocument/2006/relationships/notesSlide" Target="/ppt/notesSlides/notesSlide34.xml" Id="R9e3406273696499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2" name="Espace réservé pour une image  10"/>
          <p:cNvPicPr>
            <a:picLocks xmlns:a="http://schemas.openxmlformats.org/drawingml/2006/main" noChangeAspect="1"/>
          </p:cNvPicPr>
          <p:nvPr>
            <p:ph type="pic" idx="10"/>
          </p:nvPr>
        </p:nvPicPr>
        <p:blipFill>
          <a:blip xmlns:r="http://schemas.openxmlformats.org/officeDocument/2006/relationships" xmlns:a="http://schemas.openxmlformats.org/drawingml/2006/main" r:embed="R69811a7e67fc4d44"/>
          <a:srcRect xmlns:a="http://schemas.openxmlformats.org/drawingml/2006/main" l="0" t="0" r="0" b="0"/>
          <a:stretch xmlns:a="http://schemas.openxmlformats.org/drawingml/2006/main"/>
        </p:blipFill>
        <p:spPr>
          <a:xfrm xmlns:a="http://schemas.openxmlformats.org/drawingml/2006/main">
            <a:off x="2" y="0"/>
            <a:ext cx="12191998" cy="6858000"/>
          </a:xfrm>
        </p:spPr>
      </p:pic>
      <p:sp>
        <p:nvSpPr>
          <p:cNvPr id="7" name="Forme libre 6">
            <a:extLst xmlns:a="http://schemas.openxmlformats.org/drawingml/2006/main">
              <a:ext uri="{FF2B5EF4-FFF2-40B4-BE49-F238E27FC236}">
                <a16:creationId xmlns:a16="http://schemas.microsoft.com/office/drawing/2014/main" id="{00B85DEF-AF22-23A4-CE11-A6CB8CD070C2}"/>
              </a:ext>
            </a:extLst>
          </p:cNvPr>
          <p:cNvSpPr>
            <a:spLocks xmlns:a="http://schemas.openxmlformats.org/drawingml/2006/main" noGrp="1"/>
          </p:cNvSpPr>
          <p:nvPr/>
        </p:nvSpPr>
        <p:spPr>
          <a:xfrm xmlns:a="http://schemas.openxmlformats.org/drawingml/2006/main">
            <a:off x="0" y="0"/>
            <a:ext cx="8040688" cy="6858000"/>
          </a:xfrm>
          <a:custGeom xmlns:a="http://schemas.openxmlformats.org/drawingml/2006/main">
            <a:gdLst>
              <a:gd name="connsiteX0" fmla="*/ 1047878 w 8040688"/>
              <a:gd name="connsiteY0" fmla="*/ 414079 h 6858000"/>
              <a:gd name="connsiteX1" fmla="*/ 1124414 w 8040688"/>
              <a:gd name="connsiteY1" fmla="*/ 414079 h 6858000"/>
              <a:gd name="connsiteX2" fmla="*/ 1157026 w 8040688"/>
              <a:gd name="connsiteY2" fmla="*/ 415945 h 6858000"/>
              <a:gd name="connsiteX3" fmla="*/ 1184613 w 8040688"/>
              <a:gd name="connsiteY3" fmla="*/ 423190 h 6858000"/>
              <a:gd name="connsiteX4" fmla="*/ 1203732 w 8040688"/>
              <a:gd name="connsiteY4" fmla="*/ 438343 h 6858000"/>
              <a:gd name="connsiteX5" fmla="*/ 1210937 w 8040688"/>
              <a:gd name="connsiteY5" fmla="*/ 463999 h 6858000"/>
              <a:gd name="connsiteX6" fmla="*/ 1203732 w 8040688"/>
              <a:gd name="connsiteY6" fmla="*/ 489655 h 6858000"/>
              <a:gd name="connsiteX7" fmla="*/ 1184613 w 8040688"/>
              <a:gd name="connsiteY7" fmla="*/ 504809 h 6858000"/>
              <a:gd name="connsiteX8" fmla="*/ 1157026 w 8040688"/>
              <a:gd name="connsiteY8" fmla="*/ 512053 h 6858000"/>
              <a:gd name="connsiteX9" fmla="*/ 1124414 w 8040688"/>
              <a:gd name="connsiteY9" fmla="*/ 513919 h 6858000"/>
              <a:gd name="connsiteX10" fmla="*/ 1047878 w 8040688"/>
              <a:gd name="connsiteY10" fmla="*/ 513919 h 6858000"/>
              <a:gd name="connsiteX11" fmla="*/ 1761703 w 8040688"/>
              <a:gd name="connsiteY11" fmla="*/ 331195 h 6858000"/>
              <a:gd name="connsiteX12" fmla="*/ 1761703 w 8040688"/>
              <a:gd name="connsiteY12" fmla="*/ 779561 h 6858000"/>
              <a:gd name="connsiteX13" fmla="*/ 2085672 w 8040688"/>
              <a:gd name="connsiteY13" fmla="*/ 779561 h 6858000"/>
              <a:gd name="connsiteX14" fmla="*/ 2085672 w 8040688"/>
              <a:gd name="connsiteY14" fmla="*/ 696645 h 6858000"/>
              <a:gd name="connsiteX15" fmla="*/ 1858274 w 8040688"/>
              <a:gd name="connsiteY15" fmla="*/ 696645 h 6858000"/>
              <a:gd name="connsiteX16" fmla="*/ 1858274 w 8040688"/>
              <a:gd name="connsiteY16" fmla="*/ 331195 h 6858000"/>
              <a:gd name="connsiteX17" fmla="*/ 1367739 w 8040688"/>
              <a:gd name="connsiteY17" fmla="*/ 331195 h 6858000"/>
              <a:gd name="connsiteX18" fmla="*/ 1367739 w 8040688"/>
              <a:gd name="connsiteY18" fmla="*/ 513920 h 6858000"/>
              <a:gd name="connsiteX19" fmla="*/ 1464342 w 8040688"/>
              <a:gd name="connsiteY19" fmla="*/ 513920 h 6858000"/>
              <a:gd name="connsiteX20" fmla="*/ 1464342 w 8040688"/>
              <a:gd name="connsiteY20" fmla="*/ 596804 h 6858000"/>
              <a:gd name="connsiteX21" fmla="*/ 1367739 w 8040688"/>
              <a:gd name="connsiteY21" fmla="*/ 596804 h 6858000"/>
              <a:gd name="connsiteX22" fmla="*/ 1367739 w 8040688"/>
              <a:gd name="connsiteY22" fmla="*/ 779529 h 6858000"/>
              <a:gd name="connsiteX23" fmla="*/ 1464342 w 8040688"/>
              <a:gd name="connsiteY23" fmla="*/ 779529 h 6858000"/>
              <a:gd name="connsiteX24" fmla="*/ 1464342 w 8040688"/>
              <a:gd name="connsiteY24" fmla="*/ 596804 h 6858000"/>
              <a:gd name="connsiteX25" fmla="*/ 1672306 w 8040688"/>
              <a:gd name="connsiteY25" fmla="*/ 596804 h 6858000"/>
              <a:gd name="connsiteX26" fmla="*/ 1672306 w 8040688"/>
              <a:gd name="connsiteY26" fmla="*/ 513920 h 6858000"/>
              <a:gd name="connsiteX27" fmla="*/ 1464342 w 8040688"/>
              <a:gd name="connsiteY27" fmla="*/ 513920 h 6858000"/>
              <a:gd name="connsiteX28" fmla="*/ 1464342 w 8040688"/>
              <a:gd name="connsiteY28" fmla="*/ 414079 h 6858000"/>
              <a:gd name="connsiteX29" fmla="*/ 1691740 w 8040688"/>
              <a:gd name="connsiteY29" fmla="*/ 414079 h 6858000"/>
              <a:gd name="connsiteX30" fmla="*/ 1691740 w 8040688"/>
              <a:gd name="connsiteY30" fmla="*/ 331195 h 6858000"/>
              <a:gd name="connsiteX31" fmla="*/ 544448 w 8040688"/>
              <a:gd name="connsiteY31" fmla="*/ 331195 h 6858000"/>
              <a:gd name="connsiteX32" fmla="*/ 544448 w 8040688"/>
              <a:gd name="connsiteY32" fmla="*/ 513920 h 6858000"/>
              <a:gd name="connsiteX33" fmla="*/ 641051 w 8040688"/>
              <a:gd name="connsiteY33" fmla="*/ 513920 h 6858000"/>
              <a:gd name="connsiteX34" fmla="*/ 641051 w 8040688"/>
              <a:gd name="connsiteY34" fmla="*/ 596804 h 6858000"/>
              <a:gd name="connsiteX35" fmla="*/ 544448 w 8040688"/>
              <a:gd name="connsiteY35" fmla="*/ 596804 h 6858000"/>
              <a:gd name="connsiteX36" fmla="*/ 544448 w 8040688"/>
              <a:gd name="connsiteY36" fmla="*/ 779560 h 6858000"/>
              <a:gd name="connsiteX37" fmla="*/ 868449 w 8040688"/>
              <a:gd name="connsiteY37" fmla="*/ 779560 h 6858000"/>
              <a:gd name="connsiteX38" fmla="*/ 868449 w 8040688"/>
              <a:gd name="connsiteY38" fmla="*/ 696645 h 6858000"/>
              <a:gd name="connsiteX39" fmla="*/ 641051 w 8040688"/>
              <a:gd name="connsiteY39" fmla="*/ 696645 h 6858000"/>
              <a:gd name="connsiteX40" fmla="*/ 641051 w 8040688"/>
              <a:gd name="connsiteY40" fmla="*/ 596804 h 6858000"/>
              <a:gd name="connsiteX41" fmla="*/ 849015 w 8040688"/>
              <a:gd name="connsiteY41" fmla="*/ 596804 h 6858000"/>
              <a:gd name="connsiteX42" fmla="*/ 849015 w 8040688"/>
              <a:gd name="connsiteY42" fmla="*/ 513920 h 6858000"/>
              <a:gd name="connsiteX43" fmla="*/ 641051 w 8040688"/>
              <a:gd name="connsiteY43" fmla="*/ 513920 h 6858000"/>
              <a:gd name="connsiteX44" fmla="*/ 641051 w 8040688"/>
              <a:gd name="connsiteY44" fmla="*/ 414079 h 6858000"/>
              <a:gd name="connsiteX45" fmla="*/ 868449 w 8040688"/>
              <a:gd name="connsiteY45" fmla="*/ 414079 h 6858000"/>
              <a:gd name="connsiteX46" fmla="*/ 868449 w 8040688"/>
              <a:gd name="connsiteY46" fmla="*/ 331195 h 6858000"/>
              <a:gd name="connsiteX47" fmla="*/ 951243 w 8040688"/>
              <a:gd name="connsiteY47" fmla="*/ 331163 h 6858000"/>
              <a:gd name="connsiteX48" fmla="*/ 951243 w 8040688"/>
              <a:gd name="connsiteY48" fmla="*/ 779529 h 6858000"/>
              <a:gd name="connsiteX49" fmla="*/ 1047846 w 8040688"/>
              <a:gd name="connsiteY49" fmla="*/ 779529 h 6858000"/>
              <a:gd name="connsiteX50" fmla="*/ 1047846 w 8040688"/>
              <a:gd name="connsiteY50" fmla="*/ 596772 h 6858000"/>
              <a:gd name="connsiteX51" fmla="*/ 1151338 w 8040688"/>
              <a:gd name="connsiteY51" fmla="*/ 596772 h 6858000"/>
              <a:gd name="connsiteX52" fmla="*/ 1222850 w 8040688"/>
              <a:gd name="connsiteY52" fmla="*/ 585478 h 6858000"/>
              <a:gd name="connsiteX53" fmla="*/ 1270852 w 8040688"/>
              <a:gd name="connsiteY53" fmla="*/ 555615 h 6858000"/>
              <a:gd name="connsiteX54" fmla="*/ 1297838 w 8040688"/>
              <a:gd name="connsiteY54" fmla="*/ 513002 h 6858000"/>
              <a:gd name="connsiteX55" fmla="*/ 1306307 w 8040688"/>
              <a:gd name="connsiteY55" fmla="*/ 463999 h 6858000"/>
              <a:gd name="connsiteX56" fmla="*/ 1297838 w 8040688"/>
              <a:gd name="connsiteY56" fmla="*/ 414712 h 6858000"/>
              <a:gd name="connsiteX57" fmla="*/ 1270852 w 8040688"/>
              <a:gd name="connsiteY57" fmla="*/ 372384 h 6858000"/>
              <a:gd name="connsiteX58" fmla="*/ 1270852 w 8040688"/>
              <a:gd name="connsiteY58" fmla="*/ 372352 h 6858000"/>
              <a:gd name="connsiteX59" fmla="*/ 1222850 w 8040688"/>
              <a:gd name="connsiteY59" fmla="*/ 342488 h 6858000"/>
              <a:gd name="connsiteX60" fmla="*/ 1151338 w 8040688"/>
              <a:gd name="connsiteY60" fmla="*/ 331163 h 6858000"/>
              <a:gd name="connsiteX61" fmla="*/ 0 w 8040688"/>
              <a:gd name="connsiteY61" fmla="*/ 0 h 6858000"/>
              <a:gd name="connsiteX62" fmla="*/ 8040688 w 8040688"/>
              <a:gd name="connsiteY62" fmla="*/ 0 h 6858000"/>
              <a:gd name="connsiteX63" fmla="*/ 8040688 w 8040688"/>
              <a:gd name="connsiteY63" fmla="*/ 6858000 h 6858000"/>
              <a:gd name="connsiteX64" fmla="*/ 0 w 8040688"/>
              <a:gd name="connsiteY64" fmla="*/ 6858000 h 6858000"/>
            </a:gdLst>
            <a:rect l="l" t="t" r="r" b="b"/>
            <a:pathLst>
              <a:path w="8040688" h="6858000">
                <a:moveTo>
                  <a:pt x="1047878" y="414079"/>
                </a:moveTo>
                <a:lnTo>
                  <a:pt x="1124414" y="414079"/>
                </a:lnTo>
                <a:cubicBezTo>
                  <a:pt x="1135696" y="414079"/>
                  <a:pt x="1146566" y="414712"/>
                  <a:pt x="1157026" y="415945"/>
                </a:cubicBezTo>
                <a:cubicBezTo>
                  <a:pt x="1167486" y="417179"/>
                  <a:pt x="1176682" y="419615"/>
                  <a:pt x="1184613" y="423190"/>
                </a:cubicBezTo>
                <a:cubicBezTo>
                  <a:pt x="1192545" y="426765"/>
                  <a:pt x="1198929" y="431826"/>
                  <a:pt x="1203732" y="438343"/>
                </a:cubicBezTo>
                <a:cubicBezTo>
                  <a:pt x="1208535" y="444860"/>
                  <a:pt x="1210937" y="453433"/>
                  <a:pt x="1210937" y="463999"/>
                </a:cubicBezTo>
                <a:cubicBezTo>
                  <a:pt x="1210937" y="474565"/>
                  <a:pt x="1208535" y="483138"/>
                  <a:pt x="1203732" y="489655"/>
                </a:cubicBezTo>
                <a:cubicBezTo>
                  <a:pt x="1198929" y="496172"/>
                  <a:pt x="1192545" y="501234"/>
                  <a:pt x="1184613" y="504809"/>
                </a:cubicBezTo>
                <a:cubicBezTo>
                  <a:pt x="1176650" y="508383"/>
                  <a:pt x="1167454" y="510788"/>
                  <a:pt x="1157026" y="512053"/>
                </a:cubicBezTo>
                <a:cubicBezTo>
                  <a:pt x="1146566" y="513287"/>
                  <a:pt x="1135696" y="513919"/>
                  <a:pt x="1124414" y="513919"/>
                </a:cubicBezTo>
                <a:lnTo>
                  <a:pt x="1047878" y="513919"/>
                </a:lnTo>
                <a:close/>
                <a:moveTo>
                  <a:pt x="1761703" y="331195"/>
                </a:moveTo>
                <a:lnTo>
                  <a:pt x="1761703" y="779561"/>
                </a:lnTo>
                <a:lnTo>
                  <a:pt x="2085672" y="779561"/>
                </a:lnTo>
                <a:lnTo>
                  <a:pt x="2085672" y="696645"/>
                </a:lnTo>
                <a:lnTo>
                  <a:pt x="1858274" y="696645"/>
                </a:lnTo>
                <a:lnTo>
                  <a:pt x="1858274" y="331195"/>
                </a:lnTo>
                <a:close/>
                <a:moveTo>
                  <a:pt x="1367739" y="331195"/>
                </a:moveTo>
                <a:lnTo>
                  <a:pt x="1367739" y="513920"/>
                </a:lnTo>
                <a:lnTo>
                  <a:pt x="1464342" y="513920"/>
                </a:lnTo>
                <a:lnTo>
                  <a:pt x="1464342" y="596804"/>
                </a:lnTo>
                <a:lnTo>
                  <a:pt x="1367739" y="596804"/>
                </a:lnTo>
                <a:lnTo>
                  <a:pt x="1367739" y="779529"/>
                </a:lnTo>
                <a:lnTo>
                  <a:pt x="1464342" y="779529"/>
                </a:lnTo>
                <a:lnTo>
                  <a:pt x="1464342" y="596804"/>
                </a:lnTo>
                <a:lnTo>
                  <a:pt x="1672306" y="596804"/>
                </a:lnTo>
                <a:lnTo>
                  <a:pt x="1672306" y="513920"/>
                </a:lnTo>
                <a:lnTo>
                  <a:pt x="1464342" y="513920"/>
                </a:lnTo>
                <a:lnTo>
                  <a:pt x="1464342" y="414079"/>
                </a:lnTo>
                <a:lnTo>
                  <a:pt x="1691740" y="414079"/>
                </a:lnTo>
                <a:lnTo>
                  <a:pt x="1691740" y="331195"/>
                </a:lnTo>
                <a:close/>
                <a:moveTo>
                  <a:pt x="544448" y="331195"/>
                </a:moveTo>
                <a:lnTo>
                  <a:pt x="544448" y="513920"/>
                </a:lnTo>
                <a:lnTo>
                  <a:pt x="641051" y="513920"/>
                </a:lnTo>
                <a:lnTo>
                  <a:pt x="641051" y="596804"/>
                </a:lnTo>
                <a:lnTo>
                  <a:pt x="544448" y="596804"/>
                </a:lnTo>
                <a:lnTo>
                  <a:pt x="544448" y="779560"/>
                </a:lnTo>
                <a:lnTo>
                  <a:pt x="868449" y="779560"/>
                </a:lnTo>
                <a:lnTo>
                  <a:pt x="868449" y="696645"/>
                </a:lnTo>
                <a:lnTo>
                  <a:pt x="641051" y="696645"/>
                </a:lnTo>
                <a:lnTo>
                  <a:pt x="641051" y="596804"/>
                </a:lnTo>
                <a:lnTo>
                  <a:pt x="849015" y="596804"/>
                </a:lnTo>
                <a:lnTo>
                  <a:pt x="849015" y="513920"/>
                </a:lnTo>
                <a:lnTo>
                  <a:pt x="641051" y="513920"/>
                </a:lnTo>
                <a:lnTo>
                  <a:pt x="641051" y="414079"/>
                </a:lnTo>
                <a:lnTo>
                  <a:pt x="868449" y="414079"/>
                </a:lnTo>
                <a:lnTo>
                  <a:pt x="868449" y="331195"/>
                </a:lnTo>
                <a:close/>
                <a:moveTo>
                  <a:pt x="951243" y="331163"/>
                </a:moveTo>
                <a:lnTo>
                  <a:pt x="951243" y="779529"/>
                </a:lnTo>
                <a:lnTo>
                  <a:pt x="1047846" y="779529"/>
                </a:lnTo>
                <a:lnTo>
                  <a:pt x="1047846" y="596772"/>
                </a:lnTo>
                <a:lnTo>
                  <a:pt x="1151338" y="596772"/>
                </a:lnTo>
                <a:cubicBezTo>
                  <a:pt x="1179336" y="596772"/>
                  <a:pt x="1203195" y="593007"/>
                  <a:pt x="1222850" y="585478"/>
                </a:cubicBezTo>
                <a:cubicBezTo>
                  <a:pt x="1242506" y="577949"/>
                  <a:pt x="1258496" y="567984"/>
                  <a:pt x="1270852" y="555615"/>
                </a:cubicBezTo>
                <a:cubicBezTo>
                  <a:pt x="1283176" y="543245"/>
                  <a:pt x="1292182" y="529041"/>
                  <a:pt x="1297838" y="513002"/>
                </a:cubicBezTo>
                <a:cubicBezTo>
                  <a:pt x="1303495" y="496963"/>
                  <a:pt x="1306307" y="480639"/>
                  <a:pt x="1306307" y="463999"/>
                </a:cubicBezTo>
                <a:cubicBezTo>
                  <a:pt x="1306307" y="447359"/>
                  <a:pt x="1303495" y="430561"/>
                  <a:pt x="1297838" y="414712"/>
                </a:cubicBezTo>
                <a:cubicBezTo>
                  <a:pt x="1292182" y="398862"/>
                  <a:pt x="1283207" y="384753"/>
                  <a:pt x="1270852" y="372384"/>
                </a:cubicBezTo>
                <a:lnTo>
                  <a:pt x="1270852" y="372352"/>
                </a:lnTo>
                <a:cubicBezTo>
                  <a:pt x="1258496" y="359983"/>
                  <a:pt x="1242506" y="350018"/>
                  <a:pt x="1222850" y="342488"/>
                </a:cubicBezTo>
                <a:cubicBezTo>
                  <a:pt x="1203195" y="334959"/>
                  <a:pt x="1179336" y="331163"/>
                  <a:pt x="1151338" y="331163"/>
                </a:cubicBezTo>
                <a:close/>
                <a:moveTo>
                  <a:pt x="0" y="0"/>
                </a:moveTo>
                <a:lnTo>
                  <a:pt x="8040688" y="0"/>
                </a:lnTo>
                <a:lnTo>
                  <a:pt x="8040688" y="6858000"/>
                </a:lnTo>
                <a:lnTo>
                  <a:pt x="0" y="6858000"/>
                </a:lnTo>
                <a:close/>
              </a:path>
            </a:pathLst>
          </a:custGeom>
          <a:gradFill xmlns:a="http://schemas.openxmlformats.org/drawingml/2006/main">
            <a:gsLst>
              <a:gs pos="0">
                <a:schemeClr val="tx1">
                  <a:lumMod val="50000"/>
                  <a:alpha val="0"/>
                </a:schemeClr>
              </a:gs>
              <a:gs pos="57000">
                <a:schemeClr val="tx1">
                  <a:lumMod val="50000"/>
                </a:schemeClr>
              </a:gs>
              <a:gs pos="99000">
                <a:schemeClr val="tx1">
                  <a:lumMod val="50000"/>
                </a:schemeClr>
              </a:gs>
            </a:gsLst>
            <a:lin ang="1080000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pic>
        <p:nvPicPr>
          <p:cNvPr id="14" name="Image 7"/>
          <p:cNvPicPr>
            <a:picLocks xmlns:a="http://schemas.openxmlformats.org/drawingml/2006/main" noChangeAspect="1"/>
          </p:cNvPicPr>
          <p:nvPr/>
        </p:nvPicPr>
        <p:blipFill>
          <a:blip xmlns:r="http://schemas.openxmlformats.org/officeDocument/2006/relationships" xmlns:a="http://schemas.openxmlformats.org/drawingml/2006/main" r:embed="Rea95f73bba8b40cf"/>
          <a:stretch xmlns:a="http://schemas.openxmlformats.org/drawingml/2006/main">
            <a:fillRect l="0" t="0" r="0" b="0"/>
          </a:stretch>
        </p:blipFill>
        <p:spPr>
          <a:xfrm xmlns:a="http://schemas.openxmlformats.org/drawingml/2006/main">
            <a:off x="547420" y="5915487"/>
            <a:ext cx="922230" cy="603357"/>
          </a:xfrm>
          <a:prstGeom xmlns:a="http://schemas.openxmlformats.org/drawingml/2006/main" prst="rect">
            <a:avLst/>
          </a:prstGeom>
        </p:spPr>
      </p:pic>
      <p:sp>
        <p:nvSpPr>
          <p:cNvPr id="9" name="Rectangle 8">
            <a:extLst xmlns:a="http://schemas.openxmlformats.org/drawingml/2006/main">
              <a:ext uri="{FF2B5EF4-FFF2-40B4-BE49-F238E27FC236}">
                <a16:creationId xmlns:a16="http://schemas.microsoft.com/office/drawing/2014/main" id="{94906284-6989-6CB9-E687-809F47D22243}"/>
              </a:ext>
            </a:extLst>
          </p:cNvPr>
          <p:cNvSpPr>
            <a:spLocks xmlns:a="http://schemas.openxmlformats.org/drawingml/2006/main" noGrp="1"/>
          </p:cNvSpPr>
          <p:nvPr/>
        </p:nvSpPr>
        <p:spPr>
          <a:xfrm xmlns:a="http://schemas.openxmlformats.org/drawingml/2006/main" rot="16200000">
            <a:off x="402464" y="5929526"/>
            <a:ext cx="75085" cy="98180"/>
          </a:xfrm>
          <a:prstGeom xmlns:a="http://schemas.openxmlformats.org/drawingml/2006/main" prst="rect">
            <a:avLst/>
          </a:prstGeom>
          <a:solidFill xmlns:a="http://schemas.openxmlformats.org/drawingml/2006/main">
            <a:schemeClr val="tx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400">
              <a:latin typeface="Arial"/>
              <a:ea typeface="Arial"/>
              <a:cs typeface="Arial"/>
            </a:endParaRPr>
          </a:p>
        </p:txBody>
      </p:sp>
      <p:sp>
        <p:nvSpPr>
          <p:cNvPr id="3" name="Titre 2">
            <a:extLst xmlns:a="http://schemas.openxmlformats.org/drawingml/2006/main">
              <a:ext uri="{FF2B5EF4-FFF2-40B4-BE49-F238E27FC236}">
                <a16:creationId xmlns:a16="http://schemas.microsoft.com/office/drawing/2014/main" id="{AFA72A3A-2324-4360-8FE9-08FDFF2C76A9}"/>
              </a:ext>
            </a:extLst>
          </p:cNvPr>
          <p:cNvSpPr>
            <a:spLocks xmlns:a="http://schemas.openxmlformats.org/drawingml/2006/main" noGrp="1"/>
          </p:cNvSpPr>
          <p:nvPr>
            <p:ph type="ctrTitle" idx="0"/>
          </p:nvPr>
        </p:nvSpPr>
        <p:spPr>
          <a:xfrm xmlns:a="http://schemas.openxmlformats.org/drawingml/2006/main">
            <a:off x="258564" y="2084388"/>
            <a:ext cx="6331422" cy="3476493"/>
          </a:xfrm>
        </p:spPr>
        <p:txBody>
          <a:bodyPr xmlns:a="http://schemas.openxmlformats.org/drawingml/2006/main">
            <a:normAutofit/>
          </a:bodyPr>
          <a:lstStyle xmlns:a="http://schemas.openxmlformats.org/drawingml/2006/main"/>
          <a:p xmlns:a="http://schemas.openxmlformats.org/drawingml/2006/main">
            <a:r>
              <a:rPr sz="9600"/>
              <a:t>Welcome to EPFL</a:t>
            </a:r>
          </a:p>
        </p:txBody>
      </p:sp>
      <p:sp>
        <p:nvSpPr>
          <p:cNvPr id="4" name="Espace réservé du texte 3">
            <a:extLst xmlns:a="http://schemas.openxmlformats.org/drawingml/2006/main">
              <a:ext uri="{FF2B5EF4-FFF2-40B4-BE49-F238E27FC236}">
                <a16:creationId xmlns:a16="http://schemas.microsoft.com/office/drawing/2014/main" id="{A831347B-6D09-788B-F99C-E1619180D9FE}"/>
              </a:ext>
            </a:extLst>
          </p:cNvPr>
          <p:cNvSpPr>
            <a:spLocks xmlns:a="http://schemas.openxmlformats.org/drawingml/2006/main" noGrp="1"/>
          </p:cNvSpPr>
          <p:nvPr>
            <p:ph type="body" idx="11"/>
          </p:nvPr>
        </p:nvSpPr>
        <p:spPr/>
        <p:txBody>
          <a:bodyPr xmlns:a="http://schemas.openxmlformats.org/drawingml/2006/main"/>
          <a:lstStyle xmlns:a="http://schemas.openxmlformats.org/drawingml/2006/main"/>
          <a:p xmlns:a="http://schemas.openxmlformats.org/drawingml/2006/main">
            <a:r>
              <a:t>EVENT NAME</a:t>
            </a:r>
          </a:p>
        </p:txBody>
      </p:sp>
      <p:sp>
        <p:nvSpPr>
          <p:cNvPr id="5" name="Espace réservé du texte 4">
            <a:extLst xmlns:a="http://schemas.openxmlformats.org/drawingml/2006/main">
              <a:ext uri="{FF2B5EF4-FFF2-40B4-BE49-F238E27FC236}">
                <a16:creationId xmlns:a16="http://schemas.microsoft.com/office/drawing/2014/main" id="{482FE952-AA42-AD54-3F14-5D7D95448080}"/>
              </a:ext>
            </a:extLst>
          </p:cNvPr>
          <p:cNvSpPr>
            <a:spLocks xmlns:a="http://schemas.openxmlformats.org/drawingml/2006/main" noGrp="1"/>
          </p:cNvSpPr>
          <p:nvPr>
            <p:ph type="body" idx="12"/>
          </p:nvPr>
        </p:nvSpPr>
        <p:spPr/>
        <p:txBody>
          <a:bodyPr xmlns:a="http://schemas.openxmlformats.org/drawingml/2006/main"/>
          <a:lstStyle xmlns:a="http://schemas.openxmlformats.org/drawingml/2006/main"/>
          <a:p xmlns:a="http://schemas.openxmlformats.org/drawingml/2006/main">
            <a:pPr marL="0" marR="0" lvl="0" indent="0" algn="r" defTabSz="914377">
              <a:lnSpc>
                <a:spcPct val="100000"/>
              </a:lnSpc>
              <a:spcBef>
                <a:spcPts val="0"/>
              </a:spcBef>
              <a:spcAft>
                <a:spcPts val="0"/>
              </a:spcAft>
              <a:buClrTx/>
              <a:buSzTx/>
              <a:buFontTx/>
              <a:buNone/>
            </a:pPr>
            <a:r>
              <a:rPr sz="800" b="0" i="0" u="none" cap="none" spc="300">
                <a:ln>
                  <a:noFill/>
                </a:ln>
                <a:solidFill>
                  <a:srgbClr val="FFFFFF"/>
                </a:solidFill>
                <a:latin typeface="Arial"/>
                <a:ea typeface="Arial"/>
                <a:cs typeface="Arial"/>
              </a:rPr>
              <a:t>VENUE &amp; DATE</a:t>
            </a:r>
          </a:p>
          <a:p xmlns:a="http://schemas.openxmlformats.org/drawingml/2006/main">
            <a:pPr marL="0" marR="0" lvl="0" indent="0" algn="r" defTabSz="914377">
              <a:lnSpc>
                <a:spcPct val="100000"/>
              </a:lnSpc>
              <a:spcBef>
                <a:spcPts val="0"/>
              </a:spcBef>
              <a:spcAft>
                <a:spcPts val="0"/>
              </a:spcAft>
              <a:buClrTx/>
              <a:buSzTx/>
              <a:buFontTx/>
              <a:buNone/>
            </a:pPr>
            <a:endParaRPr sz="800" b="0" i="0" u="none" kern="1200" cap="none" spc="300" baseline="0">
              <a:ln>
                <a:noFill/>
              </a:ln>
              <a:solidFill>
                <a:srgbClr val="FFFFFF"/>
              </a:solidFill>
              <a:latin typeface="Arial"/>
              <a:ea typeface="Arial"/>
              <a:cs typeface="Arial"/>
            </a:endParaRPr>
          </a:p>
          <a:p xmlns:a="http://schemas.openxmlformats.org/drawingml/2006/main">
            <a:pPr marL="0" marR="0" lvl="0" indent="0" algn="r" defTabSz="914377">
              <a:lnSpc>
                <a:spcPct val="100000"/>
              </a:lnSpc>
              <a:spcBef>
                <a:spcPts val="0"/>
              </a:spcBef>
              <a:spcAft>
                <a:spcPts val="0"/>
              </a:spcAft>
              <a:buClrTx/>
              <a:buSzTx/>
              <a:buFontTx/>
              <a:buNone/>
            </a:pPr>
            <a:r>
              <a:rPr sz="1400" b="1" i="0" u="none" cap="none" spc="0">
                <a:ln>
                  <a:noFill/>
                </a:ln>
                <a:solidFill>
                  <a:srgbClr val="FFFFFF"/>
                </a:solidFill>
                <a:latin typeface="Arial"/>
                <a:ea typeface="Arial"/>
                <a:cs typeface="Arial"/>
              </a:rPr>
              <a:t>Venue</a:t>
            </a:r>
            <a:br/>
            <a:r>
              <a:rPr sz="1400" b="0" i="0" u="none" cap="none" spc="0">
                <a:ln>
                  <a:noFill/>
                </a:ln>
                <a:solidFill>
                  <a:srgbClr val="FFFFFF"/>
                </a:solidFill>
                <a:latin typeface="Arial"/>
                <a:ea typeface="Arial"/>
                <a:cs typeface="Arial"/>
              </a:rPr>
              <a:t>2026</a:t>
            </a:r>
          </a:p>
        </p:txBody>
      </p:sp>
      <p:sp>
        <p:nvSpPr>
          <p:cNvPr id="6" name="Espace réservé du texte 5">
            <a:extLst xmlns:a="http://schemas.openxmlformats.org/drawingml/2006/main">
              <a:ext uri="{FF2B5EF4-FFF2-40B4-BE49-F238E27FC236}">
                <a16:creationId xmlns:a16="http://schemas.microsoft.com/office/drawing/2014/main" id="{567F8CDE-7193-4E56-068B-CC07CC06A120}"/>
              </a:ext>
            </a:extLst>
          </p:cNvPr>
          <p:cNvSpPr>
            <a:spLocks xmlns:a="http://schemas.openxmlformats.org/drawingml/2006/main" noGrp="1"/>
          </p:cNvSpPr>
          <p:nvPr>
            <p:ph type="body" idx="13"/>
          </p:nvPr>
        </p:nvSpPr>
        <p:spPr/>
        <p:txBody>
          <a:bodyPr xmlns:a="http://schemas.openxmlformats.org/drawingml/2006/main"/>
          <a:lstStyle xmlns:a="http://schemas.openxmlformats.org/drawingml/2006/main"/>
          <a:p xmlns:a="http://schemas.openxmlformats.org/drawingml/2006/main">
            <a:pPr marL="0" marR="0" lvl="0" indent="0" algn="r" defTabSz="914377">
              <a:lnSpc>
                <a:spcPct val="100000"/>
              </a:lnSpc>
              <a:spcBef>
                <a:spcPts val="0"/>
              </a:spcBef>
              <a:spcAft>
                <a:spcPts val="0"/>
              </a:spcAft>
              <a:buClrTx/>
              <a:buSzTx/>
              <a:buFontTx/>
              <a:buNone/>
            </a:pPr>
            <a:r>
              <a:rPr sz="800" b="0" i="0" u="none" cap="none" spc="300">
                <a:ln>
                  <a:noFill/>
                </a:ln>
                <a:solidFill>
                  <a:srgbClr val="FFFFFF"/>
                </a:solidFill>
                <a:latin typeface="Arial"/>
                <a:ea typeface="Arial"/>
                <a:cs typeface="Arial"/>
              </a:rPr>
              <a:t>PRESENTED BY</a:t>
            </a:r>
          </a:p>
          <a:p xmlns:a="http://schemas.openxmlformats.org/drawingml/2006/main">
            <a:pPr marL="0" marR="0" lvl="0" indent="0" algn="r" defTabSz="914377">
              <a:lnSpc>
                <a:spcPct val="100000"/>
              </a:lnSpc>
              <a:spcBef>
                <a:spcPts val="0"/>
              </a:spcBef>
              <a:spcAft>
                <a:spcPts val="0"/>
              </a:spcAft>
              <a:buClrTx/>
              <a:buSzTx/>
              <a:buFontTx/>
              <a:buNone/>
            </a:pPr>
            <a:endParaRPr sz="800" b="0" i="0" u="none" kern="1200" cap="none" spc="300" baseline="0">
              <a:ln>
                <a:noFill/>
              </a:ln>
              <a:solidFill>
                <a:srgbClr val="FFFFFF"/>
              </a:solidFill>
              <a:latin typeface="Arial"/>
              <a:ea typeface="Arial"/>
              <a:cs typeface="Arial"/>
            </a:endParaRPr>
          </a:p>
          <a:p xmlns:a="http://schemas.openxmlformats.org/drawingml/2006/main">
            <a:pPr marL="0" marR="0" lvl="0" indent="0" algn="r" defTabSz="914377">
              <a:lnSpc>
                <a:spcPct val="100000"/>
              </a:lnSpc>
              <a:spcBef>
                <a:spcPts val="0"/>
              </a:spcBef>
              <a:spcAft>
                <a:spcPts val="0"/>
              </a:spcAft>
              <a:buClrTx/>
              <a:buSzTx/>
              <a:buFontTx/>
              <a:buNone/>
            </a:pPr>
            <a:r>
              <a:rPr sz="1400" b="1" i="0" u="none" cap="none" spc="0">
                <a:ln>
                  <a:noFill/>
                </a:ln>
                <a:solidFill>
                  <a:srgbClr val="FFFFFF"/>
                </a:solidFill>
                <a:latin typeface="Arial"/>
                <a:ea typeface="Arial"/>
                <a:cs typeface="Arial"/>
              </a:rPr>
              <a:t>Speaker</a:t>
            </a:r>
            <a:br/>
            <a:r>
              <a:rPr sz="1400" b="0" i="0" u="none" cap="none" spc="0">
                <a:ln>
                  <a:noFill/>
                </a:ln>
                <a:solidFill>
                  <a:srgbClr val="FFFFFF"/>
                </a:solidFill>
                <a:latin typeface="Arial"/>
                <a:ea typeface="Arial"/>
                <a:cs typeface="Arial"/>
              </a:rPr>
              <a:t>Title</a:t>
            </a:r>
          </a:p>
        </p:txBody>
      </p:sp>
    </p:spTree>
    <p:extLst>
      <p:ext uri="{BB962C8B-B14F-4D97-AF65-F5344CB8AC3E}">
        <p14:creationId xmlns:p14="http://schemas.microsoft.com/office/powerpoint/2010/main" val="322414608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9" name="Espace réservé pour une image  8"/>
          <p:cNvPicPr>
            <a:picLocks xmlns:a="http://schemas.openxmlformats.org/drawingml/2006/main" noChangeAspect="1"/>
          </p:cNvPicPr>
          <p:nvPr>
            <p:ph type="pic" idx="17"/>
          </p:nvPr>
        </p:nvPicPr>
        <p:blipFill rotWithShape="1">
          <a:blip xmlns:r="http://schemas.openxmlformats.org/officeDocument/2006/relationships" xmlns:a="http://schemas.openxmlformats.org/drawingml/2006/main" r:embed="Ra08feb08fbc548a7"/>
          <a:srcRect xmlns:a="http://schemas.openxmlformats.org/drawingml/2006/main" l="0" t="0" r="0" b="0"/>
          <a:stretch xmlns:a="http://schemas.openxmlformats.org/drawingml/2006/main"/>
        </p:blipFill>
        <p:spPr>
          <a:xfrm xmlns:a="http://schemas.openxmlformats.org/drawingml/2006/main">
            <a:off x="0" y="0"/>
            <a:ext cx="914400" cy="914400"/>
          </a:xfrm>
        </p:spPr>
      </p:pic>
      <p:sp>
        <p:nvSpPr>
          <p:cNvPr id="3" name="Titre 2">
            <a:extLst xmlns:a="http://schemas.openxmlformats.org/drawingml/2006/main">
              <a:ext uri="{FF2B5EF4-FFF2-40B4-BE49-F238E27FC236}">
                <a16:creationId xmlns:a16="http://schemas.microsoft.com/office/drawing/2014/main" id="{6861EC10-6110-2DF8-98C0-4068F2E94D2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OUTLINE</a:t>
            </a:r>
          </a:p>
        </p:txBody>
      </p:sp>
      <p:sp>
        <p:nvSpPr>
          <p:cNvPr id="4" name="Espace réservé du texte 3">
            <a:extLst xmlns:a="http://schemas.openxmlformats.org/drawingml/2006/main">
              <a:ext uri="{FF2B5EF4-FFF2-40B4-BE49-F238E27FC236}">
                <a16:creationId xmlns:a16="http://schemas.microsoft.com/office/drawing/2014/main" id="{C219C9AC-50DF-B087-113F-8165278A92F6}"/>
              </a:ext>
            </a:extLst>
          </p:cNvPr>
          <p:cNvSpPr>
            <a:spLocks xmlns:a="http://schemas.openxmlformats.org/drawingml/2006/main" noGrp="1"/>
          </p:cNvSpPr>
          <p:nvPr>
            <p:ph type="body" idx="11"/>
          </p:nvPr>
        </p:nvSpPr>
        <p:spPr/>
        <p:txBody>
          <a:bodyPr xmlns:a="http://schemas.openxmlformats.org/drawingml/2006/main"/>
          <a:lstStyle xmlns:a="http://schemas.openxmlformats.org/drawingml/2006/main"/>
          <a:p xmlns:a="http://schemas.openxmlformats.org/drawingml/2006/main">
            <a:pPr>
              <a:spcBef>
                <a:spcPts val="1600"/>
              </a:spcBef>
              <a:buNone/>
            </a:pPr>
            <a:r>
              <a:rPr sz="6000" spc="-150">
                <a:effectLst>
                  <a:outerShdw blurRad="50800" dist="38100" dir="2700000" algn="tl" rotWithShape="0">
                    <a:prstClr val="black">
                      <a:alpha val="40000"/>
                    </a:prstClr>
                  </a:outerShdw>
                </a:effectLst>
              </a:rPr>
              <a:t>EPFL at </a:t>
            </a:r>
            <a:r>
              <a:rPr sz="6000" spc="-150">
                <a:effectLst>
                  <a:outerShdw blurRad="50800" dist="38100" dir="2700000" algn="tl" rotWithShape="0">
                    <a:prstClr val="black">
                      <a:alpha val="40000"/>
                    </a:prstClr>
                  </a:outerShdw>
                </a:effectLst>
              </a:rPr>
              <a:t>glance</a:t>
            </a:r>
            <a:r>
              <a:rPr sz="6000" i="0" u="none" cap="none" spc="-150">
                <a:ln>
                  <a:noFill/>
                </a:ln>
                <a:solidFill>
                  <a:srgbClr val="FFFFFF"/>
                </a:solidFill>
                <a:effectLst>
                  <a:outerShdw blurRad="50800" dist="38100" dir="2700000" algn="tl" rotWithShape="0">
                    <a:prstClr val="black">
                      <a:alpha val="40000"/>
                    </a:prstClr>
                  </a:outerShdw>
                </a:effectLst>
                <a:latin typeface="Arial"/>
                <a:ea typeface="Arial"/>
                <a:cs typeface="Arial"/>
              </a:rPr>
              <a:t>➜</a:t>
            </a:r>
            <a:endParaRPr sz="6600" spc="-150">
              <a:effectLst>
                <a:outerShdw blurRad="50800" dist="38100" dir="2700000" algn="tl" rotWithShape="0">
                  <a:prstClr val="black">
                    <a:alpha val="40000"/>
                  </a:prstClr>
                </a:outerShdw>
              </a:effectLst>
            </a:endParaRPr>
          </a:p>
          <a:p xmlns:a="http://schemas.openxmlformats.org/drawingml/2006/main">
            <a:pPr>
              <a:spcBef>
                <a:spcPts val="1600"/>
              </a:spcBef>
              <a:buNone/>
            </a:pPr>
            <a:r>
              <a:rPr sz="2800" spc="-150">
                <a:effectLst>
                  <a:outerShdw blurRad="50800" dist="38100" dir="2700000" algn="tl" rotWithShape="0">
                    <a:prstClr val="black">
                      <a:alpha val="40000"/>
                    </a:prstClr>
                  </a:outerShdw>
                </a:effectLst>
              </a:rPr>
              <a:t>Education</a:t>
            </a:r>
          </a:p>
          <a:p xmlns:a="http://schemas.openxmlformats.org/drawingml/2006/main">
            <a:pPr>
              <a:spcBef>
                <a:spcPts val="1600"/>
              </a:spcBef>
              <a:buNone/>
            </a:pPr>
            <a:r>
              <a:rPr sz="2800" spc="-150">
                <a:effectLst>
                  <a:outerShdw blurRad="50800" dist="38100" dir="2700000" algn="tl" rotWithShape="0">
                    <a:prstClr val="black">
                      <a:alpha val="40000"/>
                    </a:prstClr>
                  </a:outerShdw>
                </a:effectLst>
              </a:rPr>
              <a:t>Research</a:t>
            </a:r>
            <a:endParaRPr sz="2800" spc="-150">
              <a:effectLst>
                <a:outerShdw blurRad="50800" dist="38100" dir="2700000" algn="tl" rotWithShape="0">
                  <a:prstClr val="black">
                    <a:alpha val="40000"/>
                  </a:prstClr>
                </a:outerShdw>
              </a:effectLst>
            </a:endParaRPr>
          </a:p>
          <a:p xmlns:a="http://schemas.openxmlformats.org/drawingml/2006/main">
            <a:pPr>
              <a:spcBef>
                <a:spcPts val="1600"/>
              </a:spcBef>
              <a:buNone/>
            </a:pPr>
            <a:r>
              <a:rPr sz="2800" spc="-150">
                <a:effectLst>
                  <a:outerShdw blurRad="50800" dist="38100" dir="2700000" algn="tl" rotWithShape="0">
                    <a:prstClr val="black">
                      <a:alpha val="40000"/>
                    </a:prstClr>
                  </a:outerShdw>
                </a:effectLst>
              </a:rPr>
              <a:t>Innovation &amp; Impact</a:t>
            </a:r>
          </a:p>
          <a:p xmlns:a="http://schemas.openxmlformats.org/drawingml/2006/main">
            <a:pPr>
              <a:spcBef>
                <a:spcPts val="1600"/>
              </a:spcBef>
              <a:buNone/>
            </a:pPr>
            <a:r>
              <a:rPr sz="2800" spc="-150">
                <a:effectLst>
                  <a:outerShdw blurRad="50800" dist="38100" dir="2700000" algn="tl" rotWithShape="0">
                    <a:prstClr val="black">
                      <a:alpha val="40000"/>
                    </a:prstClr>
                  </a:outerShdw>
                </a:effectLst>
              </a:rPr>
              <a:t>Collaborations</a:t>
            </a:r>
          </a:p>
          <a:p xmlns:a="http://schemas.openxmlformats.org/drawingml/2006/main">
            <a:pPr>
              <a:spcBef>
                <a:spcPts val="1600"/>
              </a:spcBef>
              <a:buNone/>
            </a:pPr>
            <a:r>
              <a:rPr sz="2800" spc="-150">
                <a:effectLst>
                  <a:outerShdw blurRad="50800" dist="38100" dir="2700000" algn="tl" rotWithShape="0">
                    <a:prstClr val="black">
                      <a:alpha val="40000"/>
                    </a:prstClr>
                  </a:outerShdw>
                </a:effectLst>
              </a:rPr>
              <a:t>EPFL Alumni</a:t>
            </a:r>
          </a:p>
        </p:txBody>
      </p:sp>
      <p:sp>
        <p:nvSpPr>
          <p:cNvPr id="5" name="Espace réservé de la date 4">
            <a:extLst xmlns:a="http://schemas.openxmlformats.org/drawingml/2006/main">
              <a:ext uri="{FF2B5EF4-FFF2-40B4-BE49-F238E27FC236}">
                <a16:creationId xmlns:a16="http://schemas.microsoft.com/office/drawing/2014/main" id="{A4D71E82-D823-F80C-DA3C-379B47F07580}"/>
              </a:ext>
            </a:extLst>
          </p:cNvPr>
          <p:cNvSpPr>
            <a:spLocks xmlns:a="http://schemas.openxmlformats.org/drawingml/2006/main" noGrp="1"/>
          </p:cNvSpPr>
          <p:nvPr>
            <p:ph type="dt" idx="18"/>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6" name="Espace réservé du pied de page 5">
            <a:extLst xmlns:a="http://schemas.openxmlformats.org/drawingml/2006/main">
              <a:ext uri="{FF2B5EF4-FFF2-40B4-BE49-F238E27FC236}">
                <a16:creationId xmlns:a16="http://schemas.microsoft.com/office/drawing/2014/main" id="{A9EB96C6-CFCD-4D38-4A6D-AC0F6C6BF93F}"/>
              </a:ext>
            </a:extLst>
          </p:cNvPr>
          <p:cNvSpPr>
            <a:spLocks xmlns:a="http://schemas.openxmlformats.org/drawingml/2006/main" noGrp="1"/>
          </p:cNvSpPr>
          <p:nvPr>
            <p:ph type="ftr" idx="19"/>
          </p:nvPr>
        </p:nvSpPr>
        <p:spPr/>
        <p:txBody>
          <a:bodyPr xmlns:a="http://schemas.openxmlformats.org/drawingml/2006/main"/>
          <a:lstStyle xmlns:a="http://schemas.openxmlformats.org/drawingml/2006/main"/>
          <a:p xmlns:a="http://schemas.openxmlformats.org/drawingml/2006/main">
            <a:endParaRPr/>
          </a:p>
        </p:txBody>
      </p:sp>
      <p:sp>
        <p:nvSpPr>
          <p:cNvPr id="7" name="Espace réservé du numéro de diapositive 6">
            <a:extLst xmlns:a="http://schemas.openxmlformats.org/drawingml/2006/main">
              <a:ext uri="{FF2B5EF4-FFF2-40B4-BE49-F238E27FC236}">
                <a16:creationId xmlns:a16="http://schemas.microsoft.com/office/drawing/2014/main" id="{A0F5E2C5-C4BB-33EA-EA02-016E27FFDB51}"/>
              </a:ext>
            </a:extLst>
          </p:cNvPr>
          <p:cNvSpPr>
            <a:spLocks xmlns:a="http://schemas.openxmlformats.org/drawingml/2006/main" noGrp="1"/>
          </p:cNvSpPr>
          <p:nvPr>
            <p:ph type="sldNum" idx="20"/>
          </p:nvPr>
        </p:nvSpPr>
        <p:spPr/>
        <p:txBody>
          <a:bodyPr xmlns:a="http://schemas.openxmlformats.org/drawingml/2006/main"/>
          <a:lstStyle xmlns:a="http://schemas.openxmlformats.org/drawingml/2006/main"/>
          <a:p xmlns:a="http://schemas.openxmlformats.org/drawingml/2006/main">
            <a:fld id="{E1E1CD7C-2161-7D43-862E-CE4C333CD873}" type="slidenum">
              <a:t>2</a:t>
            </a:fld>
            <a:endParaRPr/>
          </a:p>
        </p:txBody>
      </p:sp>
    </p:spTree>
    <p:extLst>
      <p:ext uri="{BB962C8B-B14F-4D97-AF65-F5344CB8AC3E}">
        <p14:creationId xmlns:p14="http://schemas.microsoft.com/office/powerpoint/2010/main" val="399400417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Espace réservé du contenu 1">
            <a:extLst xmlns:a="http://schemas.openxmlformats.org/drawingml/2006/main">
              <a:ext uri="{FF2B5EF4-FFF2-40B4-BE49-F238E27FC236}">
                <a16:creationId xmlns:a16="http://schemas.microsoft.com/office/drawing/2014/main" id="{6CF0C2B1-E20C-4BC6-946E-490F36F3313A}"/>
              </a:ext>
            </a:extLst>
          </p:cNvPr>
          <p:cNvSpPr>
            <a:spLocks xmlns:a="http://schemas.openxmlformats.org/drawingml/2006/main" noGrp="1"/>
          </p:cNvSpPr>
          <p:nvPr>
            <p:ph idx="1"/>
          </p:nvPr>
        </p:nvSpPr>
        <p:spPr>
          <a:xfrm xmlns:a="http://schemas.openxmlformats.org/drawingml/2006/main">
            <a:off x="550863" y="3122613"/>
            <a:ext cx="5239872" cy="3402012"/>
          </a:xfrm>
        </p:spPr>
        <p:txBody>
          <a:bodyPr xmlns:a="http://schemas.openxmlformats.org/drawingml/2006/main">
            <a:normAutofit/>
          </a:bodyPr>
          <a:lstStyle xmlns:a="http://schemas.openxmlformats.org/drawingml/2006/main"/>
          <a:p xmlns:a="http://schemas.openxmlformats.org/drawingml/2006/main">
            <a:r>
              <a:rPr b="1"/>
              <a:t>Cardiovascular</a:t>
            </a:r>
            <a:r>
              <a:rPr b="1"/>
              <a:t> </a:t>
            </a:r>
            <a:r>
              <a:rPr b="1"/>
              <a:t>diseases</a:t>
            </a:r>
            <a:r>
              <a:rPr b="1"/>
              <a:t> </a:t>
            </a:r>
            <a:r>
              <a:t>remain</a:t>
            </a:r>
            <a:r>
              <a:t> the </a:t>
            </a:r>
            <a:r>
              <a:t>leading</a:t>
            </a:r>
            <a:r>
              <a:t> cause of global </a:t>
            </a:r>
            <a:r>
              <a:t>mortality</a:t>
            </a:r>
            <a:endParaRPr/>
          </a:p>
          <a:p xmlns:a="http://schemas.openxmlformats.org/drawingml/2006/main">
            <a:r>
              <a:rPr b="1"/>
              <a:t>Vision: </a:t>
            </a:r>
            <a:r>
              <a:t>Use AI to </a:t>
            </a:r>
            <a:r>
              <a:t>improve</a:t>
            </a:r>
            <a:r>
              <a:t> the </a:t>
            </a:r>
            <a:r>
              <a:t>diagnosis</a:t>
            </a:r>
            <a:r>
              <a:t>, </a:t>
            </a:r>
            <a:r>
              <a:t>evaluation</a:t>
            </a:r>
            <a:r>
              <a:t> and management of </a:t>
            </a:r>
            <a:r>
              <a:t>cardiovascular</a:t>
            </a:r>
            <a:r>
              <a:t> </a:t>
            </a:r>
            <a:r>
              <a:t>disease</a:t>
            </a:r>
            <a:r>
              <a:t> </a:t>
            </a:r>
          </a:p>
          <a:p xmlns:a="http://schemas.openxmlformats.org/drawingml/2006/main">
            <a:r>
              <a:rPr b="1"/>
              <a:t>Team: </a:t>
            </a:r>
            <a:r>
              <a:t>Interdisciplinary</a:t>
            </a:r>
            <a:r>
              <a:t> </a:t>
            </a:r>
            <a:r>
              <a:t>project</a:t>
            </a:r>
            <a:r>
              <a:t> </a:t>
            </a:r>
            <a:r>
              <a:t>between</a:t>
            </a:r>
            <a:r>
              <a:t> EPFL (Prof. Abbé) and CHUV (Dr. Thanou)</a:t>
            </a:r>
          </a:p>
          <a:p xmlns:a="http://schemas.openxmlformats.org/drawingml/2006/main">
            <a:endParaRPr/>
          </a:p>
          <a:p xmlns:a="http://schemas.openxmlformats.org/drawingml/2006/main">
            <a:endParaRPr/>
          </a:p>
        </p:txBody>
      </p:sp>
      <p:sp>
        <p:nvSpPr>
          <p:cNvPr id="3" name="Titre 2">
            <a:extLst xmlns:a="http://schemas.openxmlformats.org/drawingml/2006/main">
              <a:ext uri="{FF2B5EF4-FFF2-40B4-BE49-F238E27FC236}">
                <a16:creationId xmlns:a16="http://schemas.microsoft.com/office/drawing/2014/main" id="{48F3A1E9-A41A-E49F-7D18-ADA7C50C58C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SwissCardIA</a:t>
            </a:r>
            <a:endParaRPr/>
          </a:p>
        </p:txBody>
      </p:sp>
      <p:sp>
        <p:nvSpPr>
          <p:cNvPr id="4" name="Espace réservé de la date 3">
            <a:extLst xmlns:a="http://schemas.openxmlformats.org/drawingml/2006/main">
              <a:ext uri="{FF2B5EF4-FFF2-40B4-BE49-F238E27FC236}">
                <a16:creationId xmlns:a16="http://schemas.microsoft.com/office/drawing/2014/main" id="{C7AAF101-F708-517C-C421-18C71A299BD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5" name="Espace réservé du pied de page 4">
            <a:extLst xmlns:a="http://schemas.openxmlformats.org/drawingml/2006/main">
              <a:ext uri="{FF2B5EF4-FFF2-40B4-BE49-F238E27FC236}">
                <a16:creationId xmlns:a16="http://schemas.microsoft.com/office/drawing/2014/main" id="{1C09372F-F14E-205D-40C7-9D2F48DEDA3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Espace réservé du numéro de diapositive 5">
            <a:extLst xmlns:a="http://schemas.openxmlformats.org/drawingml/2006/main">
              <a:ext uri="{FF2B5EF4-FFF2-40B4-BE49-F238E27FC236}">
                <a16:creationId xmlns:a16="http://schemas.microsoft.com/office/drawing/2014/main" id="{796F167D-DDEF-068D-4505-D844F2F2826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1E1CD7C-2161-7D43-862E-CE4C333CD873}" type="slidenum">
              <a:t>40</a:t>
            </a:fld>
            <a:endParaRPr/>
          </a:p>
        </p:txBody>
      </p:sp>
      <p:pic>
        <p:nvPicPr>
          <p:cNvPr id="14" name="Picture 1"/>
          <p:cNvPicPr>
            <a:picLocks xmlns:a="http://schemas.openxmlformats.org/drawingml/2006/main" noChangeAspect="1"/>
          </p:cNvPicPr>
          <p:nvPr/>
        </p:nvPicPr>
        <p:blipFill>
          <a:blip xmlns:r="http://schemas.openxmlformats.org/officeDocument/2006/relationships" xmlns:a="http://schemas.openxmlformats.org/drawingml/2006/main" r:embed="R46ad977122694648"/>
          <a:stretch xmlns:a="http://schemas.openxmlformats.org/drawingml/2006/main">
            <a:fillRect l="0" t="0" r="0" b="0"/>
          </a:stretch>
        </p:blipFill>
        <p:spPr>
          <a:xfrm xmlns:a="http://schemas.openxmlformats.org/drawingml/2006/main">
            <a:off x="5790735" y="1314616"/>
            <a:ext cx="6084230" cy="3831586"/>
          </a:xfrm>
          <a:prstGeom xmlns:a="http://schemas.openxmlformats.org/drawingml/2006/main" prst="rect">
            <a:avLst/>
          </a:prstGeom>
        </p:spPr>
      </p:pic>
      <p:pic>
        <p:nvPicPr>
          <p:cNvPr id="15" name="Picture 9"/>
          <p:cNvPicPr>
            <a:picLocks xmlns:a="http://schemas.openxmlformats.org/drawingml/2006/main" noChangeAspect="1"/>
          </p:cNvPicPr>
          <p:nvPr/>
        </p:nvPicPr>
        <p:blipFill>
          <a:blip xmlns:r="http://schemas.openxmlformats.org/officeDocument/2006/relationships" xmlns:a="http://schemas.openxmlformats.org/drawingml/2006/main" r:embed="R94a8f7f882a84eec"/>
          <a:stretch xmlns:a="http://schemas.openxmlformats.org/drawingml/2006/main">
            <a:fillRect l="0" t="0" r="0" b="0"/>
          </a:stretch>
        </p:blipFill>
        <p:spPr>
          <a:xfrm xmlns:a="http://schemas.openxmlformats.org/drawingml/2006/main">
            <a:off x="6050368" y="5217446"/>
            <a:ext cx="5753477" cy="1235934"/>
          </a:xfrm>
          <a:prstGeom xmlns:a="http://schemas.openxmlformats.org/drawingml/2006/main" prst="rect">
            <a:avLst/>
          </a:prstGeom>
        </p:spPr>
      </p:pic>
    </p:spTree>
    <p:extLst>
      <p:ext uri="{BB962C8B-B14F-4D97-AF65-F5344CB8AC3E}">
        <p14:creationId xmlns:p14="http://schemas.microsoft.com/office/powerpoint/2010/main" val="377865645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Espace réservé du contenu 1">
            <a:extLst xmlns:a="http://schemas.openxmlformats.org/drawingml/2006/main">
              <a:ext uri="{FF2B5EF4-FFF2-40B4-BE49-F238E27FC236}">
                <a16:creationId xmlns:a16="http://schemas.microsoft.com/office/drawing/2014/main" id="{98CD31AB-42DD-1007-5F4C-586232A0C7A2}"/>
              </a:ext>
            </a:extLst>
          </p:cNvPr>
          <p:cNvSpPr>
            <a:spLocks xmlns:a="http://schemas.openxmlformats.org/drawingml/2006/main" noGrp="1"/>
          </p:cNvSpPr>
          <p:nvPr>
            <p:ph idx="1"/>
          </p:nvPr>
        </p:nvSpPr>
        <p:spPr>
          <a:xfrm xmlns:a="http://schemas.openxmlformats.org/drawingml/2006/main">
            <a:off x="550862" y="878457"/>
            <a:ext cx="3600451" cy="2239393"/>
          </a:xfrm>
        </p:spPr>
        <p:txBody>
          <a:bodyPr xmlns:a="http://schemas.openxmlformats.org/drawingml/2006/main"/>
          <a:lstStyle xmlns:a="http://schemas.openxmlformats.org/drawingml/2006/main"/>
          <a:p xmlns:a="http://schemas.openxmlformats.org/drawingml/2006/main">
            <a:pPr marL="363538" indent="-363538">
              <a:buFont typeface="+mj-lt"/>
              <a:buAutoNum type="arabicPeriod"/>
            </a:pPr>
            <a:r>
              <a:rPr b="1">
                <a:solidFill>
                  <a:schemeClr val="tx2"/>
                </a:solidFill>
              </a:rPr>
              <a:t>Stay</a:t>
            </a:r>
            <a:r>
              <a:rPr b="1">
                <a:solidFill>
                  <a:schemeClr val="tx2"/>
                </a:solidFill>
              </a:rPr>
              <a:t> in </a:t>
            </a:r>
            <a:r>
              <a:rPr b="1">
                <a:solidFill>
                  <a:schemeClr val="tx2"/>
                </a:solidFill>
              </a:rPr>
              <a:t>touch</a:t>
            </a:r>
            <a:r>
              <a:rPr b="1">
                <a:solidFill>
                  <a:schemeClr val="tx2"/>
                </a:solidFill>
              </a:rPr>
              <a:t> </a:t>
            </a:r>
          </a:p>
          <a:p xmlns:a="http://schemas.openxmlformats.org/drawingml/2006/main">
            <a:pPr marL="541338" lvl="1" indent="-177800">
              <a:buNone/>
            </a:pPr>
            <a:r>
              <a:rPr sz="1800"/>
              <a:t>Activate</a:t>
            </a:r>
            <a:r>
              <a:rPr sz="1800"/>
              <a:t> &amp; update </a:t>
            </a:r>
            <a:r>
              <a:rPr sz="1800"/>
              <a:t>your</a:t>
            </a:r>
            <a:r>
              <a:rPr sz="1800"/>
              <a:t> </a:t>
            </a:r>
            <a:r>
              <a:rPr sz="1800"/>
              <a:t>account</a:t>
            </a:r>
            <a:r>
              <a:rPr sz="1800"/>
              <a:t> on </a:t>
            </a:r>
            <a:r>
              <a:rPr sz="1800"/>
              <a:t>epflalumni.ch</a:t>
            </a:r>
            <a:endParaRPr sz="1800"/>
          </a:p>
          <a:p xmlns:a="http://schemas.openxmlformats.org/drawingml/2006/main">
            <a:pPr marL="541338" lvl="1" indent="-177800">
              <a:buNone/>
            </a:pPr>
            <a:r>
              <a:rPr sz="1800"/>
              <a:t>Follow us on LinkedIn &amp; Instagram</a:t>
            </a:r>
          </a:p>
          <a:p xmlns:a="http://schemas.openxmlformats.org/drawingml/2006/main">
            <a:endParaRPr/>
          </a:p>
          <a:p xmlns:a="http://schemas.openxmlformats.org/drawingml/2006/main">
            <a:endParaRPr/>
          </a:p>
        </p:txBody>
      </p:sp>
      <p:sp>
        <p:nvSpPr>
          <p:cNvPr id="3" name="Espace réservé du contenu 2">
            <a:extLst xmlns:a="http://schemas.openxmlformats.org/drawingml/2006/main">
              <a:ext uri="{FF2B5EF4-FFF2-40B4-BE49-F238E27FC236}">
                <a16:creationId xmlns:a16="http://schemas.microsoft.com/office/drawing/2014/main" id="{B812496F-4B22-B8CC-F385-A03BDB00F8A5}"/>
              </a:ext>
            </a:extLst>
          </p:cNvPr>
          <p:cNvSpPr>
            <a:spLocks xmlns:a="http://schemas.openxmlformats.org/drawingml/2006/main" noGrp="1"/>
          </p:cNvSpPr>
          <p:nvPr>
            <p:ph idx="2"/>
          </p:nvPr>
        </p:nvSpPr>
        <p:spPr>
          <a:xfrm xmlns:a="http://schemas.openxmlformats.org/drawingml/2006/main">
            <a:off x="4295775" y="873125"/>
            <a:ext cx="3600450" cy="2244725"/>
          </a:xfrm>
        </p:spPr>
        <p:txBody>
          <a:bodyPr xmlns:a="http://schemas.openxmlformats.org/drawingml/2006/main">
            <a:normAutofit/>
          </a:bodyPr>
          <a:lstStyle xmlns:a="http://schemas.openxmlformats.org/drawingml/2006/main"/>
          <a:p xmlns:a="http://schemas.openxmlformats.org/drawingml/2006/main">
            <a:pPr marL="363538" indent="-363538">
              <a:buFont typeface="+mj-lt"/>
              <a:buAutoNum type="arabicPeriod" startAt="2"/>
            </a:pPr>
            <a:r>
              <a:rPr b="1">
                <a:solidFill>
                  <a:schemeClr val="tx2"/>
                </a:solidFill>
              </a:rPr>
              <a:t>Take</a:t>
            </a:r>
            <a:r>
              <a:rPr b="1">
                <a:solidFill>
                  <a:schemeClr val="tx2"/>
                </a:solidFill>
              </a:rPr>
              <a:t> part in the network</a:t>
            </a:r>
          </a:p>
          <a:p xmlns:a="http://schemas.openxmlformats.org/drawingml/2006/main">
            <a:pPr marL="541338" lvl="1" indent="-177800">
              <a:buNone/>
            </a:pPr>
            <a:r>
              <a:rPr sz="1800"/>
              <a:t>Post jobs / </a:t>
            </a:r>
            <a:r>
              <a:rPr sz="1800"/>
              <a:t>internships</a:t>
            </a:r>
            <a:r>
              <a:rPr sz="1800"/>
              <a:t> for the </a:t>
            </a:r>
            <a:r>
              <a:rPr sz="1800"/>
              <a:t>community</a:t>
            </a:r>
            <a:endParaRPr sz="1800"/>
          </a:p>
          <a:p xmlns:a="http://schemas.openxmlformats.org/drawingml/2006/main">
            <a:pPr marL="541338" lvl="1" indent="-177800">
              <a:buNone/>
            </a:pPr>
            <a:r>
              <a:rPr sz="1800"/>
              <a:t>Join</a:t>
            </a:r>
            <a:r>
              <a:rPr sz="1800"/>
              <a:t> in as a mentor or </a:t>
            </a:r>
            <a:r>
              <a:rPr sz="1800"/>
              <a:t>mentee</a:t>
            </a:r>
            <a:r>
              <a:rPr sz="1800"/>
              <a:t> for </a:t>
            </a:r>
            <a:r>
              <a:rPr sz="1800"/>
              <a:t>career</a:t>
            </a:r>
            <a:r>
              <a:rPr sz="1800"/>
              <a:t>/startups</a:t>
            </a:r>
          </a:p>
          <a:p xmlns:a="http://schemas.openxmlformats.org/drawingml/2006/main">
            <a:pPr marL="541338" lvl="1" indent="-177800">
              <a:buNone/>
            </a:pPr>
            <a:r>
              <a:rPr sz="1800"/>
              <a:t>Take</a:t>
            </a:r>
            <a:r>
              <a:rPr sz="1800"/>
              <a:t> part in </a:t>
            </a:r>
            <a:r>
              <a:rPr sz="1800"/>
              <a:t>events</a:t>
            </a:r>
            <a:r>
              <a:rPr sz="1800"/>
              <a:t> / </a:t>
            </a:r>
            <a:r>
              <a:rPr sz="1800"/>
              <a:t>visit</a:t>
            </a:r>
            <a:r>
              <a:rPr sz="1800"/>
              <a:t> us</a:t>
            </a:r>
          </a:p>
          <a:p xmlns:a="http://schemas.openxmlformats.org/drawingml/2006/main">
            <a:pPr marL="541338" lvl="1" indent="-177800">
              <a:buNone/>
            </a:pPr>
            <a:r>
              <a:rPr sz="1800"/>
              <a:t>Share </a:t>
            </a:r>
            <a:r>
              <a:rPr sz="1800"/>
              <a:t>your</a:t>
            </a:r>
            <a:r>
              <a:rPr sz="1800"/>
              <a:t> news</a:t>
            </a:r>
          </a:p>
          <a:p xmlns:a="http://schemas.openxmlformats.org/drawingml/2006/main">
            <a:pPr marL="541338" lvl="1" indent="-177800">
              <a:buNone/>
            </a:pPr>
            <a:endParaRPr sz="2000"/>
          </a:p>
          <a:p xmlns:a="http://schemas.openxmlformats.org/drawingml/2006/main">
            <a:pPr marL="0" indent="0">
              <a:buNone/>
            </a:pPr>
            <a:endParaRPr/>
          </a:p>
        </p:txBody>
      </p:sp>
      <p:sp>
        <p:nvSpPr>
          <p:cNvPr id="4" name="Titre 3">
            <a:extLst xmlns:a="http://schemas.openxmlformats.org/drawingml/2006/main">
              <a:ext uri="{FF2B5EF4-FFF2-40B4-BE49-F238E27FC236}">
                <a16:creationId xmlns:a16="http://schemas.microsoft.com/office/drawing/2014/main" id="{A66EE8DD-3EA1-F330-D75E-4729B8FBEDED}"/>
              </a:ext>
            </a:extLst>
          </p:cNvPr>
          <p:cNvSpPr>
            <a:spLocks xmlns:a="http://schemas.openxmlformats.org/drawingml/2006/main" noGrp="1"/>
          </p:cNvSpPr>
          <p:nvPr>
            <p:ph type="title" idx="0"/>
          </p:nvPr>
        </p:nvSpPr>
        <p:spPr>
          <a:xfrm xmlns:a="http://schemas.openxmlformats.org/drawingml/2006/main">
            <a:off x="550862" y="4824486"/>
            <a:ext cx="11090275" cy="1894873"/>
          </a:xfrm>
        </p:spPr>
        <p:txBody>
          <a:bodyPr xmlns:a="http://schemas.openxmlformats.org/drawingml/2006/main"/>
          <a:lstStyle xmlns:a="http://schemas.openxmlformats.org/drawingml/2006/main"/>
          <a:p xmlns:a="http://schemas.openxmlformats.org/drawingml/2006/main">
            <a:r>
              <a:rPr sz="6600">
                <a:solidFill>
                  <a:schemeClr val="tx2"/>
                </a:solidFill>
              </a:rPr>
              <a:t>Important to </a:t>
            </a:r>
            <a:r>
              <a:rPr sz="6600">
                <a:solidFill>
                  <a:schemeClr val="tx2"/>
                </a:solidFill>
              </a:rPr>
              <a:t>stay</a:t>
            </a:r>
            <a:r>
              <a:rPr sz="6600">
                <a:solidFill>
                  <a:schemeClr val="tx2"/>
                </a:solidFill>
              </a:rPr>
              <a:t> </a:t>
            </a:r>
            <a:r>
              <a:rPr sz="6600">
                <a:solidFill>
                  <a:schemeClr val="tx2"/>
                </a:solidFill>
              </a:rPr>
              <a:t>connected</a:t>
            </a:r>
            <a:r>
              <a:rPr sz="6600">
                <a:solidFill>
                  <a:schemeClr val="tx2"/>
                </a:solidFill>
              </a:rPr>
              <a:t> &amp; support EPFL!</a:t>
            </a:r>
          </a:p>
        </p:txBody>
      </p:sp>
      <p:sp>
        <p:nvSpPr>
          <p:cNvPr id="5" name="Espace réservé du contenu 4">
            <a:extLst xmlns:a="http://schemas.openxmlformats.org/drawingml/2006/main">
              <a:ext uri="{FF2B5EF4-FFF2-40B4-BE49-F238E27FC236}">
                <a16:creationId xmlns:a16="http://schemas.microsoft.com/office/drawing/2014/main" id="{F8400313-BF01-95B5-BA89-B20658E15DB0}"/>
              </a:ext>
            </a:extLst>
          </p:cNvPr>
          <p:cNvSpPr>
            <a:spLocks xmlns:a="http://schemas.openxmlformats.org/drawingml/2006/main" noGrp="1"/>
          </p:cNvSpPr>
          <p:nvPr>
            <p:ph idx="13"/>
          </p:nvPr>
        </p:nvSpPr>
        <p:spPr>
          <a:xfrm xmlns:a="http://schemas.openxmlformats.org/drawingml/2006/main">
            <a:off x="8040688" y="877888"/>
            <a:ext cx="3600450" cy="2244725"/>
          </a:xfrm>
        </p:spPr>
        <p:txBody>
          <a:bodyPr xmlns:a="http://schemas.openxmlformats.org/drawingml/2006/main"/>
          <a:lstStyle xmlns:a="http://schemas.openxmlformats.org/drawingml/2006/main"/>
          <a:p xmlns:a="http://schemas.openxmlformats.org/drawingml/2006/main">
            <a:pPr marL="363538" indent="-363538">
              <a:buFont typeface="+mj-lt"/>
              <a:buAutoNum type="arabicPeriod" startAt="3"/>
            </a:pPr>
            <a:r>
              <a:rPr b="1">
                <a:solidFill>
                  <a:schemeClr val="tx2"/>
                </a:solidFill>
              </a:rPr>
              <a:t>Collaborate</a:t>
            </a:r>
            <a:r>
              <a:rPr b="1">
                <a:solidFill>
                  <a:schemeClr val="tx2"/>
                </a:solidFill>
              </a:rPr>
              <a:t> / support EPFL </a:t>
            </a:r>
          </a:p>
          <a:p xmlns:a="http://schemas.openxmlformats.org/drawingml/2006/main">
            <a:pPr marL="541338" lvl="1" indent="-177800">
              <a:buNone/>
            </a:pPr>
            <a:r>
              <a:rPr sz="1800"/>
              <a:t>Startup </a:t>
            </a:r>
            <a:r>
              <a:rPr sz="1800"/>
              <a:t>ecosystem</a:t>
            </a:r>
            <a:endParaRPr sz="1800"/>
          </a:p>
          <a:p xmlns:a="http://schemas.openxmlformats.org/drawingml/2006/main">
            <a:pPr marL="541338" lvl="1" indent="-177800">
              <a:buNone/>
            </a:pPr>
            <a:r>
              <a:rPr sz="1800"/>
              <a:t>Research</a:t>
            </a:r>
            <a:r>
              <a:rPr sz="1800"/>
              <a:t> collaborations</a:t>
            </a:r>
          </a:p>
          <a:p xmlns:a="http://schemas.openxmlformats.org/drawingml/2006/main">
            <a:pPr marL="541338" lvl="1" indent="-177800">
              <a:buNone/>
            </a:pPr>
            <a:r>
              <a:rPr sz="1800"/>
              <a:t>Student</a:t>
            </a:r>
            <a:r>
              <a:rPr sz="1800"/>
              <a:t> support program</a:t>
            </a:r>
          </a:p>
        </p:txBody>
      </p:sp>
      <p:sp>
        <p:nvSpPr>
          <p:cNvPr id="6" name="Espace réservé de la date 5">
            <a:extLst xmlns:a="http://schemas.openxmlformats.org/drawingml/2006/main">
              <a:ext uri="{FF2B5EF4-FFF2-40B4-BE49-F238E27FC236}">
                <a16:creationId xmlns:a16="http://schemas.microsoft.com/office/drawing/2014/main" id="{6975C9F2-F615-C3E0-3D0D-A211EE35392A}"/>
              </a:ext>
            </a:extLst>
          </p:cNvPr>
          <p:cNvSpPr>
            <a:spLocks xmlns:a="http://schemas.openxmlformats.org/drawingml/2006/main" noGrp="1"/>
          </p:cNvSpPr>
          <p:nvPr>
            <p:ph type="dt" idx="14"/>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7" name="Espace réservé du pied de page 6">
            <a:extLst xmlns:a="http://schemas.openxmlformats.org/drawingml/2006/main">
              <a:ext uri="{FF2B5EF4-FFF2-40B4-BE49-F238E27FC236}">
                <a16:creationId xmlns:a16="http://schemas.microsoft.com/office/drawing/2014/main" id="{D07F00B5-858E-4D1A-C6DC-FF8D05B6509A}"/>
              </a:ext>
            </a:extLst>
          </p:cNvPr>
          <p:cNvSpPr>
            <a:spLocks xmlns:a="http://schemas.openxmlformats.org/drawingml/2006/main" noGrp="1"/>
          </p:cNvSpPr>
          <p:nvPr>
            <p:ph type="ftr" idx="15"/>
          </p:nvPr>
        </p:nvSpPr>
        <p:spPr/>
        <p:txBody>
          <a:bodyPr xmlns:a="http://schemas.openxmlformats.org/drawingml/2006/main"/>
          <a:lstStyle xmlns:a="http://schemas.openxmlformats.org/drawingml/2006/main"/>
          <a:p xmlns:a="http://schemas.openxmlformats.org/drawingml/2006/main">
            <a:endParaRPr/>
          </a:p>
        </p:txBody>
      </p:sp>
      <p:sp>
        <p:nvSpPr>
          <p:cNvPr id="8" name="Espace réservé du numéro de diapositive 7">
            <a:extLst xmlns:a="http://schemas.openxmlformats.org/drawingml/2006/main">
              <a:ext uri="{FF2B5EF4-FFF2-40B4-BE49-F238E27FC236}">
                <a16:creationId xmlns:a16="http://schemas.microsoft.com/office/drawing/2014/main" id="{9DCB7524-DA86-94EE-9BE1-267356F69059}"/>
              </a:ext>
            </a:extLst>
          </p:cNvPr>
          <p:cNvSpPr>
            <a:spLocks xmlns:a="http://schemas.openxmlformats.org/drawingml/2006/main" noGrp="1"/>
          </p:cNvSpPr>
          <p:nvPr>
            <p:ph type="sldNum" idx="16"/>
          </p:nvPr>
        </p:nvSpPr>
        <p:spPr/>
        <p:txBody>
          <a:bodyPr xmlns:a="http://schemas.openxmlformats.org/drawingml/2006/main"/>
          <a:lstStyle xmlns:a="http://schemas.openxmlformats.org/drawingml/2006/main"/>
          <a:p xmlns:a="http://schemas.openxmlformats.org/drawingml/2006/main">
            <a:fld id="{E1E1CD7C-2161-7D43-862E-CE4C333CD873}" type="slidenum">
              <a:t>72</a:t>
            </a:fld>
            <a:endParaRPr/>
          </a:p>
        </p:txBody>
      </p:sp>
      <p:pic>
        <p:nvPicPr>
          <p:cNvPr id="21" name="Image 9"/>
          <p:cNvPicPr>
            <a:picLocks xmlns:a="http://schemas.openxmlformats.org/drawingml/2006/main" noChangeAspect="1"/>
          </p:cNvPicPr>
          <p:nvPr/>
        </p:nvPicPr>
        <p:blipFill>
          <a:blip xmlns:r="http://schemas.openxmlformats.org/officeDocument/2006/relationships" xmlns:a="http://schemas.openxmlformats.org/drawingml/2006/main" r:embed="R8bcd16dfa961401f">
            <a:duotone>
              <a:prstClr val="black"/>
              <a:schemeClr val="tx2">
                <a:tint val="45000"/>
                <a:satMod val="400000"/>
              </a:schemeClr>
            </a:duotone>
          </a:blip>
          <a:srcRect xmlns:a="http://schemas.openxmlformats.org/drawingml/2006/main" l="0" t="0" r="0" b="0"/>
          <a:stretch xmlns:a="http://schemas.openxmlformats.org/drawingml/2006/main"/>
        </p:blipFill>
        <p:spPr>
          <a:xfrm xmlns:a="http://schemas.openxmlformats.org/drawingml/2006/main">
            <a:off x="0" y="3117850"/>
            <a:ext cx="12192000" cy="1706636"/>
          </a:xfrm>
          <a:prstGeom xmlns:a="http://schemas.openxmlformats.org/drawingml/2006/main" prst="rect">
            <a:avLst/>
          </a:prstGeom>
        </p:spPr>
      </p:pic>
      <p:sp>
        <p:nvSpPr>
          <p:cNvPr id="12" name="ZoneTexte 11">
            <a:extLst xmlns:a="http://schemas.openxmlformats.org/drawingml/2006/main">
              <a:ext uri="{FF2B5EF4-FFF2-40B4-BE49-F238E27FC236}">
                <a16:creationId xmlns:a16="http://schemas.microsoft.com/office/drawing/2014/main" id="{08E2B657-782B-A54C-ABBA-6B315337FFCA}"/>
              </a:ext>
            </a:extLst>
          </p:cNvPr>
          <p:cNvSpPr>
            <a:spLocks xmlns:a="http://schemas.openxmlformats.org/drawingml/2006/main" noGrp="1"/>
          </p:cNvSpPr>
          <p:nvPr/>
        </p:nvSpPr>
        <p:spPr>
          <a:xfrm xmlns:a="http://schemas.openxmlformats.org/drawingml/2006/main">
            <a:off x="463777" y="3555669"/>
            <a:ext cx="6096000" cy="83099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bg1"/>
                </a:solidFill>
              </a:rPr>
              <a:t>For </a:t>
            </a:r>
            <a:r>
              <a:rPr sz="2400">
                <a:solidFill>
                  <a:schemeClr val="bg1"/>
                </a:solidFill>
              </a:rPr>
              <a:t>any</a:t>
            </a:r>
            <a:r>
              <a:rPr sz="2400">
                <a:solidFill>
                  <a:schemeClr val="bg1"/>
                </a:solidFill>
              </a:rPr>
              <a:t> information contact:  </a:t>
            </a:r>
          </a:p>
          <a:p xmlns:a="http://schemas.openxmlformats.org/drawingml/2006/main">
            <a:r>
              <a:rPr sz="2400" b="1">
                <a:solidFill>
                  <a:schemeClr val="bg1"/>
                </a:solidFill>
              </a:rPr>
              <a:t>alumni@epfl.ch, </a:t>
            </a:r>
            <a:r>
              <a:rPr sz="2400" b="1">
                <a:solidFill>
                  <a:schemeClr val="bg1"/>
                </a:solidFill>
              </a:rPr>
              <a:t>leila.ojjeh@epfl.ch</a:t>
            </a:r>
            <a:endParaRPr sz="2400">
              <a:solidFill>
                <a:schemeClr val="bg1"/>
              </a:solidFill>
            </a:endParaRPr>
          </a:p>
        </p:txBody>
      </p:sp>
    </p:spTree>
    <p:extLst>
      <p:ext uri="{BB962C8B-B14F-4D97-AF65-F5344CB8AC3E}">
        <p14:creationId xmlns:p14="http://schemas.microsoft.com/office/powerpoint/2010/main" val="18763585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22" name="!!!Image"/>
          <p:cNvPicPr>
            <a:picLocks xmlns:a="http://schemas.openxmlformats.org/drawingml/2006/main" noChangeAspect="1"/>
          </p:cNvPicPr>
          <p:nvPr/>
        </p:nvPicPr>
        <p:blipFill>
          <a:blip xmlns:r="http://schemas.openxmlformats.org/officeDocument/2006/relationships" xmlns:a="http://schemas.openxmlformats.org/drawingml/2006/main" r:embed="R5247547484c4436a"/>
          <a:srcRect xmlns:a="http://schemas.openxmlformats.org/drawingml/2006/main" l="0" t="0" r="0" b="0"/>
          <a:stretch xmlns:a="http://schemas.openxmlformats.org/drawingml/2006/main"/>
        </p:blipFill>
        <p:spPr>
          <a:xfrm xmlns:a="http://schemas.openxmlformats.org/drawingml/2006/main" rot="10800000">
            <a:off x="5446587" y="3237978"/>
            <a:ext cx="1329452" cy="1329452"/>
          </a:xfrm>
          <a:prstGeom xmlns:a="http://schemas.openxmlformats.org/drawingml/2006/main" prst="rect">
            <a:avLst/>
          </a:prstGeom>
          <a:effectLst xmlns:a="http://schemas.openxmlformats.org/drawingml/2006/main">
            <a:outerShdw blurRad="50800" dist="38100" dir="2700000" algn="tl" rotWithShape="0">
              <a:prstClr val="black">
                <a:alpha val="40000"/>
              </a:prstClr>
            </a:outerShdw>
          </a:effectLst>
        </p:spPr>
      </p:pic>
      <p:sp>
        <p:nvSpPr>
          <p:cNvPr id="2" name="Espace réservé du contenu 1">
            <a:extLst xmlns:a="http://schemas.openxmlformats.org/drawingml/2006/main">
              <a:ext uri="{FF2B5EF4-FFF2-40B4-BE49-F238E27FC236}">
                <a16:creationId xmlns:a16="http://schemas.microsoft.com/office/drawing/2014/main" id="{58C4784E-FF8F-09DB-8AF5-01DE6BAE94CC}"/>
              </a:ext>
            </a:extLst>
          </p:cNvPr>
          <p:cNvSpPr>
            <a:spLocks xmlns:a="http://schemas.openxmlformats.org/drawingml/2006/main" noGrp="1"/>
          </p:cNvSpPr>
          <p:nvPr>
            <p:ph idx="1"/>
          </p:nvPr>
        </p:nvSpPr>
        <p:spPr>
          <a:xfrm xmlns:a="http://schemas.openxmlformats.org/drawingml/2006/main">
            <a:off x="8063199" y="1086741"/>
            <a:ext cx="3600451" cy="2235697"/>
          </a:xfrm>
        </p:spPr>
        <p:txBody>
          <a:bodyPr xmlns:a="http://schemas.openxmlformats.org/drawingml/2006/main"/>
          <a:lstStyle xmlns:a="http://schemas.openxmlformats.org/drawingml/2006/main"/>
          <a:p xmlns:a="http://schemas.openxmlformats.org/drawingml/2006/main">
            <a:pPr marL="0" indent="0">
              <a:buNone/>
            </a:pPr>
            <a:r>
              <a:rPr sz="4000" b="1">
                <a:solidFill>
                  <a:schemeClr val="accent3"/>
                </a:solidFill>
              </a:rPr>
              <a:t>3.</a:t>
            </a:r>
          </a:p>
          <a:p xmlns:a="http://schemas.openxmlformats.org/drawingml/2006/main">
            <a:pPr marL="0" indent="0">
              <a:buNone/>
            </a:pPr>
            <a:r>
              <a:t>Form an </a:t>
            </a:r>
            <a:r>
              <a:rPr b="1">
                <a:solidFill>
                  <a:schemeClr val="accent3"/>
                </a:solidFill>
              </a:rPr>
              <a:t>open, cohesive, diverse </a:t>
            </a:r>
            <a:r>
              <a:t>and</a:t>
            </a:r>
            <a:r>
              <a:rPr b="1">
                <a:solidFill>
                  <a:schemeClr val="accent1"/>
                </a:solidFill>
              </a:rPr>
              <a:t> </a:t>
            </a:r>
            <a:r>
              <a:rPr b="1">
                <a:solidFill>
                  <a:schemeClr val="accent3"/>
                </a:solidFill>
              </a:rPr>
              <a:t>committed community</a:t>
            </a:r>
          </a:p>
          <a:p xmlns:a="http://schemas.openxmlformats.org/drawingml/2006/main">
            <a:pPr marL="0" indent="0">
              <a:buNone/>
            </a:pPr>
            <a:endParaRPr b="1">
              <a:solidFill>
                <a:schemeClr val="accent1"/>
              </a:solidFill>
            </a:endParaRPr>
          </a:p>
        </p:txBody>
      </p:sp>
      <p:sp>
        <p:nvSpPr>
          <p:cNvPr id="3" name="Espace réservé du contenu 2">
            <a:extLst xmlns:a="http://schemas.openxmlformats.org/drawingml/2006/main">
              <a:ext uri="{FF2B5EF4-FFF2-40B4-BE49-F238E27FC236}">
                <a16:creationId xmlns:a16="http://schemas.microsoft.com/office/drawing/2014/main" id="{427303EC-E8D8-EF6F-45E8-52180D111AA3}"/>
              </a:ext>
            </a:extLst>
          </p:cNvPr>
          <p:cNvSpPr>
            <a:spLocks xmlns:a="http://schemas.openxmlformats.org/drawingml/2006/main" noGrp="1"/>
          </p:cNvSpPr>
          <p:nvPr>
            <p:ph idx="2"/>
          </p:nvPr>
        </p:nvSpPr>
        <p:spPr>
          <a:xfrm xmlns:a="http://schemas.openxmlformats.org/drawingml/2006/main">
            <a:off x="4295776" y="1079509"/>
            <a:ext cx="3600450" cy="2239925"/>
          </a:xfrm>
        </p:spPr>
        <p:txBody>
          <a:bodyPr xmlns:a="http://schemas.openxmlformats.org/drawingml/2006/main">
            <a:normAutofit/>
          </a:bodyPr>
          <a:lstStyle xmlns:a="http://schemas.openxmlformats.org/drawingml/2006/main"/>
          <a:p xmlns:a="http://schemas.openxmlformats.org/drawingml/2006/main">
            <a:pPr marL="0" marR="0" lvl="0" indent="0" algn="l" defTabSz="914377">
              <a:lnSpc>
                <a:spcPct val="90000"/>
              </a:lnSpc>
              <a:spcBef>
                <a:spcPts val="1000"/>
              </a:spcBef>
              <a:spcAft>
                <a:spcPts val="0"/>
              </a:spcAft>
              <a:buClr>
                <a:srgbClr val="FF0000"/>
              </a:buClr>
              <a:buSzPct val="90000"/>
              <a:buFont typeface="Wingdings"/>
              <a:buNone/>
            </a:pPr>
            <a:r>
              <a:rPr sz="4000" b="1" i="0" u="none" cap="none" spc="0">
                <a:ln>
                  <a:noFill/>
                </a:ln>
                <a:solidFill>
                  <a:schemeClr val="accent4"/>
                </a:solidFill>
                <a:latin typeface="Arial"/>
                <a:ea typeface="Arial"/>
                <a:cs typeface="Arial"/>
              </a:rPr>
              <a:t>2.</a:t>
            </a:r>
          </a:p>
          <a:p xmlns:a="http://schemas.openxmlformats.org/drawingml/2006/main">
            <a:pPr marL="0" indent="0">
              <a:buNone/>
            </a:pPr>
            <a:r>
              <a:t>Address </a:t>
            </a:r>
            <a:r>
              <a:rPr b="1">
                <a:solidFill>
                  <a:schemeClr val="accent4"/>
                </a:solidFill>
              </a:rPr>
              <a:t>societal challenges </a:t>
            </a:r>
            <a:r>
              <a:t>through education and cutting-edge science and technology</a:t>
            </a:r>
          </a:p>
        </p:txBody>
      </p:sp>
      <p:sp>
        <p:nvSpPr>
          <p:cNvPr id="4" name="Titre 3">
            <a:extLst xmlns:a="http://schemas.openxmlformats.org/drawingml/2006/main">
              <a:ext uri="{FF2B5EF4-FFF2-40B4-BE49-F238E27FC236}">
                <a16:creationId xmlns:a16="http://schemas.microsoft.com/office/drawing/2014/main" id="{2C839632-531A-3165-3BD4-C758F3880631}"/>
              </a:ext>
            </a:extLst>
          </p:cNvPr>
          <p:cNvSpPr>
            <a:spLocks xmlns:a="http://schemas.openxmlformats.org/drawingml/2006/main" noGrp="1"/>
          </p:cNvSpPr>
          <p:nvPr>
            <p:ph type="title" idx="0"/>
          </p:nvPr>
        </p:nvSpPr>
        <p:spPr>
          <a:xfrm xmlns:a="http://schemas.openxmlformats.org/drawingml/2006/main">
            <a:off x="550862" y="4972263"/>
            <a:ext cx="11090275" cy="1894873"/>
          </a:xfrm>
        </p:spPr>
        <p:txBody>
          <a:bodyPr xmlns:a="http://schemas.openxmlformats.org/drawingml/2006/main"/>
          <a:lstStyle xmlns:a="http://schemas.openxmlformats.org/drawingml/2006/main"/>
          <a:p xmlns:a="http://schemas.openxmlformats.org/drawingml/2006/main">
            <a:pPr algn="ctr">
              <a:buNone/>
            </a:pPr>
            <a:r>
              <a:rPr sz="12000">
                <a:solidFill>
                  <a:schemeClr val="tx2"/>
                </a:solidFill>
              </a:rPr>
              <a:t>OUR AMBITION</a:t>
            </a:r>
          </a:p>
        </p:txBody>
      </p:sp>
      <p:sp>
        <p:nvSpPr>
          <p:cNvPr id="8" name="Espace réservé du contenu 7">
            <a:extLst xmlns:a="http://schemas.openxmlformats.org/drawingml/2006/main">
              <a:ext uri="{FF2B5EF4-FFF2-40B4-BE49-F238E27FC236}">
                <a16:creationId xmlns:a16="http://schemas.microsoft.com/office/drawing/2014/main" id="{82CFFB06-6B33-FC53-92AB-B7913EFFBD43}"/>
              </a:ext>
            </a:extLst>
          </p:cNvPr>
          <p:cNvSpPr>
            <a:spLocks xmlns:a="http://schemas.openxmlformats.org/drawingml/2006/main" noGrp="1"/>
          </p:cNvSpPr>
          <p:nvPr>
            <p:ph idx="13"/>
          </p:nvPr>
        </p:nvSpPr>
        <p:spPr>
          <a:xfrm xmlns:a="http://schemas.openxmlformats.org/drawingml/2006/main">
            <a:off x="528349" y="1086741"/>
            <a:ext cx="3600450" cy="2235894"/>
          </a:xfrm>
        </p:spPr>
        <p:txBody>
          <a:bodyPr xmlns:a="http://schemas.openxmlformats.org/drawingml/2006/main"/>
          <a:lstStyle xmlns:a="http://schemas.openxmlformats.org/drawingml/2006/main"/>
          <a:p xmlns:a="http://schemas.openxmlformats.org/drawingml/2006/main">
            <a:pPr marL="0" marR="0" lvl="0" indent="0" algn="l" defTabSz="914377">
              <a:lnSpc>
                <a:spcPct val="90000"/>
              </a:lnSpc>
              <a:spcBef>
                <a:spcPts val="1000"/>
              </a:spcBef>
              <a:spcAft>
                <a:spcPts val="0"/>
              </a:spcAft>
              <a:buClr>
                <a:srgbClr val="FF0000"/>
              </a:buClr>
              <a:buSzPct val="90000"/>
              <a:buFont typeface="Wingdings"/>
              <a:buNone/>
            </a:pPr>
            <a:r>
              <a:rPr sz="4000" b="1" i="0" u="none" cap="none" spc="0">
                <a:ln>
                  <a:noFill/>
                </a:ln>
                <a:solidFill>
                  <a:schemeClr val="accent5"/>
                </a:solidFill>
                <a:latin typeface="Arial"/>
                <a:ea typeface="Arial"/>
                <a:cs typeface="Arial"/>
              </a:rPr>
              <a:t>1.</a:t>
            </a:r>
            <a:endParaRPr b="1">
              <a:solidFill>
                <a:schemeClr val="accent5"/>
              </a:solidFill>
            </a:endParaRPr>
          </a:p>
          <a:p xmlns:a="http://schemas.openxmlformats.org/drawingml/2006/main">
            <a:pPr marL="0" indent="0">
              <a:buNone/>
            </a:pPr>
            <a:r>
              <a:t>EPFL among the </a:t>
            </a:r>
            <a:r>
              <a:rPr b="1">
                <a:solidFill>
                  <a:schemeClr val="accent5"/>
                </a:solidFill>
              </a:rPr>
              <a:t>top technical universities </a:t>
            </a:r>
            <a:br/>
            <a:r>
              <a:t>in the world</a:t>
            </a:r>
          </a:p>
        </p:txBody>
      </p:sp>
      <p:pic>
        <p:nvPicPr>
          <p:cNvPr id="27" name="Image 8"/>
          <p:cNvPicPr>
            <a:picLocks xmlns:a="http://schemas.openxmlformats.org/drawingml/2006/main" noChangeAspect="1"/>
          </p:cNvPicPr>
          <p:nvPr/>
        </p:nvPicPr>
        <p:blipFill>
          <a:blip xmlns:r="http://schemas.openxmlformats.org/officeDocument/2006/relationships" xmlns:a="http://schemas.openxmlformats.org/drawingml/2006/main" r:embed="R01431092b8774ece"/>
          <a:srcRect xmlns:a="http://schemas.openxmlformats.org/drawingml/2006/main" l="0" t="0" r="0" b="0"/>
          <a:stretch xmlns:a="http://schemas.openxmlformats.org/drawingml/2006/main"/>
        </p:blipFill>
        <p:spPr>
          <a:xfrm xmlns:a="http://schemas.openxmlformats.org/drawingml/2006/main">
            <a:off x="8063198" y="2783271"/>
            <a:ext cx="3600449" cy="2191110"/>
          </a:xfrm>
          <a:prstGeom xmlns:a="http://schemas.openxmlformats.org/drawingml/2006/main" prst="rect">
            <a:avLst/>
          </a:prstGeom>
        </p:spPr>
      </p:pic>
      <p:pic>
        <p:nvPicPr>
          <p:cNvPr id="28" name="Image 9"/>
          <p:cNvPicPr>
            <a:picLocks xmlns:a="http://schemas.openxmlformats.org/drawingml/2006/main" noChangeAspect="1"/>
          </p:cNvPicPr>
          <p:nvPr/>
        </p:nvPicPr>
        <p:blipFill>
          <a:blip xmlns:r="http://schemas.openxmlformats.org/officeDocument/2006/relationships" xmlns:a="http://schemas.openxmlformats.org/drawingml/2006/main" r:embed="Rd819b170466845ea"/>
          <a:srcRect xmlns:a="http://schemas.openxmlformats.org/drawingml/2006/main" l="0" t="0" r="0" b="0"/>
          <a:stretch xmlns:a="http://schemas.openxmlformats.org/drawingml/2006/main"/>
        </p:blipFill>
        <p:spPr>
          <a:xfrm xmlns:a="http://schemas.openxmlformats.org/drawingml/2006/main">
            <a:off x="4295774" y="2783270"/>
            <a:ext cx="3600449" cy="2191110"/>
          </a:xfrm>
          <a:prstGeom xmlns:a="http://schemas.openxmlformats.org/drawingml/2006/main" prst="rect">
            <a:avLst/>
          </a:prstGeom>
        </p:spPr>
      </p:pic>
      <p:pic>
        <p:nvPicPr>
          <p:cNvPr id="29" name="Image 10"/>
          <p:cNvPicPr>
            <a:picLocks xmlns:a="http://schemas.openxmlformats.org/drawingml/2006/main" noChangeAspect="1"/>
          </p:cNvPicPr>
          <p:nvPr/>
        </p:nvPicPr>
        <p:blipFill>
          <a:blip xmlns:r="http://schemas.openxmlformats.org/officeDocument/2006/relationships" xmlns:a="http://schemas.openxmlformats.org/drawingml/2006/main" r:embed="R6bbf203d9bcf4d2b"/>
          <a:srcRect xmlns:a="http://schemas.openxmlformats.org/drawingml/2006/main" l="0" t="0" r="0" b="0"/>
          <a:stretch xmlns:a="http://schemas.openxmlformats.org/drawingml/2006/main"/>
        </p:blipFill>
        <p:spPr>
          <a:xfrm xmlns:a="http://schemas.openxmlformats.org/drawingml/2006/main">
            <a:off x="528347" y="2783927"/>
            <a:ext cx="3615481" cy="2191109"/>
          </a:xfrm>
          <a:prstGeom xmlns:a="http://schemas.openxmlformats.org/drawingml/2006/main" prst="rect">
            <a:avLst/>
          </a:prstGeom>
          <a:ln xmlns:a="http://schemas.openxmlformats.org/drawingml/2006/main" w="19050">
            <a:noFill/>
          </a:ln>
        </p:spPr>
      </p:pic>
      <p:sp>
        <p:nvSpPr>
          <p:cNvPr id="17" name="Espace réservé du numéro de diapositive 16">
            <a:extLst xmlns:a="http://schemas.openxmlformats.org/drawingml/2006/main">
              <a:ext uri="{FF2B5EF4-FFF2-40B4-BE49-F238E27FC236}">
                <a16:creationId xmlns:a16="http://schemas.microsoft.com/office/drawing/2014/main" id="{E991AC69-9F39-D761-0B76-1128D726170B}"/>
              </a:ext>
            </a:extLst>
          </p:cNvPr>
          <p:cNvSpPr>
            <a:spLocks xmlns:a="http://schemas.openxmlformats.org/drawingml/2006/main" noGrp="1"/>
          </p:cNvSpPr>
          <p:nvPr>
            <p:ph type="sldNum" idx="12"/>
          </p:nvPr>
        </p:nvSpPr>
        <p:spPr>
          <a:xfrm xmlns:a="http://schemas.openxmlformats.org/drawingml/2006/main">
            <a:off x="10972485" y="-12704"/>
            <a:ext cx="683683" cy="882252"/>
          </a:xfrm>
          <a:prstGeom xmlns:a="http://schemas.openxmlformats.org/drawingml/2006/main" prst="rect">
            <a:avLst/>
          </a:prstGeom>
        </p:spPr>
        <p:txBody>
          <a:bodyPr xmlns:a="http://schemas.openxmlformats.org/drawingml/2006/main" vert="horz" lIns="90000" tIns="0" rIns="0" bIns="0" anchor="ctr"/>
          <a:lstStyle xmlns:a="http://schemas.openxmlformats.org/drawingml/2006/main">
            <a:lvl1pPr marL="0" algn="r" defTabSz="914400">
              <a:buNone/>
              <a:defRPr sz="2100" b="1" kern="1200">
                <a:solidFill>
                  <a:schemeClr val="tx2"/>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marL="0" marR="0" lvl="0" indent="0" algn="r" defTabSz="914377">
              <a:lnSpc>
                <a:spcPct val="100000"/>
              </a:lnSpc>
              <a:spcBef>
                <a:spcPts val="0"/>
              </a:spcBef>
              <a:spcAft>
                <a:spcPts val="0"/>
              </a:spcAft>
              <a:buClrTx/>
              <a:buSzTx/>
              <a:buFontTx/>
              <a:buNone/>
            </a:pPr>
            <a:fld id="{E1E1CD7C-2161-7D43-862E-CE4C333CD873}" type="slidenum">
              <a:t>4</a:t>
            </a:fld>
            <a:endParaRPr sz="1400" b="1" i="0" u="none" kern="1200" cap="none" spc="0" baseline="0">
              <a:ln>
                <a:noFill/>
              </a:ln>
              <a:latin typeface="Arial"/>
              <a:ea typeface="Arial"/>
              <a:cs typeface="Arial"/>
            </a:endParaRPr>
          </a:p>
        </p:txBody>
      </p:sp>
      <p:sp>
        <p:nvSpPr>
          <p:cNvPr id="5" name="Espace réservé de la date 6">
            <a:extLst xmlns:a="http://schemas.openxmlformats.org/drawingml/2006/main">
              <a:ext uri="{FF2B5EF4-FFF2-40B4-BE49-F238E27FC236}">
                <a16:creationId xmlns:a16="http://schemas.microsoft.com/office/drawing/2014/main" id="{CA95073E-9DF2-3F2A-2974-0F66F3B1069D}"/>
              </a:ext>
            </a:extLst>
          </p:cNvPr>
          <p:cNvSpPr>
            <a:spLocks xmlns:a="http://schemas.openxmlformats.org/drawingml/2006/main" noGrp="1"/>
          </p:cNvSpPr>
          <p:nvPr>
            <p:ph type="dt" idx="10"/>
          </p:nvPr>
        </p:nvSpPr>
        <p:spPr>
          <a:xfrm xmlns:a="http://schemas.openxmlformats.org/drawingml/2006/main">
            <a:off x="7132638" y="317500"/>
            <a:ext cx="3868422" cy="214830"/>
          </a:xfrm>
          <a:prstGeom xmlns:a="http://schemas.openxmlformats.org/drawingml/2006/main" prst="rect">
            <a:avLst/>
          </a:prstGeom>
        </p:spPr>
        <p:txBody>
          <a:bodyPr xmlns:a="http://schemas.openxmlformats.org/drawingml/2006/main" vert="horz" lIns="0" tIns="0" rIns="0" bIns="45720" anchor="t"/>
          <a:lstStyle xmlns:a="http://schemas.openxmlformats.org/drawingml/2006/main">
            <a:lvl1pPr marL="0" algn="r" defTabSz="914400">
              <a:buNone/>
              <a:defRPr sz="700" b="1" kern="1200">
                <a:solidFill>
                  <a:schemeClr val="tx2"/>
                </a:solidFill>
                <a:latin typeface="Arial"/>
                <a:ea typeface="Arial"/>
                <a:cs typeface="Arial"/>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r>
              <a:t>EPFL AT A GLANCE</a:t>
            </a:r>
            <a:endParaRPr sz="800" kern="0"/>
          </a:p>
        </p:txBody>
      </p:sp>
      <p:sp>
        <p:nvSpPr>
          <p:cNvPr id="6" name="Espace réservé du pied de page 7">
            <a:extLst xmlns:a="http://schemas.openxmlformats.org/drawingml/2006/main">
              <a:ext uri="{FF2B5EF4-FFF2-40B4-BE49-F238E27FC236}">
                <a16:creationId xmlns:a16="http://schemas.microsoft.com/office/drawing/2014/main" id="{E9D29D45-582E-5E71-E170-8EF81FA3081F}"/>
              </a:ext>
            </a:extLst>
          </p:cNvPr>
          <p:cNvSpPr>
            <a:spLocks xmlns:a="http://schemas.openxmlformats.org/drawingml/2006/main" noGrp="1"/>
          </p:cNvSpPr>
          <p:nvPr>
            <p:ph type="ftr" idx="11"/>
          </p:nvPr>
        </p:nvSpPr>
        <p:spPr>
          <a:xfrm xmlns:a="http://schemas.openxmlformats.org/drawingml/2006/main">
            <a:off x="7132639" y="432364"/>
            <a:ext cx="3868422" cy="225104"/>
          </a:xfrm>
          <a:prstGeom xmlns:a="http://schemas.openxmlformats.org/drawingml/2006/main" prst="rect">
            <a:avLst/>
          </a:prstGeom>
        </p:spPr>
        <p:txBody>
          <a:bodyPr xmlns:a="http://schemas.openxmlformats.org/drawingml/2006/main" vert="horz" lIns="0" tIns="0" rIns="0" bIns="45720" anchor="t"/>
          <a:lstStyle xmlns:a="http://schemas.openxmlformats.org/drawingml/2006/main">
            <a:lvl1pPr marL="0" algn="r" defTabSz="914400">
              <a:buNone/>
              <a:defRPr sz="700" kern="1200">
                <a:solidFill>
                  <a:schemeClr val="tx2"/>
                </a:solidFill>
                <a:latin typeface="Arial"/>
                <a:ea typeface="Arial"/>
                <a:cs typeface="Arial"/>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lvl="0" defTabSz="914377">
              <a:buNone/>
            </a:pPr>
            <a:endParaRPr sz="700" b="0" i="0" u="none" kern="1200" cap="none" spc="0" baseline="0">
              <a:ln>
                <a:noFill/>
              </a:ln>
              <a:latin typeface="Arial"/>
              <a:ea typeface="Arial"/>
              <a:cs typeface="Arial"/>
            </a:endParaRPr>
          </a:p>
        </p:txBody>
      </p:sp>
    </p:spTree>
    <p:extLst>
      <p:ext uri="{BB962C8B-B14F-4D97-AF65-F5344CB8AC3E}">
        <p14:creationId xmlns:p14="http://schemas.microsoft.com/office/powerpoint/2010/main" val="398634424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2" name="Espace réservé pour une image  8"/>
          <p:cNvPicPr>
            <a:picLocks xmlns:a="http://schemas.openxmlformats.org/drawingml/2006/main" noChangeAspect="1"/>
          </p:cNvPicPr>
          <p:nvPr>
            <p:ph type="pic" idx="13"/>
          </p:nvPr>
        </p:nvPicPr>
        <p:blipFill>
          <a:blip xmlns:r="http://schemas.openxmlformats.org/officeDocument/2006/relationships" xmlns:a="http://schemas.openxmlformats.org/drawingml/2006/main" r:embed="R2f164ccb5f564fae"/>
          <a:srcRect xmlns:a="http://schemas.openxmlformats.org/drawingml/2006/main" l="0" t="0" r="0" b="0"/>
          <a:stretch xmlns:a="http://schemas.openxmlformats.org/drawingml/2006/main">
            <a:fillRect l="0" t="0" r="0" b="0"/>
          </a:stretch>
        </p:blipFill>
        <p:spPr>
          <a:xfrm xmlns:a="http://schemas.openxmlformats.org/drawingml/2006/main">
            <a:off x="0" y="0"/>
            <a:ext cx="914400" cy="914400"/>
          </a:xfrm>
        </p:spPr>
      </p:pic>
      <p:sp>
        <p:nvSpPr>
          <p:cNvPr id="3" name="Espace réservé du contenu 2">
            <a:extLst xmlns:a="http://schemas.openxmlformats.org/drawingml/2006/main">
              <a:ext uri="{FF2B5EF4-FFF2-40B4-BE49-F238E27FC236}">
                <a16:creationId xmlns:a16="http://schemas.microsoft.com/office/drawing/2014/main" id="{CFFCEAD7-A864-ECD5-88B2-6FC0D0776C17}"/>
              </a:ext>
            </a:extLst>
          </p:cNvPr>
          <p:cNvSpPr>
            <a:spLocks xmlns:a="http://schemas.openxmlformats.org/drawingml/2006/main" noGrp="1"/>
          </p:cNvSpPr>
          <p:nvPr>
            <p:ph idx="1"/>
          </p:nvPr>
        </p:nvSpPr>
        <p:spPr>
          <a:xfrm xmlns:a="http://schemas.openxmlformats.org/drawingml/2006/main">
            <a:off x="6375401" y="3122613"/>
            <a:ext cx="2291522" cy="1612968"/>
          </a:xfrm>
        </p:spPr>
        <p:txBody>
          <a:bodyPr xmlns:a="http://schemas.openxmlformats.org/drawingml/2006/main"/>
          <a:lstStyle xmlns:a="http://schemas.openxmlformats.org/drawingml/2006/main"/>
          <a:p xmlns:a="http://schemas.openxmlformats.org/drawingml/2006/main">
            <a:pPr marL="0" indent="0">
              <a:buNone/>
            </a:pPr>
            <a:r>
              <a:rPr sz="4800" b="1" spc="-150"/>
              <a:t>14’072* </a:t>
            </a:r>
            <a:br/>
            <a:r>
              <a:t>Students</a:t>
            </a:r>
            <a:endParaRPr/>
          </a:p>
        </p:txBody>
      </p:sp>
      <p:sp>
        <p:nvSpPr>
          <p:cNvPr id="4" name="Titre 3">
            <a:extLst xmlns:a="http://schemas.openxmlformats.org/drawingml/2006/main">
              <a:ext uri="{FF2B5EF4-FFF2-40B4-BE49-F238E27FC236}">
                <a16:creationId xmlns:a16="http://schemas.microsoft.com/office/drawing/2014/main" id="{A1727F33-2E65-6AB7-E52D-5DCC8F514645}"/>
              </a:ext>
            </a:extLst>
          </p:cNvPr>
          <p:cNvSpPr>
            <a:spLocks xmlns:a="http://schemas.openxmlformats.org/drawingml/2006/main" noGrp="1"/>
          </p:cNvSpPr>
          <p:nvPr>
            <p:ph type="title" idx="0"/>
          </p:nvPr>
        </p:nvSpPr>
        <p:spPr>
          <a:xfrm xmlns:a="http://schemas.openxmlformats.org/drawingml/2006/main">
            <a:off x="5232400" y="635265"/>
            <a:ext cx="4514939" cy="1372440"/>
          </a:xfrm>
        </p:spPr>
        <p:txBody>
          <a:bodyPr xmlns:a="http://schemas.openxmlformats.org/drawingml/2006/main"/>
          <a:lstStyle xmlns:a="http://schemas.openxmlformats.org/drawingml/2006/main"/>
          <a:p xmlns:a="http://schemas.openxmlformats.org/drawingml/2006/main">
            <a:r>
              <a:t>EPFL at </a:t>
            </a:r>
            <a:r>
              <a:t>glance</a:t>
            </a:r>
            <a:endParaRPr/>
          </a:p>
        </p:txBody>
      </p:sp>
      <p:sp>
        <p:nvSpPr>
          <p:cNvPr id="5" name="Espace réservé de la date 4">
            <a:extLst xmlns:a="http://schemas.openxmlformats.org/drawingml/2006/main">
              <a:ext uri="{FF2B5EF4-FFF2-40B4-BE49-F238E27FC236}">
                <a16:creationId xmlns:a16="http://schemas.microsoft.com/office/drawing/2014/main" id="{2EB9D4C8-466E-3013-E408-6D697E6C10E6}"/>
              </a:ext>
            </a:extLst>
          </p:cNvPr>
          <p:cNvSpPr>
            <a:spLocks xmlns:a="http://schemas.openxmlformats.org/drawingml/2006/main" noGrp="1"/>
          </p:cNvSpPr>
          <p:nvPr>
            <p:ph type="dt" idx="14"/>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6" name="Espace réservé du pied de page 5">
            <a:extLst xmlns:a="http://schemas.openxmlformats.org/drawingml/2006/main">
              <a:ext uri="{FF2B5EF4-FFF2-40B4-BE49-F238E27FC236}">
                <a16:creationId xmlns:a16="http://schemas.microsoft.com/office/drawing/2014/main" id="{A55F92F7-0E9A-A75D-3E15-88198EE741EE}"/>
              </a:ext>
            </a:extLst>
          </p:cNvPr>
          <p:cNvSpPr>
            <a:spLocks xmlns:a="http://schemas.openxmlformats.org/drawingml/2006/main" noGrp="1"/>
          </p:cNvSpPr>
          <p:nvPr>
            <p:ph type="ftr" idx="15"/>
          </p:nvPr>
        </p:nvSpPr>
        <p:spPr/>
        <p:txBody>
          <a:bodyPr xmlns:a="http://schemas.openxmlformats.org/drawingml/2006/main"/>
          <a:lstStyle xmlns:a="http://schemas.openxmlformats.org/drawingml/2006/main"/>
          <a:p xmlns:a="http://schemas.openxmlformats.org/drawingml/2006/main">
            <a:endParaRPr/>
          </a:p>
        </p:txBody>
      </p:sp>
      <p:sp>
        <p:nvSpPr>
          <p:cNvPr id="7" name="Espace réservé du numéro de diapositive 6">
            <a:extLst xmlns:a="http://schemas.openxmlformats.org/drawingml/2006/main">
              <a:ext uri="{FF2B5EF4-FFF2-40B4-BE49-F238E27FC236}">
                <a16:creationId xmlns:a16="http://schemas.microsoft.com/office/drawing/2014/main" id="{B41B23A7-2130-EFB8-8CD8-1F9606AC05B9}"/>
              </a:ext>
            </a:extLst>
          </p:cNvPr>
          <p:cNvSpPr>
            <a:spLocks xmlns:a="http://schemas.openxmlformats.org/drawingml/2006/main" noGrp="1"/>
          </p:cNvSpPr>
          <p:nvPr>
            <p:ph type="sldNum" idx="16"/>
          </p:nvPr>
        </p:nvSpPr>
        <p:spPr/>
        <p:txBody>
          <a:bodyPr xmlns:a="http://schemas.openxmlformats.org/drawingml/2006/main"/>
          <a:lstStyle xmlns:a="http://schemas.openxmlformats.org/drawingml/2006/main"/>
          <a:p xmlns:a="http://schemas.openxmlformats.org/drawingml/2006/main">
            <a:fld id="{E1E1CD7C-2161-7D43-862E-CE4C333CD873}" type="slidenum">
              <a:t>5</a:t>
            </a:fld>
            <a:endParaRPr/>
          </a:p>
        </p:txBody>
      </p:sp>
      <p:pic>
        <p:nvPicPr>
          <p:cNvPr id="28" name="Image 9"/>
          <p:cNvPicPr>
            <a:picLocks xmlns:a="http://schemas.openxmlformats.org/drawingml/2006/main" noChangeAspect="1"/>
          </p:cNvPicPr>
          <p:nvPr/>
        </p:nvPicPr>
        <p:blipFill>
          <a:blip xmlns:r="http://schemas.openxmlformats.org/officeDocument/2006/relationships" xmlns:a="http://schemas.openxmlformats.org/drawingml/2006/main" r:embed="Ra1d6e58cd6bc4df9"/>
          <a:srcRect xmlns:a="http://schemas.openxmlformats.org/drawingml/2006/main" l="0" t="0" r="0" b="0"/>
          <a:stretch xmlns:a="http://schemas.openxmlformats.org/drawingml/2006/main"/>
        </p:blipFill>
        <p:spPr>
          <a:xfrm xmlns:a="http://schemas.openxmlformats.org/drawingml/2006/main">
            <a:off x="4901165" y="2736232"/>
            <a:ext cx="1616075" cy="1385536"/>
          </a:xfrm>
          <a:prstGeom xmlns:a="http://schemas.openxmlformats.org/drawingml/2006/main" prst="rect">
            <a:avLst/>
          </a:prstGeom>
        </p:spPr>
      </p:pic>
      <p:pic>
        <p:nvPicPr>
          <p:cNvPr id="29" name="Picture 2"/>
          <p:cNvPicPr>
            <a:picLocks xmlns:a="http://schemas.openxmlformats.org/drawingml/2006/main" noChangeAspect="1"/>
          </p:cNvPicPr>
          <p:nvPr/>
        </p:nvPicPr>
        <p:blipFill>
          <a:blip xmlns:r="http://schemas.openxmlformats.org/officeDocument/2006/relationships" xmlns:a="http://schemas.openxmlformats.org/drawingml/2006/main" r:embed="Rb9e68f85c6e44ed3">
            <a:extLst>
              <a:ext uri="{96DAC541-7B7A-43D3-8B79-37D633B846F1}">
                <asvg:svgBlip xmlns:asvg="http://schemas.microsoft.com/office/drawing/2016/SVG/main" r:embed="Ra60a8ff698c84a51"/>
              </a:ext>
            </a:extLst>
          </a:blip>
          <a:srcRect xmlns:a="http://schemas.openxmlformats.org/drawingml/2006/main" l="0" t="0" r="0" b="0"/>
          <a:stretch xmlns:a="http://schemas.openxmlformats.org/drawingml/2006/main"/>
        </p:blipFill>
        <p:spPr>
          <a:xfrm xmlns:a="http://schemas.openxmlformats.org/drawingml/2006/main">
            <a:off x="8889149" y="4359262"/>
            <a:ext cx="982063" cy="982063"/>
          </a:xfrm>
          <a:prstGeom xmlns:a="http://schemas.openxmlformats.org/drawingml/2006/main" prst="rect">
            <a:avLst/>
          </a:prstGeom>
        </p:spPr>
      </p:pic>
      <p:pic>
        <p:nvPicPr>
          <p:cNvPr id="30" name="Image 11"/>
          <p:cNvPicPr>
            <a:picLocks xmlns:a="http://schemas.openxmlformats.org/drawingml/2006/main" noChangeAspect="1"/>
          </p:cNvPicPr>
          <p:nvPr/>
        </p:nvPicPr>
        <p:blipFill>
          <a:blip xmlns:r="http://schemas.openxmlformats.org/officeDocument/2006/relationships" xmlns:a="http://schemas.openxmlformats.org/drawingml/2006/main" r:embed="Rc686c7a12c86436c"/>
          <a:srcRect xmlns:a="http://schemas.openxmlformats.org/drawingml/2006/main" l="0" t="0" r="0" b="0"/>
          <a:stretch xmlns:a="http://schemas.openxmlformats.org/drawingml/2006/main"/>
        </p:blipFill>
        <p:spPr>
          <a:xfrm xmlns:a="http://schemas.openxmlformats.org/drawingml/2006/main">
            <a:off x="8625785" y="2736231"/>
            <a:ext cx="1616074" cy="1385537"/>
          </a:xfrm>
          <a:prstGeom xmlns:a="http://schemas.openxmlformats.org/drawingml/2006/main" prst="rect">
            <a:avLst/>
          </a:prstGeom>
        </p:spPr>
      </p:pic>
      <p:pic>
        <p:nvPicPr>
          <p:cNvPr id="31" name="Image 12"/>
          <p:cNvPicPr>
            <a:picLocks xmlns:a="http://schemas.openxmlformats.org/drawingml/2006/main" noChangeAspect="1"/>
          </p:cNvPicPr>
          <p:nvPr/>
        </p:nvPicPr>
        <p:blipFill>
          <a:blip xmlns:r="http://schemas.openxmlformats.org/officeDocument/2006/relationships" xmlns:a="http://schemas.openxmlformats.org/drawingml/2006/main" r:embed="Rfa0ceeb1624d4730"/>
          <a:srcRect xmlns:a="http://schemas.openxmlformats.org/drawingml/2006/main" l="0" t="0" r="0" b="0"/>
          <a:stretch xmlns:a="http://schemas.openxmlformats.org/drawingml/2006/main"/>
        </p:blipFill>
        <p:spPr>
          <a:xfrm xmlns:a="http://schemas.openxmlformats.org/drawingml/2006/main">
            <a:off x="4994553" y="4116232"/>
            <a:ext cx="1616074" cy="1385537"/>
          </a:xfrm>
          <a:prstGeom xmlns:a="http://schemas.openxmlformats.org/drawingml/2006/main" prst="rect">
            <a:avLst/>
          </a:prstGeom>
        </p:spPr>
      </p:pic>
      <p:sp>
        <p:nvSpPr>
          <p:cNvPr id="14" name="Espace réservé du contenu 2">
            <a:extLst xmlns:a="http://schemas.openxmlformats.org/drawingml/2006/main">
              <a:ext uri="{FF2B5EF4-FFF2-40B4-BE49-F238E27FC236}">
                <a16:creationId xmlns:a16="http://schemas.microsoft.com/office/drawing/2014/main" id="{1FE13380-6D47-7F79-965E-862B0B35E702}"/>
              </a:ext>
            </a:extLst>
          </p:cNvPr>
          <p:cNvSpPr>
            <a:spLocks xmlns:a="http://schemas.openxmlformats.org/drawingml/2006/main" noGrp="1"/>
          </p:cNvSpPr>
          <p:nvPr/>
        </p:nvSpPr>
        <p:spPr>
          <a:xfrm xmlns:a="http://schemas.openxmlformats.org/drawingml/2006/main">
            <a:off x="6375401" y="4456291"/>
            <a:ext cx="2291522" cy="1612968"/>
          </a:xfrm>
          <a:prstGeom xmlns:a="http://schemas.openxmlformats.org/drawingml/2006/main" prst="rect">
            <a:avLst/>
          </a:prstGeom>
        </p:spPr>
        <p:txBody>
          <a:bodyPr xmlns:a="http://schemas.openxmlformats.org/drawingml/2006/main" vert="horz" lIns="36000" tIns="46800" rIns="36000" bIns="45720">
            <a:normAutofit/>
          </a:bodyPr>
          <a:lstStyle xmlns:a="http://schemas.openxmlformats.org/drawingml/2006/main">
            <a:lvl1pPr marL="228594" indent="-228594" algn="l" defTabSz="914377">
              <a:lnSpc>
                <a:spcPct val="90000"/>
              </a:lnSpc>
              <a:spcBef>
                <a:spcPts val="1000"/>
              </a:spcBef>
              <a:buClr>
                <a:schemeClr val="tx2"/>
              </a:buClr>
              <a:buSzPct val="90000"/>
              <a:buFont typeface="Wingdings"/>
              <a:buChar char="§"/>
              <a:defRPr sz="2400" b="0" i="0" kern="1200">
                <a:solidFill>
                  <a:schemeClr val="tx1"/>
                </a:solidFill>
                <a:latin typeface="Arial"/>
                <a:ea typeface="Arial"/>
                <a:cs typeface="Arial"/>
              </a:defRPr>
            </a:lvl1pPr>
            <a:lvl2pPr marL="685783" indent="-228594" algn="l" defTabSz="914377">
              <a:lnSpc>
                <a:spcPct val="90000"/>
              </a:lnSpc>
              <a:spcBef>
                <a:spcPts val="500"/>
              </a:spcBef>
              <a:buClr>
                <a:schemeClr val="tx2"/>
              </a:buClr>
              <a:buSzPct val="100000"/>
              <a:buFont typeface="Arial"/>
              <a:buChar char="•"/>
              <a:defRPr sz="2133" b="0" i="0" kern="1200">
                <a:solidFill>
                  <a:schemeClr val="tx1"/>
                </a:solidFill>
                <a:latin typeface="Arial"/>
                <a:ea typeface="Arial"/>
                <a:cs typeface="Arial"/>
              </a:defRPr>
            </a:lvl2pPr>
            <a:lvl3pPr marL="1142971" indent="-228594" algn="l" defTabSz="914377">
              <a:lnSpc>
                <a:spcPct val="90000"/>
              </a:lnSpc>
              <a:spcBef>
                <a:spcPts val="500"/>
              </a:spcBef>
              <a:buClr>
                <a:schemeClr val="tx2"/>
              </a:buClr>
              <a:buSzPct val="90000"/>
              <a:buFont typeface="Wingdings"/>
              <a:buChar char="§"/>
              <a:defRPr sz="2000" b="0" i="0" kern="1200">
                <a:solidFill>
                  <a:schemeClr val="tx1"/>
                </a:solidFill>
                <a:latin typeface="Arial"/>
                <a:ea typeface="Arial"/>
                <a:cs typeface="Arial"/>
              </a:defRPr>
            </a:lvl3pPr>
            <a:lvl4pPr marL="1600160" indent="-228594" algn="l" defTabSz="914377">
              <a:lnSpc>
                <a:spcPct val="90000"/>
              </a:lnSpc>
              <a:spcBef>
                <a:spcPts val="500"/>
              </a:spcBef>
              <a:buFont typeface="Arial"/>
              <a:buChar char="•"/>
              <a:defRPr sz="1800" kern="1200">
                <a:solidFill>
                  <a:schemeClr val="tx1"/>
                </a:solidFill>
                <a:latin typeface="+mn-lt"/>
                <a:ea typeface="+mn-lt"/>
                <a:cs typeface="+mn-lt"/>
              </a:defRPr>
            </a:lvl4pPr>
            <a:lvl5pPr marL="2057349" indent="-228594" algn="l" defTabSz="914377">
              <a:lnSpc>
                <a:spcPct val="90000"/>
              </a:lnSpc>
              <a:spcBef>
                <a:spcPts val="500"/>
              </a:spcBef>
              <a:buFont typeface="Arial"/>
              <a:buChar char="•"/>
              <a:defRPr sz="1800" kern="1200">
                <a:solidFill>
                  <a:schemeClr val="tx1"/>
                </a:solidFill>
                <a:latin typeface="+mn-lt"/>
                <a:ea typeface="+mn-lt"/>
                <a:cs typeface="+mn-lt"/>
              </a:defRPr>
            </a:lvl5pPr>
            <a:lvl6pPr marL="2514537" indent="-228594" algn="l" defTabSz="914377">
              <a:lnSpc>
                <a:spcPct val="90000"/>
              </a:lnSpc>
              <a:spcBef>
                <a:spcPts val="500"/>
              </a:spcBef>
              <a:buFont typeface="Arial"/>
              <a:buChar char="•"/>
              <a:defRPr sz="1800" kern="1200">
                <a:solidFill>
                  <a:schemeClr val="tx1"/>
                </a:solidFill>
                <a:latin typeface="+mn-lt"/>
                <a:ea typeface="+mn-lt"/>
                <a:cs typeface="+mn-lt"/>
              </a:defRPr>
            </a:lvl6pPr>
            <a:lvl7pPr marL="2971726" indent="-228594" algn="l" defTabSz="914377">
              <a:lnSpc>
                <a:spcPct val="90000"/>
              </a:lnSpc>
              <a:spcBef>
                <a:spcPts val="500"/>
              </a:spcBef>
              <a:buFont typeface="Arial"/>
              <a:buChar char="•"/>
              <a:defRPr sz="1800" kern="1200">
                <a:solidFill>
                  <a:schemeClr val="tx1"/>
                </a:solidFill>
                <a:latin typeface="+mn-lt"/>
                <a:ea typeface="+mn-lt"/>
                <a:cs typeface="+mn-lt"/>
              </a:defRPr>
            </a:lvl7pPr>
            <a:lvl8pPr marL="3428914" indent="-228594" algn="l" defTabSz="914377">
              <a:lnSpc>
                <a:spcPct val="90000"/>
              </a:lnSpc>
              <a:spcBef>
                <a:spcPts val="500"/>
              </a:spcBef>
              <a:buFont typeface="Arial"/>
              <a:buChar char="•"/>
              <a:defRPr sz="1800" kern="1200">
                <a:solidFill>
                  <a:schemeClr val="tx1"/>
                </a:solidFill>
                <a:latin typeface="+mn-lt"/>
                <a:ea typeface="+mn-lt"/>
                <a:cs typeface="+mn-lt"/>
              </a:defRPr>
            </a:lvl8pPr>
            <a:lvl9pPr marL="3886103" indent="-228594" algn="l" defTabSz="914377">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buFont typeface="Wingdings"/>
              <a:buNone/>
            </a:pPr>
            <a:r>
              <a:rPr sz="4800" b="1" spc="-150"/>
              <a:t>6’530 </a:t>
            </a:r>
            <a:br/>
            <a:r>
              <a:t>Employees</a:t>
            </a:r>
            <a:r>
              <a:t> </a:t>
            </a:r>
            <a:br/>
            <a:r>
              <a:t>(incl. </a:t>
            </a:r>
            <a:r>
              <a:t>Phd</a:t>
            </a:r>
            <a:r>
              <a:t>)</a:t>
            </a:r>
          </a:p>
        </p:txBody>
      </p:sp>
      <p:sp>
        <p:nvSpPr>
          <p:cNvPr id="15" name="Espace réservé du contenu 2">
            <a:extLst xmlns:a="http://schemas.openxmlformats.org/drawingml/2006/main">
              <a:ext uri="{FF2B5EF4-FFF2-40B4-BE49-F238E27FC236}">
                <a16:creationId xmlns:a16="http://schemas.microsoft.com/office/drawing/2014/main" id="{796D9B9B-5A45-0745-84C8-0A38928DDB1B}"/>
              </a:ext>
            </a:extLst>
          </p:cNvPr>
          <p:cNvSpPr>
            <a:spLocks xmlns:a="http://schemas.openxmlformats.org/drawingml/2006/main" noGrp="1"/>
          </p:cNvSpPr>
          <p:nvPr/>
        </p:nvSpPr>
        <p:spPr>
          <a:xfrm xmlns:a="http://schemas.openxmlformats.org/drawingml/2006/main">
            <a:off x="9912350" y="3122613"/>
            <a:ext cx="2291522" cy="1612968"/>
          </a:xfrm>
          <a:prstGeom xmlns:a="http://schemas.openxmlformats.org/drawingml/2006/main" prst="rect">
            <a:avLst/>
          </a:prstGeom>
        </p:spPr>
        <p:txBody>
          <a:bodyPr xmlns:a="http://schemas.openxmlformats.org/drawingml/2006/main" vert="horz" lIns="36000" tIns="46800" rIns="36000" bIns="45720">
            <a:normAutofit/>
          </a:bodyPr>
          <a:lstStyle xmlns:a="http://schemas.openxmlformats.org/drawingml/2006/main">
            <a:lvl1pPr marL="228594" indent="-228594" algn="l" defTabSz="914377">
              <a:lnSpc>
                <a:spcPct val="90000"/>
              </a:lnSpc>
              <a:spcBef>
                <a:spcPts val="1000"/>
              </a:spcBef>
              <a:buClr>
                <a:schemeClr val="tx2"/>
              </a:buClr>
              <a:buSzPct val="90000"/>
              <a:buFont typeface="Wingdings"/>
              <a:buChar char="§"/>
              <a:defRPr sz="2400" b="0" i="0" kern="1200">
                <a:solidFill>
                  <a:schemeClr val="tx1"/>
                </a:solidFill>
                <a:latin typeface="Arial"/>
                <a:ea typeface="Arial"/>
                <a:cs typeface="Arial"/>
              </a:defRPr>
            </a:lvl1pPr>
            <a:lvl2pPr marL="685783" indent="-228594" algn="l" defTabSz="914377">
              <a:lnSpc>
                <a:spcPct val="90000"/>
              </a:lnSpc>
              <a:spcBef>
                <a:spcPts val="500"/>
              </a:spcBef>
              <a:buClr>
                <a:schemeClr val="tx2"/>
              </a:buClr>
              <a:buSzPct val="100000"/>
              <a:buFont typeface="Arial"/>
              <a:buChar char="•"/>
              <a:defRPr sz="2133" b="0" i="0" kern="1200">
                <a:solidFill>
                  <a:schemeClr val="tx1"/>
                </a:solidFill>
                <a:latin typeface="Arial"/>
                <a:ea typeface="Arial"/>
                <a:cs typeface="Arial"/>
              </a:defRPr>
            </a:lvl2pPr>
            <a:lvl3pPr marL="1142971" indent="-228594" algn="l" defTabSz="914377">
              <a:lnSpc>
                <a:spcPct val="90000"/>
              </a:lnSpc>
              <a:spcBef>
                <a:spcPts val="500"/>
              </a:spcBef>
              <a:buClr>
                <a:schemeClr val="tx2"/>
              </a:buClr>
              <a:buSzPct val="90000"/>
              <a:buFont typeface="Wingdings"/>
              <a:buChar char="§"/>
              <a:defRPr sz="2000" b="0" i="0" kern="1200">
                <a:solidFill>
                  <a:schemeClr val="tx1"/>
                </a:solidFill>
                <a:latin typeface="Arial"/>
                <a:ea typeface="Arial"/>
                <a:cs typeface="Arial"/>
              </a:defRPr>
            </a:lvl3pPr>
            <a:lvl4pPr marL="1600160" indent="-228594" algn="l" defTabSz="914377">
              <a:lnSpc>
                <a:spcPct val="90000"/>
              </a:lnSpc>
              <a:spcBef>
                <a:spcPts val="500"/>
              </a:spcBef>
              <a:buFont typeface="Arial"/>
              <a:buChar char="•"/>
              <a:defRPr sz="1800" kern="1200">
                <a:solidFill>
                  <a:schemeClr val="tx1"/>
                </a:solidFill>
                <a:latin typeface="+mn-lt"/>
                <a:ea typeface="+mn-lt"/>
                <a:cs typeface="+mn-lt"/>
              </a:defRPr>
            </a:lvl4pPr>
            <a:lvl5pPr marL="2057349" indent="-228594" algn="l" defTabSz="914377">
              <a:lnSpc>
                <a:spcPct val="90000"/>
              </a:lnSpc>
              <a:spcBef>
                <a:spcPts val="500"/>
              </a:spcBef>
              <a:buFont typeface="Arial"/>
              <a:buChar char="•"/>
              <a:defRPr sz="1800" kern="1200">
                <a:solidFill>
                  <a:schemeClr val="tx1"/>
                </a:solidFill>
                <a:latin typeface="+mn-lt"/>
                <a:ea typeface="+mn-lt"/>
                <a:cs typeface="+mn-lt"/>
              </a:defRPr>
            </a:lvl5pPr>
            <a:lvl6pPr marL="2514537" indent="-228594" algn="l" defTabSz="914377">
              <a:lnSpc>
                <a:spcPct val="90000"/>
              </a:lnSpc>
              <a:spcBef>
                <a:spcPts val="500"/>
              </a:spcBef>
              <a:buFont typeface="Arial"/>
              <a:buChar char="•"/>
              <a:defRPr sz="1800" kern="1200">
                <a:solidFill>
                  <a:schemeClr val="tx1"/>
                </a:solidFill>
                <a:latin typeface="+mn-lt"/>
                <a:ea typeface="+mn-lt"/>
                <a:cs typeface="+mn-lt"/>
              </a:defRPr>
            </a:lvl6pPr>
            <a:lvl7pPr marL="2971726" indent="-228594" algn="l" defTabSz="914377">
              <a:lnSpc>
                <a:spcPct val="90000"/>
              </a:lnSpc>
              <a:spcBef>
                <a:spcPts val="500"/>
              </a:spcBef>
              <a:buFont typeface="Arial"/>
              <a:buChar char="•"/>
              <a:defRPr sz="1800" kern="1200">
                <a:solidFill>
                  <a:schemeClr val="tx1"/>
                </a:solidFill>
                <a:latin typeface="+mn-lt"/>
                <a:ea typeface="+mn-lt"/>
                <a:cs typeface="+mn-lt"/>
              </a:defRPr>
            </a:lvl7pPr>
            <a:lvl8pPr marL="3428914" indent="-228594" algn="l" defTabSz="914377">
              <a:lnSpc>
                <a:spcPct val="90000"/>
              </a:lnSpc>
              <a:spcBef>
                <a:spcPts val="500"/>
              </a:spcBef>
              <a:buFont typeface="Arial"/>
              <a:buChar char="•"/>
              <a:defRPr sz="1800" kern="1200">
                <a:solidFill>
                  <a:schemeClr val="tx1"/>
                </a:solidFill>
                <a:latin typeface="+mn-lt"/>
                <a:ea typeface="+mn-lt"/>
                <a:cs typeface="+mn-lt"/>
              </a:defRPr>
            </a:lvl8pPr>
            <a:lvl9pPr marL="3886103" indent="-228594" algn="l" defTabSz="914377">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buFont typeface="Wingdings"/>
              <a:buNone/>
            </a:pPr>
            <a:r>
              <a:rPr sz="4800" b="1" spc="-150"/>
              <a:t>372 </a:t>
            </a:r>
            <a:br/>
            <a:r>
              <a:t>Professors</a:t>
            </a:r>
            <a:endParaRPr/>
          </a:p>
        </p:txBody>
      </p:sp>
      <p:sp>
        <p:nvSpPr>
          <p:cNvPr id="16" name="Espace réservé du contenu 2">
            <a:extLst xmlns:a="http://schemas.openxmlformats.org/drawingml/2006/main">
              <a:ext uri="{FF2B5EF4-FFF2-40B4-BE49-F238E27FC236}">
                <a16:creationId xmlns:a16="http://schemas.microsoft.com/office/drawing/2014/main" id="{C77D2D87-CBBC-7F12-D71A-DF2CA7A4E551}"/>
              </a:ext>
            </a:extLst>
          </p:cNvPr>
          <p:cNvSpPr>
            <a:spLocks xmlns:a="http://schemas.openxmlformats.org/drawingml/2006/main" noGrp="1"/>
          </p:cNvSpPr>
          <p:nvPr/>
        </p:nvSpPr>
        <p:spPr>
          <a:xfrm xmlns:a="http://schemas.openxmlformats.org/drawingml/2006/main">
            <a:off x="9912350" y="4456291"/>
            <a:ext cx="2291522" cy="1612968"/>
          </a:xfrm>
          <a:prstGeom xmlns:a="http://schemas.openxmlformats.org/drawingml/2006/main" prst="rect">
            <a:avLst/>
          </a:prstGeom>
        </p:spPr>
        <p:txBody>
          <a:bodyPr xmlns:a="http://schemas.openxmlformats.org/drawingml/2006/main" vert="horz" lIns="36000" tIns="46800" rIns="36000" bIns="45720">
            <a:normAutofit/>
          </a:bodyPr>
          <a:lstStyle xmlns:a="http://schemas.openxmlformats.org/drawingml/2006/main">
            <a:lvl1pPr marL="228594" indent="-228594" algn="l" defTabSz="914377">
              <a:lnSpc>
                <a:spcPct val="90000"/>
              </a:lnSpc>
              <a:spcBef>
                <a:spcPts val="1000"/>
              </a:spcBef>
              <a:buClr>
                <a:schemeClr val="tx2"/>
              </a:buClr>
              <a:buSzPct val="90000"/>
              <a:buFont typeface="Wingdings"/>
              <a:buChar char="§"/>
              <a:defRPr sz="2400" b="0" i="0" kern="1200">
                <a:solidFill>
                  <a:schemeClr val="tx1"/>
                </a:solidFill>
                <a:latin typeface="Arial"/>
                <a:ea typeface="Arial"/>
                <a:cs typeface="Arial"/>
              </a:defRPr>
            </a:lvl1pPr>
            <a:lvl2pPr marL="685783" indent="-228594" algn="l" defTabSz="914377">
              <a:lnSpc>
                <a:spcPct val="90000"/>
              </a:lnSpc>
              <a:spcBef>
                <a:spcPts val="500"/>
              </a:spcBef>
              <a:buClr>
                <a:schemeClr val="tx2"/>
              </a:buClr>
              <a:buSzPct val="100000"/>
              <a:buFont typeface="Arial"/>
              <a:buChar char="•"/>
              <a:defRPr sz="2133" b="0" i="0" kern="1200">
                <a:solidFill>
                  <a:schemeClr val="tx1"/>
                </a:solidFill>
                <a:latin typeface="Arial"/>
                <a:ea typeface="Arial"/>
                <a:cs typeface="Arial"/>
              </a:defRPr>
            </a:lvl2pPr>
            <a:lvl3pPr marL="1142971" indent="-228594" algn="l" defTabSz="914377">
              <a:lnSpc>
                <a:spcPct val="90000"/>
              </a:lnSpc>
              <a:spcBef>
                <a:spcPts val="500"/>
              </a:spcBef>
              <a:buClr>
                <a:schemeClr val="tx2"/>
              </a:buClr>
              <a:buSzPct val="90000"/>
              <a:buFont typeface="Wingdings"/>
              <a:buChar char="§"/>
              <a:defRPr sz="2000" b="0" i="0" kern="1200">
                <a:solidFill>
                  <a:schemeClr val="tx1"/>
                </a:solidFill>
                <a:latin typeface="Arial"/>
                <a:ea typeface="Arial"/>
                <a:cs typeface="Arial"/>
              </a:defRPr>
            </a:lvl3pPr>
            <a:lvl4pPr marL="1600160" indent="-228594" algn="l" defTabSz="914377">
              <a:lnSpc>
                <a:spcPct val="90000"/>
              </a:lnSpc>
              <a:spcBef>
                <a:spcPts val="500"/>
              </a:spcBef>
              <a:buFont typeface="Arial"/>
              <a:buChar char="•"/>
              <a:defRPr sz="1800" kern="1200">
                <a:solidFill>
                  <a:schemeClr val="tx1"/>
                </a:solidFill>
                <a:latin typeface="+mn-lt"/>
                <a:ea typeface="+mn-lt"/>
                <a:cs typeface="+mn-lt"/>
              </a:defRPr>
            </a:lvl4pPr>
            <a:lvl5pPr marL="2057349" indent="-228594" algn="l" defTabSz="914377">
              <a:lnSpc>
                <a:spcPct val="90000"/>
              </a:lnSpc>
              <a:spcBef>
                <a:spcPts val="500"/>
              </a:spcBef>
              <a:buFont typeface="Arial"/>
              <a:buChar char="•"/>
              <a:defRPr sz="1800" kern="1200">
                <a:solidFill>
                  <a:schemeClr val="tx1"/>
                </a:solidFill>
                <a:latin typeface="+mn-lt"/>
                <a:ea typeface="+mn-lt"/>
                <a:cs typeface="+mn-lt"/>
              </a:defRPr>
            </a:lvl5pPr>
            <a:lvl6pPr marL="2514537" indent="-228594" algn="l" defTabSz="914377">
              <a:lnSpc>
                <a:spcPct val="90000"/>
              </a:lnSpc>
              <a:spcBef>
                <a:spcPts val="500"/>
              </a:spcBef>
              <a:buFont typeface="Arial"/>
              <a:buChar char="•"/>
              <a:defRPr sz="1800" kern="1200">
                <a:solidFill>
                  <a:schemeClr val="tx1"/>
                </a:solidFill>
                <a:latin typeface="+mn-lt"/>
                <a:ea typeface="+mn-lt"/>
                <a:cs typeface="+mn-lt"/>
              </a:defRPr>
            </a:lvl6pPr>
            <a:lvl7pPr marL="2971726" indent="-228594" algn="l" defTabSz="914377">
              <a:lnSpc>
                <a:spcPct val="90000"/>
              </a:lnSpc>
              <a:spcBef>
                <a:spcPts val="500"/>
              </a:spcBef>
              <a:buFont typeface="Arial"/>
              <a:buChar char="•"/>
              <a:defRPr sz="1800" kern="1200">
                <a:solidFill>
                  <a:schemeClr val="tx1"/>
                </a:solidFill>
                <a:latin typeface="+mn-lt"/>
                <a:ea typeface="+mn-lt"/>
                <a:cs typeface="+mn-lt"/>
              </a:defRPr>
            </a:lvl7pPr>
            <a:lvl8pPr marL="3428914" indent="-228594" algn="l" defTabSz="914377">
              <a:lnSpc>
                <a:spcPct val="90000"/>
              </a:lnSpc>
              <a:spcBef>
                <a:spcPts val="500"/>
              </a:spcBef>
              <a:buFont typeface="Arial"/>
              <a:buChar char="•"/>
              <a:defRPr sz="1800" kern="1200">
                <a:solidFill>
                  <a:schemeClr val="tx1"/>
                </a:solidFill>
                <a:latin typeface="+mn-lt"/>
                <a:ea typeface="+mn-lt"/>
                <a:cs typeface="+mn-lt"/>
              </a:defRPr>
            </a:lvl8pPr>
            <a:lvl9pPr marL="3886103" indent="-228594" algn="l" defTabSz="914377">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buFont typeface="Wingdings"/>
              <a:buNone/>
            </a:pPr>
            <a:r>
              <a:rPr sz="4800" b="1" spc="-150"/>
              <a:t>+130 </a:t>
            </a:r>
            <a:br/>
            <a:r>
              <a:t>Nationalities</a:t>
            </a:r>
            <a:endParaRPr/>
          </a:p>
        </p:txBody>
      </p:sp>
      <p:sp>
        <p:nvSpPr>
          <p:cNvPr id="2" name="ZoneTexte 1">
            <a:extLst xmlns:a="http://schemas.openxmlformats.org/drawingml/2006/main">
              <a:ext uri="{FF2B5EF4-FFF2-40B4-BE49-F238E27FC236}">
                <a16:creationId xmlns:a16="http://schemas.microsoft.com/office/drawing/2014/main" id="{4CEBD3BB-9FAE-0348-8635-84E0122BCB4D}"/>
              </a:ext>
            </a:extLst>
          </p:cNvPr>
          <p:cNvSpPr>
            <a:spLocks xmlns:a="http://schemas.openxmlformats.org/drawingml/2006/main" noGrp="1"/>
          </p:cNvSpPr>
          <p:nvPr/>
        </p:nvSpPr>
        <p:spPr>
          <a:xfrm xmlns:a="http://schemas.openxmlformats.org/drawingml/2006/main">
            <a:off x="6576252" y="6325855"/>
            <a:ext cx="516340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i="1"/>
              <a:t>*</a:t>
            </a:r>
            <a:r>
              <a:rPr sz="1100" i="1"/>
              <a:t>Including</a:t>
            </a:r>
            <a:r>
              <a:rPr sz="1100" i="1"/>
              <a:t> </a:t>
            </a:r>
            <a:r>
              <a:rPr sz="1100" i="1"/>
              <a:t>BSc</a:t>
            </a:r>
            <a:r>
              <a:rPr sz="1100" i="1"/>
              <a:t>, </a:t>
            </a:r>
            <a:r>
              <a:rPr sz="1100" i="1"/>
              <a:t>MSc</a:t>
            </a:r>
            <a:r>
              <a:rPr sz="1100" i="1"/>
              <a:t>, PhD and </a:t>
            </a:r>
            <a:r>
              <a:rPr sz="1100" i="1"/>
              <a:t>Contiuned</a:t>
            </a:r>
            <a:r>
              <a:rPr sz="1100" i="1"/>
              <a:t> Education </a:t>
            </a:r>
          </a:p>
        </p:txBody>
      </p:sp>
    </p:spTree>
    <p:extLst>
      <p:ext uri="{BB962C8B-B14F-4D97-AF65-F5344CB8AC3E}">
        <p14:creationId xmlns:p14="http://schemas.microsoft.com/office/powerpoint/2010/main" val="120013133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8" name="Espace réservé du contenu 7">
            <a:extLst xmlns:a="http://schemas.openxmlformats.org/drawingml/2006/main">
              <a:ext uri="{FF2B5EF4-FFF2-40B4-BE49-F238E27FC236}">
                <a16:creationId xmlns:a16="http://schemas.microsoft.com/office/drawing/2014/main" id="{95B38E6A-894B-9D07-BE3B-95F52F97B0EF}"/>
              </a:ext>
            </a:extLst>
          </p:cNvPr>
          <p:cNvSpPr>
            <a:spLocks xmlns:a="http://schemas.openxmlformats.org/drawingml/2006/main" noGrp="1"/>
          </p:cNvSpPr>
          <p:nvPr>
            <p:ph idx="1"/>
          </p:nvPr>
        </p:nvSpPr>
        <p:spPr>
          <a:xfrm xmlns:a="http://schemas.openxmlformats.org/drawingml/2006/main">
            <a:off x="550863" y="3429000"/>
            <a:ext cx="3744912" cy="3095625"/>
          </a:xfrm>
        </p:spPr>
        <p:txBody>
          <a:bodyPr xmlns:a="http://schemas.openxmlformats.org/drawingml/2006/main">
            <a:normAutofit/>
          </a:bodyPr>
          <a:lstStyle xmlns:a="http://schemas.openxmlformats.org/drawingml/2006/main"/>
          <a:p xmlns:a="http://schemas.openxmlformats.org/drawingml/2006/main">
            <a:pPr marL="0" indent="0">
              <a:buNone/>
            </a:pPr>
            <a:r>
              <a:rPr b="1"/>
              <a:t>Challenge: to translate </a:t>
            </a:r>
            <a:r>
              <a:rPr b="1"/>
              <a:t>research</a:t>
            </a:r>
            <a:r>
              <a:rPr b="1"/>
              <a:t> </a:t>
            </a:r>
            <a:r>
              <a:rPr b="1"/>
              <a:t>into</a:t>
            </a:r>
            <a:r>
              <a:rPr b="1"/>
              <a:t> solution </a:t>
            </a:r>
            <a:r>
              <a:rPr b="1"/>
              <a:t>with</a:t>
            </a:r>
            <a:r>
              <a:rPr b="1"/>
              <a:t> real impact </a:t>
            </a:r>
          </a:p>
          <a:p xmlns:a="http://schemas.openxmlformats.org/drawingml/2006/main">
            <a:r>
              <a:rPr sz="2000"/>
              <a:t>We</a:t>
            </a:r>
            <a:r>
              <a:rPr sz="2000"/>
              <a:t> </a:t>
            </a:r>
            <a:r>
              <a:rPr sz="2000"/>
              <a:t>need</a:t>
            </a:r>
            <a:r>
              <a:rPr sz="2000"/>
              <a:t> to </a:t>
            </a:r>
            <a:r>
              <a:rPr sz="2000"/>
              <a:t>accelerate</a:t>
            </a:r>
            <a:r>
              <a:rPr sz="2000"/>
              <a:t> the </a:t>
            </a:r>
            <a:r>
              <a:rPr sz="2000"/>
              <a:t>societal</a:t>
            </a:r>
            <a:r>
              <a:rPr sz="2000"/>
              <a:t> adoption of </a:t>
            </a:r>
            <a:r>
              <a:rPr sz="2000"/>
              <a:t>academic</a:t>
            </a:r>
            <a:r>
              <a:rPr sz="2000"/>
              <a:t> </a:t>
            </a:r>
            <a:r>
              <a:rPr sz="2000"/>
              <a:t>research</a:t>
            </a:r>
            <a:r>
              <a:rPr sz="2000"/>
              <a:t> </a:t>
            </a:r>
            <a:r>
              <a:rPr sz="2000"/>
              <a:t>through</a:t>
            </a:r>
            <a:r>
              <a:rPr sz="2000"/>
              <a:t> efficient commercial translation of disruptive </a:t>
            </a:r>
            <a:r>
              <a:rPr sz="2000"/>
              <a:t>research</a:t>
            </a:r>
            <a:endParaRPr sz="2000"/>
          </a:p>
        </p:txBody>
      </p:sp>
      <p:sp>
        <p:nvSpPr>
          <p:cNvPr id="2" name="Title 1">
            <a:extLst xmlns:a="http://schemas.openxmlformats.org/drawingml/2006/main">
              <a:ext uri="{FF2B5EF4-FFF2-40B4-BE49-F238E27FC236}">
                <a16:creationId xmlns:a16="http://schemas.microsoft.com/office/drawing/2014/main" id="{27AA4FCC-6AE7-B7A9-2930-A45FE9BEF74C}"/>
              </a:ext>
            </a:extLst>
          </p:cNvPr>
          <p:cNvSpPr>
            <a:spLocks xmlns:a="http://schemas.openxmlformats.org/drawingml/2006/main" noGrp="1"/>
          </p:cNvSpPr>
          <p:nvPr>
            <p:ph type="title" idx="0"/>
          </p:nvPr>
        </p:nvSpPr>
        <p:spPr>
          <a:xfrm xmlns:a="http://schemas.openxmlformats.org/drawingml/2006/main">
            <a:off x="526000" y="635473"/>
            <a:ext cx="5498563" cy="2106613"/>
          </a:xfrm>
        </p:spPr>
        <p:txBody>
          <a:bodyPr xmlns:a="http://schemas.openxmlformats.org/drawingml/2006/main">
            <a:normAutofit/>
          </a:bodyPr>
          <a:lstStyle xmlns:a="http://schemas.openxmlformats.org/drawingml/2006/main"/>
          <a:p xmlns:a="http://schemas.openxmlformats.org/drawingml/2006/main">
            <a:r>
              <a:t>EPF’s as a Source of Disruptive Tech and Science Research</a:t>
            </a:r>
            <a:endParaRPr/>
          </a:p>
        </p:txBody>
      </p:sp>
      <p:pic>
        <p:nvPicPr>
          <p:cNvPr id="12" name="Picture 6"/>
          <p:cNvPicPr>
            <a:picLocks xmlns:a="http://schemas.openxmlformats.org/drawingml/2006/main" noChangeAspect="1"/>
          </p:cNvPicPr>
          <p:nvPr/>
        </p:nvPicPr>
        <p:blipFill rotWithShape="1">
          <a:blip xmlns:r="http://schemas.openxmlformats.org/officeDocument/2006/relationships" xmlns:a="http://schemas.openxmlformats.org/drawingml/2006/main" r:embed="Rc5016b891ce34ea0"/>
          <a:srcRect xmlns:a="http://schemas.openxmlformats.org/drawingml/2006/main" l="0" t="0" r="0" b="0"/>
          <a:stretch xmlns:a="http://schemas.openxmlformats.org/drawingml/2006/main"/>
        </p:blipFill>
        <p:spPr>
          <a:xfrm xmlns:a="http://schemas.openxmlformats.org/drawingml/2006/main">
            <a:off x="4597400" y="2596441"/>
            <a:ext cx="7346875" cy="4261559"/>
          </a:xfrm>
          <a:prstGeom xmlns:a="http://schemas.openxmlformats.org/drawingml/2006/main" prst="rect">
            <a:avLst/>
          </a:prstGeom>
        </p:spPr>
      </p:pic>
      <p:sp>
        <p:nvSpPr>
          <p:cNvPr id="3" name="Espace réservé de la date 2">
            <a:extLst xmlns:a="http://schemas.openxmlformats.org/drawingml/2006/main">
              <a:ext uri="{FF2B5EF4-FFF2-40B4-BE49-F238E27FC236}">
                <a16:creationId xmlns:a16="http://schemas.microsoft.com/office/drawing/2014/main" id="{3D7092DD-A445-C3B6-5D81-4A3A3533AD6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4" name="Espace réservé du pied de page 3">
            <a:extLst xmlns:a="http://schemas.openxmlformats.org/drawingml/2006/main">
              <a:ext uri="{FF2B5EF4-FFF2-40B4-BE49-F238E27FC236}">
                <a16:creationId xmlns:a16="http://schemas.microsoft.com/office/drawing/2014/main" id="{7957E87A-4F3D-AB67-3AB1-5CC05C351B2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Espace réservé du numéro de diapositive 4">
            <a:extLst xmlns:a="http://schemas.openxmlformats.org/drawingml/2006/main">
              <a:ext uri="{FF2B5EF4-FFF2-40B4-BE49-F238E27FC236}">
                <a16:creationId xmlns:a16="http://schemas.microsoft.com/office/drawing/2014/main" id="{53B8DDDC-0CD8-FE5F-FD3E-BEED3A5FA8F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1E1CD7C-2161-7D43-862E-CE4C333CD873}" type="slidenum">
              <a:t>54</a:t>
            </a:fld>
            <a:endParaRPr/>
          </a:p>
        </p:txBody>
      </p:sp>
    </p:spTree>
    <p:extLst>
      <p:ext uri="{BB962C8B-B14F-4D97-AF65-F5344CB8AC3E}">
        <p14:creationId xmlns:p14="http://schemas.microsoft.com/office/powerpoint/2010/main" val="192576482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8" name="Espace réservé du contenu 7">
            <a:extLst xmlns:a="http://schemas.openxmlformats.org/drawingml/2006/main">
              <a:ext uri="{FF2B5EF4-FFF2-40B4-BE49-F238E27FC236}">
                <a16:creationId xmlns:a16="http://schemas.microsoft.com/office/drawing/2014/main" id="{95B38E6A-894B-9D07-BE3B-95F52F97B0EF}"/>
              </a:ext>
            </a:extLst>
          </p:cNvPr>
          <p:cNvSpPr>
            <a:spLocks xmlns:a="http://schemas.openxmlformats.org/drawingml/2006/main" noGrp="1"/>
          </p:cNvSpPr>
          <p:nvPr>
            <p:ph idx="1"/>
          </p:nvPr>
        </p:nvSpPr>
        <p:spPr>
          <a:xfrm xmlns:a="http://schemas.openxmlformats.org/drawingml/2006/main">
            <a:off x="550863" y="3429000"/>
            <a:ext cx="3744912" cy="3095625"/>
          </a:xfrm>
        </p:spPr>
        <p:txBody>
          <a:bodyPr xmlns:a="http://schemas.openxmlformats.org/drawingml/2006/main">
            <a:normAutofit/>
          </a:bodyPr>
          <a:lstStyle xmlns:a="http://schemas.openxmlformats.org/drawingml/2006/main"/>
          <a:p xmlns:a="http://schemas.openxmlformats.org/drawingml/2006/main">
            <a:pPr marL="0" indent="0">
              <a:buNone/>
            </a:pPr>
            <a:r>
              <a:rPr b="1"/>
              <a:t>Challenge: to translate </a:t>
            </a:r>
            <a:r>
              <a:rPr b="1"/>
              <a:t>research</a:t>
            </a:r>
            <a:r>
              <a:rPr b="1"/>
              <a:t> </a:t>
            </a:r>
            <a:r>
              <a:rPr b="1"/>
              <a:t>into</a:t>
            </a:r>
            <a:r>
              <a:rPr b="1"/>
              <a:t> solution </a:t>
            </a:r>
            <a:r>
              <a:rPr b="1"/>
              <a:t>with</a:t>
            </a:r>
            <a:r>
              <a:rPr b="1"/>
              <a:t> real impact </a:t>
            </a:r>
          </a:p>
          <a:p xmlns:a="http://schemas.openxmlformats.org/drawingml/2006/main">
            <a:r>
              <a:rPr sz="2000"/>
              <a:t>We</a:t>
            </a:r>
            <a:r>
              <a:rPr sz="2000"/>
              <a:t> </a:t>
            </a:r>
            <a:r>
              <a:rPr sz="2000"/>
              <a:t>need</a:t>
            </a:r>
            <a:r>
              <a:rPr sz="2000"/>
              <a:t> to </a:t>
            </a:r>
            <a:r>
              <a:rPr sz="2000"/>
              <a:t>accelerate</a:t>
            </a:r>
            <a:r>
              <a:rPr sz="2000"/>
              <a:t> the </a:t>
            </a:r>
            <a:r>
              <a:rPr sz="2000"/>
              <a:t>societal</a:t>
            </a:r>
            <a:r>
              <a:rPr sz="2000"/>
              <a:t> adoption of </a:t>
            </a:r>
            <a:r>
              <a:rPr sz="2000"/>
              <a:t>academic</a:t>
            </a:r>
            <a:r>
              <a:rPr sz="2000"/>
              <a:t> </a:t>
            </a:r>
            <a:r>
              <a:rPr sz="2000"/>
              <a:t>research</a:t>
            </a:r>
            <a:r>
              <a:rPr sz="2000"/>
              <a:t> </a:t>
            </a:r>
            <a:r>
              <a:rPr sz="2000"/>
              <a:t>through</a:t>
            </a:r>
            <a:r>
              <a:rPr sz="2000"/>
              <a:t> efficient commercial translation of disruptive </a:t>
            </a:r>
            <a:r>
              <a:rPr sz="2000"/>
              <a:t>research</a:t>
            </a:r>
            <a:endParaRPr sz="2000"/>
          </a:p>
        </p:txBody>
      </p:sp>
      <p:sp>
        <p:nvSpPr>
          <p:cNvPr id="2" name="Title 1">
            <a:extLst xmlns:a="http://schemas.openxmlformats.org/drawingml/2006/main">
              <a:ext uri="{FF2B5EF4-FFF2-40B4-BE49-F238E27FC236}">
                <a16:creationId xmlns:a16="http://schemas.microsoft.com/office/drawing/2014/main" id="{27AA4FCC-6AE7-B7A9-2930-A45FE9BEF74C}"/>
              </a:ext>
            </a:extLst>
          </p:cNvPr>
          <p:cNvSpPr>
            <a:spLocks xmlns:a="http://schemas.openxmlformats.org/drawingml/2006/main" noGrp="1"/>
          </p:cNvSpPr>
          <p:nvPr>
            <p:ph type="title" idx="0"/>
          </p:nvPr>
        </p:nvSpPr>
        <p:spPr>
          <a:xfrm xmlns:a="http://schemas.openxmlformats.org/drawingml/2006/main">
            <a:off x="526000" y="635473"/>
            <a:ext cx="5498563" cy="2106613"/>
          </a:xfrm>
        </p:spPr>
        <p:txBody>
          <a:bodyPr xmlns:a="http://schemas.openxmlformats.org/drawingml/2006/main">
            <a:normAutofit/>
          </a:bodyPr>
          <a:lstStyle xmlns:a="http://schemas.openxmlformats.org/drawingml/2006/main"/>
          <a:p xmlns:a="http://schemas.openxmlformats.org/drawingml/2006/main">
            <a:r>
              <a:t>EPF’s as a Source of Disruptive Tech and Science Research</a:t>
            </a:r>
            <a:endParaRPr/>
          </a:p>
        </p:txBody>
      </p:sp>
      <p:pic>
        <p:nvPicPr>
          <p:cNvPr id="12" name="Picture 6"/>
          <p:cNvPicPr>
            <a:picLocks xmlns:a="http://schemas.openxmlformats.org/drawingml/2006/main" noChangeAspect="1"/>
          </p:cNvPicPr>
          <p:nvPr/>
        </p:nvPicPr>
        <p:blipFill rotWithShape="1">
          <a:blip xmlns:r="http://schemas.openxmlformats.org/officeDocument/2006/relationships" xmlns:a="http://schemas.openxmlformats.org/drawingml/2006/main" r:embed="Rcd129fcc705341da"/>
          <a:srcRect xmlns:a="http://schemas.openxmlformats.org/drawingml/2006/main" l="0" t="0" r="0" b="0"/>
          <a:stretch xmlns:a="http://schemas.openxmlformats.org/drawingml/2006/main"/>
        </p:blipFill>
        <p:spPr>
          <a:xfrm xmlns:a="http://schemas.openxmlformats.org/drawingml/2006/main">
            <a:off x="4597400" y="2596441"/>
            <a:ext cx="7346875" cy="4261559"/>
          </a:xfrm>
          <a:prstGeom xmlns:a="http://schemas.openxmlformats.org/drawingml/2006/main" prst="rect">
            <a:avLst/>
          </a:prstGeom>
        </p:spPr>
      </p:pic>
      <p:sp>
        <p:nvSpPr>
          <p:cNvPr id="3" name="Espace réservé de la date 2">
            <a:extLst xmlns:a="http://schemas.openxmlformats.org/drawingml/2006/main">
              <a:ext uri="{FF2B5EF4-FFF2-40B4-BE49-F238E27FC236}">
                <a16:creationId xmlns:a16="http://schemas.microsoft.com/office/drawing/2014/main" id="{3D7092DD-A445-C3B6-5D81-4A3A3533AD6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4" name="Espace réservé du pied de page 3">
            <a:extLst xmlns:a="http://schemas.openxmlformats.org/drawingml/2006/main">
              <a:ext uri="{FF2B5EF4-FFF2-40B4-BE49-F238E27FC236}">
                <a16:creationId xmlns:a16="http://schemas.microsoft.com/office/drawing/2014/main" id="{7957E87A-4F3D-AB67-3AB1-5CC05C351B2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Espace réservé du numéro de diapositive 4">
            <a:extLst xmlns:a="http://schemas.openxmlformats.org/drawingml/2006/main">
              <a:ext uri="{FF2B5EF4-FFF2-40B4-BE49-F238E27FC236}">
                <a16:creationId xmlns:a16="http://schemas.microsoft.com/office/drawing/2014/main" id="{53B8DDDC-0CD8-FE5F-FD3E-BEED3A5FA8F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1E1CD7C-2161-7D43-862E-CE4C333CD873}" type="slidenum">
              <a:t>54</a:t>
            </a:fld>
            <a:endParaRPr/>
          </a:p>
        </p:txBody>
      </p:sp>
    </p:spTree>
    <p:extLst>
      <p:ext uri="{BB962C8B-B14F-4D97-AF65-F5344CB8AC3E}">
        <p14:creationId xmlns:p14="http://schemas.microsoft.com/office/powerpoint/2010/main" val="192576482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8" name="Espace réservé du contenu 7">
            <a:extLst xmlns:a="http://schemas.openxmlformats.org/drawingml/2006/main">
              <a:ext uri="{FF2B5EF4-FFF2-40B4-BE49-F238E27FC236}">
                <a16:creationId xmlns:a16="http://schemas.microsoft.com/office/drawing/2014/main" id="{95B38E6A-894B-9D07-BE3B-95F52F97B0EF}"/>
              </a:ext>
            </a:extLst>
          </p:cNvPr>
          <p:cNvSpPr>
            <a:spLocks xmlns:a="http://schemas.openxmlformats.org/drawingml/2006/main" noGrp="1"/>
          </p:cNvSpPr>
          <p:nvPr>
            <p:ph idx="1"/>
          </p:nvPr>
        </p:nvSpPr>
        <p:spPr>
          <a:xfrm xmlns:a="http://schemas.openxmlformats.org/drawingml/2006/main">
            <a:off x="550863" y="3429000"/>
            <a:ext cx="3744912" cy="3095625"/>
          </a:xfrm>
        </p:spPr>
        <p:txBody>
          <a:bodyPr xmlns:a="http://schemas.openxmlformats.org/drawingml/2006/main">
            <a:normAutofit/>
          </a:bodyPr>
          <a:lstStyle xmlns:a="http://schemas.openxmlformats.org/drawingml/2006/main"/>
          <a:p xmlns:a="http://schemas.openxmlformats.org/drawingml/2006/main">
            <a:pPr marL="0" indent="0">
              <a:buNone/>
            </a:pPr>
            <a:r>
              <a:rPr b="1"/>
              <a:t>Challenge: to translate </a:t>
            </a:r>
            <a:r>
              <a:rPr b="1"/>
              <a:t>research</a:t>
            </a:r>
            <a:r>
              <a:rPr b="1"/>
              <a:t> </a:t>
            </a:r>
            <a:r>
              <a:rPr b="1"/>
              <a:t>into</a:t>
            </a:r>
            <a:r>
              <a:rPr b="1"/>
              <a:t> solution </a:t>
            </a:r>
            <a:r>
              <a:rPr b="1"/>
              <a:t>with</a:t>
            </a:r>
            <a:r>
              <a:rPr b="1"/>
              <a:t> real impact </a:t>
            </a:r>
          </a:p>
          <a:p xmlns:a="http://schemas.openxmlformats.org/drawingml/2006/main">
            <a:r>
              <a:rPr sz="2000"/>
              <a:t>We</a:t>
            </a:r>
            <a:r>
              <a:rPr sz="2000"/>
              <a:t> </a:t>
            </a:r>
            <a:r>
              <a:rPr sz="2000"/>
              <a:t>need</a:t>
            </a:r>
            <a:r>
              <a:rPr sz="2000"/>
              <a:t> to </a:t>
            </a:r>
            <a:r>
              <a:rPr sz="2000"/>
              <a:t>accelerate</a:t>
            </a:r>
            <a:r>
              <a:rPr sz="2000"/>
              <a:t> the </a:t>
            </a:r>
            <a:r>
              <a:rPr sz="2000"/>
              <a:t>societal</a:t>
            </a:r>
            <a:r>
              <a:rPr sz="2000"/>
              <a:t> adoption of </a:t>
            </a:r>
            <a:r>
              <a:rPr sz="2000"/>
              <a:t>academic</a:t>
            </a:r>
            <a:r>
              <a:rPr sz="2000"/>
              <a:t> </a:t>
            </a:r>
            <a:r>
              <a:rPr sz="2000"/>
              <a:t>research</a:t>
            </a:r>
            <a:r>
              <a:rPr sz="2000"/>
              <a:t> </a:t>
            </a:r>
            <a:r>
              <a:rPr sz="2000"/>
              <a:t>through</a:t>
            </a:r>
            <a:r>
              <a:rPr sz="2000"/>
              <a:t> efficient commercial translation of disruptive </a:t>
            </a:r>
            <a:r>
              <a:rPr sz="2000"/>
              <a:t>research</a:t>
            </a:r>
            <a:endParaRPr sz="2000"/>
          </a:p>
        </p:txBody>
      </p:sp>
      <p:sp>
        <p:nvSpPr>
          <p:cNvPr id="2" name="Title 1">
            <a:extLst xmlns:a="http://schemas.openxmlformats.org/drawingml/2006/main">
              <a:ext uri="{FF2B5EF4-FFF2-40B4-BE49-F238E27FC236}">
                <a16:creationId xmlns:a16="http://schemas.microsoft.com/office/drawing/2014/main" id="{27AA4FCC-6AE7-B7A9-2930-A45FE9BEF74C}"/>
              </a:ext>
            </a:extLst>
          </p:cNvPr>
          <p:cNvSpPr>
            <a:spLocks xmlns:a="http://schemas.openxmlformats.org/drawingml/2006/main" noGrp="1"/>
          </p:cNvSpPr>
          <p:nvPr>
            <p:ph type="title" idx="0"/>
          </p:nvPr>
        </p:nvSpPr>
        <p:spPr>
          <a:xfrm xmlns:a="http://schemas.openxmlformats.org/drawingml/2006/main">
            <a:off x="526000" y="635473"/>
            <a:ext cx="5498563" cy="2106613"/>
          </a:xfrm>
        </p:spPr>
        <p:txBody>
          <a:bodyPr xmlns:a="http://schemas.openxmlformats.org/drawingml/2006/main">
            <a:normAutofit/>
          </a:bodyPr>
          <a:lstStyle xmlns:a="http://schemas.openxmlformats.org/drawingml/2006/main"/>
          <a:p xmlns:a="http://schemas.openxmlformats.org/drawingml/2006/main">
            <a:r>
              <a:t>EPF’s as a Source of Disruptive Tech and Science Research</a:t>
            </a:r>
            <a:endParaRPr/>
          </a:p>
        </p:txBody>
      </p:sp>
      <p:pic>
        <p:nvPicPr>
          <p:cNvPr id="12" name="Picture 6"/>
          <p:cNvPicPr>
            <a:picLocks xmlns:a="http://schemas.openxmlformats.org/drawingml/2006/main" noChangeAspect="1"/>
          </p:cNvPicPr>
          <p:nvPr/>
        </p:nvPicPr>
        <p:blipFill rotWithShape="1">
          <a:blip xmlns:r="http://schemas.openxmlformats.org/officeDocument/2006/relationships" xmlns:a="http://schemas.openxmlformats.org/drawingml/2006/main" r:embed="R1653080c98414caf"/>
          <a:srcRect xmlns:a="http://schemas.openxmlformats.org/drawingml/2006/main" l="0" t="0" r="0" b="0"/>
          <a:stretch xmlns:a="http://schemas.openxmlformats.org/drawingml/2006/main"/>
        </p:blipFill>
        <p:spPr>
          <a:xfrm xmlns:a="http://schemas.openxmlformats.org/drawingml/2006/main">
            <a:off x="4597400" y="2596441"/>
            <a:ext cx="7346875" cy="4261559"/>
          </a:xfrm>
          <a:prstGeom xmlns:a="http://schemas.openxmlformats.org/drawingml/2006/main" prst="rect">
            <a:avLst/>
          </a:prstGeom>
        </p:spPr>
      </p:pic>
      <p:sp>
        <p:nvSpPr>
          <p:cNvPr id="3" name="Espace réservé de la date 2">
            <a:extLst xmlns:a="http://schemas.openxmlformats.org/drawingml/2006/main">
              <a:ext uri="{FF2B5EF4-FFF2-40B4-BE49-F238E27FC236}">
                <a16:creationId xmlns:a16="http://schemas.microsoft.com/office/drawing/2014/main" id="{3D7092DD-A445-C3B6-5D81-4A3A3533AD6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4" name="Espace réservé du pied de page 3">
            <a:extLst xmlns:a="http://schemas.openxmlformats.org/drawingml/2006/main">
              <a:ext uri="{FF2B5EF4-FFF2-40B4-BE49-F238E27FC236}">
                <a16:creationId xmlns:a16="http://schemas.microsoft.com/office/drawing/2014/main" id="{7957E87A-4F3D-AB67-3AB1-5CC05C351B2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Espace réservé du numéro de diapositive 4">
            <a:extLst xmlns:a="http://schemas.openxmlformats.org/drawingml/2006/main">
              <a:ext uri="{FF2B5EF4-FFF2-40B4-BE49-F238E27FC236}">
                <a16:creationId xmlns:a16="http://schemas.microsoft.com/office/drawing/2014/main" id="{53B8DDDC-0CD8-FE5F-FD3E-BEED3A5FA8F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1E1CD7C-2161-7D43-862E-CE4C333CD873}" type="slidenum">
              <a:t>54</a:t>
            </a:fld>
            <a:endParaRPr/>
          </a:p>
        </p:txBody>
      </p:sp>
    </p:spTree>
    <p:extLst>
      <p:ext uri="{BB962C8B-B14F-4D97-AF65-F5344CB8AC3E}">
        <p14:creationId xmlns:p14="http://schemas.microsoft.com/office/powerpoint/2010/main" val="192576482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8" name="Espace réservé du contenu 7">
            <a:extLst xmlns:a="http://schemas.openxmlformats.org/drawingml/2006/main">
              <a:ext uri="{FF2B5EF4-FFF2-40B4-BE49-F238E27FC236}">
                <a16:creationId xmlns:a16="http://schemas.microsoft.com/office/drawing/2014/main" id="{95B38E6A-894B-9D07-BE3B-95F52F97B0EF}"/>
              </a:ext>
            </a:extLst>
          </p:cNvPr>
          <p:cNvSpPr>
            <a:spLocks xmlns:a="http://schemas.openxmlformats.org/drawingml/2006/main" noGrp="1"/>
          </p:cNvSpPr>
          <p:nvPr>
            <p:ph idx="1"/>
          </p:nvPr>
        </p:nvSpPr>
        <p:spPr>
          <a:xfrm xmlns:a="http://schemas.openxmlformats.org/drawingml/2006/main">
            <a:off x="550863" y="3429000"/>
            <a:ext cx="3744912" cy="3095625"/>
          </a:xfrm>
        </p:spPr>
        <p:txBody>
          <a:bodyPr xmlns:a="http://schemas.openxmlformats.org/drawingml/2006/main">
            <a:normAutofit/>
          </a:bodyPr>
          <a:lstStyle xmlns:a="http://schemas.openxmlformats.org/drawingml/2006/main"/>
          <a:p xmlns:a="http://schemas.openxmlformats.org/drawingml/2006/main">
            <a:pPr marL="0" indent="0">
              <a:buNone/>
            </a:pPr>
            <a:r>
              <a:rPr b="1"/>
              <a:t>Challenge: to translate </a:t>
            </a:r>
            <a:r>
              <a:rPr b="1"/>
              <a:t>research</a:t>
            </a:r>
            <a:r>
              <a:rPr b="1"/>
              <a:t> </a:t>
            </a:r>
            <a:r>
              <a:rPr b="1"/>
              <a:t>into</a:t>
            </a:r>
            <a:r>
              <a:rPr b="1"/>
              <a:t> solution </a:t>
            </a:r>
            <a:r>
              <a:rPr b="1"/>
              <a:t>with</a:t>
            </a:r>
            <a:r>
              <a:rPr b="1"/>
              <a:t> real impact </a:t>
            </a:r>
          </a:p>
          <a:p xmlns:a="http://schemas.openxmlformats.org/drawingml/2006/main">
            <a:r>
              <a:rPr sz="2000"/>
              <a:t>We</a:t>
            </a:r>
            <a:r>
              <a:rPr sz="2000"/>
              <a:t> </a:t>
            </a:r>
            <a:r>
              <a:rPr sz="2000"/>
              <a:t>need</a:t>
            </a:r>
            <a:r>
              <a:rPr sz="2000"/>
              <a:t> to </a:t>
            </a:r>
            <a:r>
              <a:rPr sz="2000"/>
              <a:t>accelerate</a:t>
            </a:r>
            <a:r>
              <a:rPr sz="2000"/>
              <a:t> the </a:t>
            </a:r>
            <a:r>
              <a:rPr sz="2000"/>
              <a:t>societal</a:t>
            </a:r>
            <a:r>
              <a:rPr sz="2000"/>
              <a:t> adoption of </a:t>
            </a:r>
            <a:r>
              <a:rPr sz="2000"/>
              <a:t>academic</a:t>
            </a:r>
            <a:r>
              <a:rPr sz="2000"/>
              <a:t> </a:t>
            </a:r>
            <a:r>
              <a:rPr sz="2000"/>
              <a:t>research</a:t>
            </a:r>
            <a:r>
              <a:rPr sz="2000"/>
              <a:t> </a:t>
            </a:r>
            <a:r>
              <a:rPr sz="2000"/>
              <a:t>through</a:t>
            </a:r>
            <a:r>
              <a:rPr sz="2000"/>
              <a:t> efficient commercial translation of disruptive </a:t>
            </a:r>
            <a:r>
              <a:rPr sz="2000"/>
              <a:t>research</a:t>
            </a:r>
            <a:endParaRPr sz="2000"/>
          </a:p>
        </p:txBody>
      </p:sp>
      <p:sp>
        <p:nvSpPr>
          <p:cNvPr id="2" name="Title 1">
            <a:extLst xmlns:a="http://schemas.openxmlformats.org/drawingml/2006/main">
              <a:ext uri="{FF2B5EF4-FFF2-40B4-BE49-F238E27FC236}">
                <a16:creationId xmlns:a16="http://schemas.microsoft.com/office/drawing/2014/main" id="{27AA4FCC-6AE7-B7A9-2930-A45FE9BEF74C}"/>
              </a:ext>
            </a:extLst>
          </p:cNvPr>
          <p:cNvSpPr>
            <a:spLocks xmlns:a="http://schemas.openxmlformats.org/drawingml/2006/main" noGrp="1"/>
          </p:cNvSpPr>
          <p:nvPr>
            <p:ph type="title" idx="0"/>
          </p:nvPr>
        </p:nvSpPr>
        <p:spPr>
          <a:xfrm xmlns:a="http://schemas.openxmlformats.org/drawingml/2006/main">
            <a:off x="526000" y="635473"/>
            <a:ext cx="5498563" cy="2106613"/>
          </a:xfrm>
        </p:spPr>
        <p:txBody>
          <a:bodyPr xmlns:a="http://schemas.openxmlformats.org/drawingml/2006/main">
            <a:normAutofit/>
          </a:bodyPr>
          <a:lstStyle xmlns:a="http://schemas.openxmlformats.org/drawingml/2006/main"/>
          <a:p xmlns:a="http://schemas.openxmlformats.org/drawingml/2006/main">
            <a:r>
              <a:t>EPF’s as a Source of Disruptive Tech and Science Research</a:t>
            </a:r>
            <a:endParaRPr/>
          </a:p>
        </p:txBody>
      </p:sp>
      <p:pic>
        <p:nvPicPr>
          <p:cNvPr id="12" name="Picture 6"/>
          <p:cNvPicPr>
            <a:picLocks xmlns:a="http://schemas.openxmlformats.org/drawingml/2006/main" noChangeAspect="1"/>
          </p:cNvPicPr>
          <p:nvPr/>
        </p:nvPicPr>
        <p:blipFill rotWithShape="1">
          <a:blip xmlns:r="http://schemas.openxmlformats.org/officeDocument/2006/relationships" xmlns:a="http://schemas.openxmlformats.org/drawingml/2006/main" r:embed="R9ff3ac9bc91f45de"/>
          <a:srcRect xmlns:a="http://schemas.openxmlformats.org/drawingml/2006/main" l="0" t="0" r="0" b="0"/>
          <a:stretch xmlns:a="http://schemas.openxmlformats.org/drawingml/2006/main"/>
        </p:blipFill>
        <p:spPr>
          <a:xfrm xmlns:a="http://schemas.openxmlformats.org/drawingml/2006/main">
            <a:off x="4597400" y="2596441"/>
            <a:ext cx="7346875" cy="4261559"/>
          </a:xfrm>
          <a:prstGeom xmlns:a="http://schemas.openxmlformats.org/drawingml/2006/main" prst="rect">
            <a:avLst/>
          </a:prstGeom>
        </p:spPr>
      </p:pic>
      <p:sp>
        <p:nvSpPr>
          <p:cNvPr id="3" name="Espace réservé de la date 2">
            <a:extLst xmlns:a="http://schemas.openxmlformats.org/drawingml/2006/main">
              <a:ext uri="{FF2B5EF4-FFF2-40B4-BE49-F238E27FC236}">
                <a16:creationId xmlns:a16="http://schemas.microsoft.com/office/drawing/2014/main" id="{3D7092DD-A445-C3B6-5D81-4A3A3533AD6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4" name="Espace réservé du pied de page 3">
            <a:extLst xmlns:a="http://schemas.openxmlformats.org/drawingml/2006/main">
              <a:ext uri="{FF2B5EF4-FFF2-40B4-BE49-F238E27FC236}">
                <a16:creationId xmlns:a16="http://schemas.microsoft.com/office/drawing/2014/main" id="{7957E87A-4F3D-AB67-3AB1-5CC05C351B2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Espace réservé du numéro de diapositive 4">
            <a:extLst xmlns:a="http://schemas.openxmlformats.org/drawingml/2006/main">
              <a:ext uri="{FF2B5EF4-FFF2-40B4-BE49-F238E27FC236}">
                <a16:creationId xmlns:a16="http://schemas.microsoft.com/office/drawing/2014/main" id="{53B8DDDC-0CD8-FE5F-FD3E-BEED3A5FA8F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1E1CD7C-2161-7D43-862E-CE4C333CD873}" type="slidenum">
              <a:t>54</a:t>
            </a:fld>
            <a:endParaRPr/>
          </a:p>
        </p:txBody>
      </p:sp>
    </p:spTree>
    <p:extLst>
      <p:ext uri="{BB962C8B-B14F-4D97-AF65-F5344CB8AC3E}">
        <p14:creationId xmlns:p14="http://schemas.microsoft.com/office/powerpoint/2010/main" val="192576482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8" name="Espace réservé du contenu 7">
            <a:extLst xmlns:a="http://schemas.openxmlformats.org/drawingml/2006/main">
              <a:ext uri="{FF2B5EF4-FFF2-40B4-BE49-F238E27FC236}">
                <a16:creationId xmlns:a16="http://schemas.microsoft.com/office/drawing/2014/main" id="{95B38E6A-894B-9D07-BE3B-95F52F97B0EF}"/>
              </a:ext>
            </a:extLst>
          </p:cNvPr>
          <p:cNvSpPr>
            <a:spLocks xmlns:a="http://schemas.openxmlformats.org/drawingml/2006/main" noGrp="1"/>
          </p:cNvSpPr>
          <p:nvPr>
            <p:ph idx="1"/>
          </p:nvPr>
        </p:nvSpPr>
        <p:spPr>
          <a:xfrm xmlns:a="http://schemas.openxmlformats.org/drawingml/2006/main">
            <a:off x="550863" y="3429000"/>
            <a:ext cx="3744912" cy="3095625"/>
          </a:xfrm>
        </p:spPr>
        <p:txBody>
          <a:bodyPr xmlns:a="http://schemas.openxmlformats.org/drawingml/2006/main">
            <a:normAutofit/>
          </a:bodyPr>
          <a:lstStyle xmlns:a="http://schemas.openxmlformats.org/drawingml/2006/main"/>
          <a:p xmlns:a="http://schemas.openxmlformats.org/drawingml/2006/main">
            <a:pPr marL="0" indent="0">
              <a:buNone/>
            </a:pPr>
            <a:r>
              <a:rPr b="1"/>
              <a:t>Challenge: to translate </a:t>
            </a:r>
            <a:r>
              <a:rPr b="1"/>
              <a:t>research</a:t>
            </a:r>
            <a:r>
              <a:rPr b="1"/>
              <a:t> </a:t>
            </a:r>
            <a:r>
              <a:rPr b="1"/>
              <a:t>into</a:t>
            </a:r>
            <a:r>
              <a:rPr b="1"/>
              <a:t> solution </a:t>
            </a:r>
            <a:r>
              <a:rPr b="1"/>
              <a:t>with</a:t>
            </a:r>
            <a:r>
              <a:rPr b="1"/>
              <a:t> real impact </a:t>
            </a:r>
          </a:p>
          <a:p xmlns:a="http://schemas.openxmlformats.org/drawingml/2006/main">
            <a:r>
              <a:rPr sz="2000"/>
              <a:t>We</a:t>
            </a:r>
            <a:r>
              <a:rPr sz="2000"/>
              <a:t> </a:t>
            </a:r>
            <a:r>
              <a:rPr sz="2000"/>
              <a:t>need</a:t>
            </a:r>
            <a:r>
              <a:rPr sz="2000"/>
              <a:t> to </a:t>
            </a:r>
            <a:r>
              <a:rPr sz="2000"/>
              <a:t>accelerate</a:t>
            </a:r>
            <a:r>
              <a:rPr sz="2000"/>
              <a:t> the </a:t>
            </a:r>
            <a:r>
              <a:rPr sz="2000"/>
              <a:t>societal</a:t>
            </a:r>
            <a:r>
              <a:rPr sz="2000"/>
              <a:t> adoption of </a:t>
            </a:r>
            <a:r>
              <a:rPr sz="2000"/>
              <a:t>academic</a:t>
            </a:r>
            <a:r>
              <a:rPr sz="2000"/>
              <a:t> </a:t>
            </a:r>
            <a:r>
              <a:rPr sz="2000"/>
              <a:t>research</a:t>
            </a:r>
            <a:r>
              <a:rPr sz="2000"/>
              <a:t> </a:t>
            </a:r>
            <a:r>
              <a:rPr sz="2000"/>
              <a:t>through</a:t>
            </a:r>
            <a:r>
              <a:rPr sz="2000"/>
              <a:t> efficient commercial translation of disruptive </a:t>
            </a:r>
            <a:r>
              <a:rPr sz="2000"/>
              <a:t>research</a:t>
            </a:r>
            <a:endParaRPr sz="2000"/>
          </a:p>
        </p:txBody>
      </p:sp>
      <p:sp>
        <p:nvSpPr>
          <p:cNvPr id="2" name="Title 1">
            <a:extLst xmlns:a="http://schemas.openxmlformats.org/drawingml/2006/main">
              <a:ext uri="{FF2B5EF4-FFF2-40B4-BE49-F238E27FC236}">
                <a16:creationId xmlns:a16="http://schemas.microsoft.com/office/drawing/2014/main" id="{27AA4FCC-6AE7-B7A9-2930-A45FE9BEF74C}"/>
              </a:ext>
            </a:extLst>
          </p:cNvPr>
          <p:cNvSpPr>
            <a:spLocks xmlns:a="http://schemas.openxmlformats.org/drawingml/2006/main" noGrp="1"/>
          </p:cNvSpPr>
          <p:nvPr>
            <p:ph type="title" idx="0"/>
          </p:nvPr>
        </p:nvSpPr>
        <p:spPr>
          <a:xfrm xmlns:a="http://schemas.openxmlformats.org/drawingml/2006/main">
            <a:off x="526000" y="635473"/>
            <a:ext cx="5498563" cy="2106613"/>
          </a:xfrm>
        </p:spPr>
        <p:txBody>
          <a:bodyPr xmlns:a="http://schemas.openxmlformats.org/drawingml/2006/main">
            <a:normAutofit/>
          </a:bodyPr>
          <a:lstStyle xmlns:a="http://schemas.openxmlformats.org/drawingml/2006/main"/>
          <a:p xmlns:a="http://schemas.openxmlformats.org/drawingml/2006/main">
            <a:r>
              <a:t>EPF’s as a Source of Disruptive Tech and Science Research</a:t>
            </a:r>
            <a:endParaRPr/>
          </a:p>
        </p:txBody>
      </p:sp>
      <p:pic>
        <p:nvPicPr>
          <p:cNvPr id="12" name="Picture 6"/>
          <p:cNvPicPr>
            <a:picLocks xmlns:a="http://schemas.openxmlformats.org/drawingml/2006/main" noChangeAspect="1"/>
          </p:cNvPicPr>
          <p:nvPr/>
        </p:nvPicPr>
        <p:blipFill rotWithShape="1">
          <a:blip xmlns:r="http://schemas.openxmlformats.org/officeDocument/2006/relationships" xmlns:a="http://schemas.openxmlformats.org/drawingml/2006/main" r:embed="Re91f9014518f4767"/>
          <a:srcRect xmlns:a="http://schemas.openxmlformats.org/drawingml/2006/main" l="0" t="0" r="0" b="0"/>
          <a:stretch xmlns:a="http://schemas.openxmlformats.org/drawingml/2006/main"/>
        </p:blipFill>
        <p:spPr>
          <a:xfrm xmlns:a="http://schemas.openxmlformats.org/drawingml/2006/main">
            <a:off x="4597400" y="2596441"/>
            <a:ext cx="7346875" cy="4261559"/>
          </a:xfrm>
          <a:prstGeom xmlns:a="http://schemas.openxmlformats.org/drawingml/2006/main" prst="rect">
            <a:avLst/>
          </a:prstGeom>
        </p:spPr>
      </p:pic>
      <p:sp>
        <p:nvSpPr>
          <p:cNvPr id="3" name="Espace réservé de la date 2">
            <a:extLst xmlns:a="http://schemas.openxmlformats.org/drawingml/2006/main">
              <a:ext uri="{FF2B5EF4-FFF2-40B4-BE49-F238E27FC236}">
                <a16:creationId xmlns:a16="http://schemas.microsoft.com/office/drawing/2014/main" id="{3D7092DD-A445-C3B6-5D81-4A3A3533AD6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4" name="Espace réservé du pied de page 3">
            <a:extLst xmlns:a="http://schemas.openxmlformats.org/drawingml/2006/main">
              <a:ext uri="{FF2B5EF4-FFF2-40B4-BE49-F238E27FC236}">
                <a16:creationId xmlns:a16="http://schemas.microsoft.com/office/drawing/2014/main" id="{7957E87A-4F3D-AB67-3AB1-5CC05C351B2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Espace réservé du numéro de diapositive 4">
            <a:extLst xmlns:a="http://schemas.openxmlformats.org/drawingml/2006/main">
              <a:ext uri="{FF2B5EF4-FFF2-40B4-BE49-F238E27FC236}">
                <a16:creationId xmlns:a16="http://schemas.microsoft.com/office/drawing/2014/main" id="{53B8DDDC-0CD8-FE5F-FD3E-BEED3A5FA8F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1E1CD7C-2161-7D43-862E-CE4C333CD873}" type="slidenum">
              <a:t>54</a:t>
            </a:fld>
            <a:endParaRPr/>
          </a:p>
        </p:txBody>
      </p:sp>
    </p:spTree>
    <p:extLst>
      <p:ext uri="{BB962C8B-B14F-4D97-AF65-F5344CB8AC3E}">
        <p14:creationId xmlns:p14="http://schemas.microsoft.com/office/powerpoint/2010/main" val="192576482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8" name="Espace réservé du contenu 7">
            <a:extLst xmlns:a="http://schemas.openxmlformats.org/drawingml/2006/main">
              <a:ext uri="{FF2B5EF4-FFF2-40B4-BE49-F238E27FC236}">
                <a16:creationId xmlns:a16="http://schemas.microsoft.com/office/drawing/2014/main" id="{95B38E6A-894B-9D07-BE3B-95F52F97B0EF}"/>
              </a:ext>
            </a:extLst>
          </p:cNvPr>
          <p:cNvSpPr>
            <a:spLocks xmlns:a="http://schemas.openxmlformats.org/drawingml/2006/main" noGrp="1"/>
          </p:cNvSpPr>
          <p:nvPr>
            <p:ph idx="1"/>
          </p:nvPr>
        </p:nvSpPr>
        <p:spPr>
          <a:xfrm xmlns:a="http://schemas.openxmlformats.org/drawingml/2006/main">
            <a:off x="550863" y="3429000"/>
            <a:ext cx="3744912" cy="3095625"/>
          </a:xfrm>
        </p:spPr>
        <p:txBody>
          <a:bodyPr xmlns:a="http://schemas.openxmlformats.org/drawingml/2006/main">
            <a:normAutofit/>
          </a:bodyPr>
          <a:lstStyle xmlns:a="http://schemas.openxmlformats.org/drawingml/2006/main"/>
          <a:p xmlns:a="http://schemas.openxmlformats.org/drawingml/2006/main">
            <a:pPr marL="0" indent="0">
              <a:buNone/>
            </a:pPr>
            <a:r>
              <a:rPr b="1"/>
              <a:t>Challenge: to translate </a:t>
            </a:r>
            <a:r>
              <a:rPr b="1"/>
              <a:t>research</a:t>
            </a:r>
            <a:r>
              <a:rPr b="1"/>
              <a:t> </a:t>
            </a:r>
            <a:r>
              <a:rPr b="1"/>
              <a:t>into</a:t>
            </a:r>
            <a:r>
              <a:rPr b="1"/>
              <a:t> solution </a:t>
            </a:r>
            <a:r>
              <a:rPr b="1"/>
              <a:t>with</a:t>
            </a:r>
            <a:r>
              <a:rPr b="1"/>
              <a:t> real impact </a:t>
            </a:r>
          </a:p>
          <a:p xmlns:a="http://schemas.openxmlformats.org/drawingml/2006/main">
            <a:r>
              <a:rPr sz="2000"/>
              <a:t>We</a:t>
            </a:r>
            <a:r>
              <a:rPr sz="2000"/>
              <a:t> </a:t>
            </a:r>
            <a:r>
              <a:rPr sz="2000"/>
              <a:t>need</a:t>
            </a:r>
            <a:r>
              <a:rPr sz="2000"/>
              <a:t> to </a:t>
            </a:r>
            <a:r>
              <a:rPr sz="2000"/>
              <a:t>accelerate</a:t>
            </a:r>
            <a:r>
              <a:rPr sz="2000"/>
              <a:t> the </a:t>
            </a:r>
            <a:r>
              <a:rPr sz="2000"/>
              <a:t>societal</a:t>
            </a:r>
            <a:r>
              <a:rPr sz="2000"/>
              <a:t> adoption of </a:t>
            </a:r>
            <a:r>
              <a:rPr sz="2000"/>
              <a:t>academic</a:t>
            </a:r>
            <a:r>
              <a:rPr sz="2000"/>
              <a:t> </a:t>
            </a:r>
            <a:r>
              <a:rPr sz="2000"/>
              <a:t>research</a:t>
            </a:r>
            <a:r>
              <a:rPr sz="2000"/>
              <a:t> </a:t>
            </a:r>
            <a:r>
              <a:rPr sz="2000"/>
              <a:t>through</a:t>
            </a:r>
            <a:r>
              <a:rPr sz="2000"/>
              <a:t> efficient commercial translation of disruptive </a:t>
            </a:r>
            <a:r>
              <a:rPr sz="2000"/>
              <a:t>research</a:t>
            </a:r>
            <a:endParaRPr sz="2000"/>
          </a:p>
        </p:txBody>
      </p:sp>
      <p:sp>
        <p:nvSpPr>
          <p:cNvPr id="2" name="Title 1">
            <a:extLst xmlns:a="http://schemas.openxmlformats.org/drawingml/2006/main">
              <a:ext uri="{FF2B5EF4-FFF2-40B4-BE49-F238E27FC236}">
                <a16:creationId xmlns:a16="http://schemas.microsoft.com/office/drawing/2014/main" id="{27AA4FCC-6AE7-B7A9-2930-A45FE9BEF74C}"/>
              </a:ext>
            </a:extLst>
          </p:cNvPr>
          <p:cNvSpPr>
            <a:spLocks xmlns:a="http://schemas.openxmlformats.org/drawingml/2006/main" noGrp="1"/>
          </p:cNvSpPr>
          <p:nvPr>
            <p:ph type="title" idx="0"/>
          </p:nvPr>
        </p:nvSpPr>
        <p:spPr>
          <a:xfrm xmlns:a="http://schemas.openxmlformats.org/drawingml/2006/main">
            <a:off x="526000" y="635473"/>
            <a:ext cx="5498563" cy="2106613"/>
          </a:xfrm>
        </p:spPr>
        <p:txBody>
          <a:bodyPr xmlns:a="http://schemas.openxmlformats.org/drawingml/2006/main">
            <a:normAutofit/>
          </a:bodyPr>
          <a:lstStyle xmlns:a="http://schemas.openxmlformats.org/drawingml/2006/main"/>
          <a:p xmlns:a="http://schemas.openxmlformats.org/drawingml/2006/main">
            <a:r>
              <a:t>EPF’s as a Source of Disruptive Tech and Science Research</a:t>
            </a:r>
            <a:endParaRPr/>
          </a:p>
        </p:txBody>
      </p:sp>
      <p:pic>
        <p:nvPicPr>
          <p:cNvPr id="12" name="Picture 6"/>
          <p:cNvPicPr>
            <a:picLocks xmlns:a="http://schemas.openxmlformats.org/drawingml/2006/main" noChangeAspect="1"/>
          </p:cNvPicPr>
          <p:nvPr/>
        </p:nvPicPr>
        <p:blipFill rotWithShape="1">
          <a:blip xmlns:r="http://schemas.openxmlformats.org/officeDocument/2006/relationships" xmlns:a="http://schemas.openxmlformats.org/drawingml/2006/main" r:embed="R6d7a7f498ada4aaa"/>
          <a:srcRect xmlns:a="http://schemas.openxmlformats.org/drawingml/2006/main" l="0" t="0" r="0" b="0"/>
          <a:stretch xmlns:a="http://schemas.openxmlformats.org/drawingml/2006/main"/>
        </p:blipFill>
        <p:spPr>
          <a:xfrm xmlns:a="http://schemas.openxmlformats.org/drawingml/2006/main">
            <a:off x="4597400" y="2596441"/>
            <a:ext cx="7346875" cy="4261559"/>
          </a:xfrm>
          <a:prstGeom xmlns:a="http://schemas.openxmlformats.org/drawingml/2006/main" prst="rect">
            <a:avLst/>
          </a:prstGeom>
        </p:spPr>
      </p:pic>
      <p:sp>
        <p:nvSpPr>
          <p:cNvPr id="3" name="Espace réservé de la date 2">
            <a:extLst xmlns:a="http://schemas.openxmlformats.org/drawingml/2006/main">
              <a:ext uri="{FF2B5EF4-FFF2-40B4-BE49-F238E27FC236}">
                <a16:creationId xmlns:a16="http://schemas.microsoft.com/office/drawing/2014/main" id="{3D7092DD-A445-C3B6-5D81-4A3A3533AD6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4" name="Espace réservé du pied de page 3">
            <a:extLst xmlns:a="http://schemas.openxmlformats.org/drawingml/2006/main">
              <a:ext uri="{FF2B5EF4-FFF2-40B4-BE49-F238E27FC236}">
                <a16:creationId xmlns:a16="http://schemas.microsoft.com/office/drawing/2014/main" id="{7957E87A-4F3D-AB67-3AB1-5CC05C351B2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Espace réservé du numéro de diapositive 4">
            <a:extLst xmlns:a="http://schemas.openxmlformats.org/drawingml/2006/main">
              <a:ext uri="{FF2B5EF4-FFF2-40B4-BE49-F238E27FC236}">
                <a16:creationId xmlns:a16="http://schemas.microsoft.com/office/drawing/2014/main" id="{53B8DDDC-0CD8-FE5F-FD3E-BEED3A5FA8F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1E1CD7C-2161-7D43-862E-CE4C333CD873}" type="slidenum">
              <a:t>54</a:t>
            </a:fld>
            <a:endParaRPr/>
          </a:p>
        </p:txBody>
      </p:sp>
    </p:spTree>
    <p:extLst>
      <p:ext uri="{BB962C8B-B14F-4D97-AF65-F5344CB8AC3E}">
        <p14:creationId xmlns:p14="http://schemas.microsoft.com/office/powerpoint/2010/main" val="192576482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8" name="Espace réservé du contenu 7">
            <a:extLst xmlns:a="http://schemas.openxmlformats.org/drawingml/2006/main">
              <a:ext uri="{FF2B5EF4-FFF2-40B4-BE49-F238E27FC236}">
                <a16:creationId xmlns:a16="http://schemas.microsoft.com/office/drawing/2014/main" id="{95B38E6A-894B-9D07-BE3B-95F52F97B0EF}"/>
              </a:ext>
            </a:extLst>
          </p:cNvPr>
          <p:cNvSpPr>
            <a:spLocks xmlns:a="http://schemas.openxmlformats.org/drawingml/2006/main" noGrp="1"/>
          </p:cNvSpPr>
          <p:nvPr>
            <p:ph idx="1"/>
          </p:nvPr>
        </p:nvSpPr>
        <p:spPr>
          <a:xfrm xmlns:a="http://schemas.openxmlformats.org/drawingml/2006/main">
            <a:off x="550863" y="3429000"/>
            <a:ext cx="3744912" cy="3095625"/>
          </a:xfrm>
        </p:spPr>
        <p:txBody>
          <a:bodyPr xmlns:a="http://schemas.openxmlformats.org/drawingml/2006/main">
            <a:normAutofit/>
          </a:bodyPr>
          <a:lstStyle xmlns:a="http://schemas.openxmlformats.org/drawingml/2006/main"/>
          <a:p xmlns:a="http://schemas.openxmlformats.org/drawingml/2006/main">
            <a:pPr marL="0" indent="0">
              <a:buNone/>
            </a:pPr>
            <a:r>
              <a:rPr b="1"/>
              <a:t>Challenge: to translate </a:t>
            </a:r>
            <a:r>
              <a:rPr b="1"/>
              <a:t>research</a:t>
            </a:r>
            <a:r>
              <a:rPr b="1"/>
              <a:t> </a:t>
            </a:r>
            <a:r>
              <a:rPr b="1"/>
              <a:t>into</a:t>
            </a:r>
            <a:r>
              <a:rPr b="1"/>
              <a:t> solution </a:t>
            </a:r>
            <a:r>
              <a:rPr b="1"/>
              <a:t>with</a:t>
            </a:r>
            <a:r>
              <a:rPr b="1"/>
              <a:t> real impact </a:t>
            </a:r>
          </a:p>
          <a:p xmlns:a="http://schemas.openxmlformats.org/drawingml/2006/main">
            <a:r>
              <a:rPr sz="2000"/>
              <a:t>We</a:t>
            </a:r>
            <a:r>
              <a:rPr sz="2000"/>
              <a:t> </a:t>
            </a:r>
            <a:r>
              <a:rPr sz="2000"/>
              <a:t>need</a:t>
            </a:r>
            <a:r>
              <a:rPr sz="2000"/>
              <a:t> to </a:t>
            </a:r>
            <a:r>
              <a:rPr sz="2000"/>
              <a:t>accelerate</a:t>
            </a:r>
            <a:r>
              <a:rPr sz="2000"/>
              <a:t> the </a:t>
            </a:r>
            <a:r>
              <a:rPr sz="2000"/>
              <a:t>societal</a:t>
            </a:r>
            <a:r>
              <a:rPr sz="2000"/>
              <a:t> adoption of </a:t>
            </a:r>
            <a:r>
              <a:rPr sz="2000"/>
              <a:t>academic</a:t>
            </a:r>
            <a:r>
              <a:rPr sz="2000"/>
              <a:t> </a:t>
            </a:r>
            <a:r>
              <a:rPr sz="2000"/>
              <a:t>research</a:t>
            </a:r>
            <a:r>
              <a:rPr sz="2000"/>
              <a:t> </a:t>
            </a:r>
            <a:r>
              <a:rPr sz="2000"/>
              <a:t>through</a:t>
            </a:r>
            <a:r>
              <a:rPr sz="2000"/>
              <a:t> efficient commercial translation of disruptive </a:t>
            </a:r>
            <a:r>
              <a:rPr sz="2000"/>
              <a:t>research</a:t>
            </a:r>
            <a:endParaRPr sz="2000"/>
          </a:p>
        </p:txBody>
      </p:sp>
      <p:sp>
        <p:nvSpPr>
          <p:cNvPr id="2" name="Title 1">
            <a:extLst xmlns:a="http://schemas.openxmlformats.org/drawingml/2006/main">
              <a:ext uri="{FF2B5EF4-FFF2-40B4-BE49-F238E27FC236}">
                <a16:creationId xmlns:a16="http://schemas.microsoft.com/office/drawing/2014/main" id="{27AA4FCC-6AE7-B7A9-2930-A45FE9BEF74C}"/>
              </a:ext>
            </a:extLst>
          </p:cNvPr>
          <p:cNvSpPr>
            <a:spLocks xmlns:a="http://schemas.openxmlformats.org/drawingml/2006/main" noGrp="1"/>
          </p:cNvSpPr>
          <p:nvPr>
            <p:ph type="title" idx="0"/>
          </p:nvPr>
        </p:nvSpPr>
        <p:spPr>
          <a:xfrm xmlns:a="http://schemas.openxmlformats.org/drawingml/2006/main">
            <a:off x="526000" y="635473"/>
            <a:ext cx="5498563" cy="2106613"/>
          </a:xfrm>
        </p:spPr>
        <p:txBody>
          <a:bodyPr xmlns:a="http://schemas.openxmlformats.org/drawingml/2006/main">
            <a:normAutofit/>
          </a:bodyPr>
          <a:lstStyle xmlns:a="http://schemas.openxmlformats.org/drawingml/2006/main"/>
          <a:p xmlns:a="http://schemas.openxmlformats.org/drawingml/2006/main">
            <a:r>
              <a:t>EPF’s as a Source of Disruptive Tech and Science Research</a:t>
            </a:r>
            <a:endParaRPr/>
          </a:p>
        </p:txBody>
      </p:sp>
      <p:pic>
        <p:nvPicPr>
          <p:cNvPr id="12" name="Picture 6"/>
          <p:cNvPicPr>
            <a:picLocks xmlns:a="http://schemas.openxmlformats.org/drawingml/2006/main" noChangeAspect="1"/>
          </p:cNvPicPr>
          <p:nvPr/>
        </p:nvPicPr>
        <p:blipFill rotWithShape="1">
          <a:blip xmlns:r="http://schemas.openxmlformats.org/officeDocument/2006/relationships" xmlns:a="http://schemas.openxmlformats.org/drawingml/2006/main" r:embed="R22e9275055254cf0"/>
          <a:srcRect xmlns:a="http://schemas.openxmlformats.org/drawingml/2006/main" l="0" t="0" r="0" b="0"/>
          <a:stretch xmlns:a="http://schemas.openxmlformats.org/drawingml/2006/main"/>
        </p:blipFill>
        <p:spPr>
          <a:xfrm xmlns:a="http://schemas.openxmlformats.org/drawingml/2006/main">
            <a:off x="4597400" y="2596441"/>
            <a:ext cx="7346875" cy="4261559"/>
          </a:xfrm>
          <a:prstGeom xmlns:a="http://schemas.openxmlformats.org/drawingml/2006/main" prst="rect">
            <a:avLst/>
          </a:prstGeom>
        </p:spPr>
      </p:pic>
      <p:sp>
        <p:nvSpPr>
          <p:cNvPr id="3" name="Espace réservé de la date 2">
            <a:extLst xmlns:a="http://schemas.openxmlformats.org/drawingml/2006/main">
              <a:ext uri="{FF2B5EF4-FFF2-40B4-BE49-F238E27FC236}">
                <a16:creationId xmlns:a16="http://schemas.microsoft.com/office/drawing/2014/main" id="{3D7092DD-A445-C3B6-5D81-4A3A3533AD6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4" name="Espace réservé du pied de page 3">
            <a:extLst xmlns:a="http://schemas.openxmlformats.org/drawingml/2006/main">
              <a:ext uri="{FF2B5EF4-FFF2-40B4-BE49-F238E27FC236}">
                <a16:creationId xmlns:a16="http://schemas.microsoft.com/office/drawing/2014/main" id="{7957E87A-4F3D-AB67-3AB1-5CC05C351B2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Espace réservé du numéro de diapositive 4">
            <a:extLst xmlns:a="http://schemas.openxmlformats.org/drawingml/2006/main">
              <a:ext uri="{FF2B5EF4-FFF2-40B4-BE49-F238E27FC236}">
                <a16:creationId xmlns:a16="http://schemas.microsoft.com/office/drawing/2014/main" id="{53B8DDDC-0CD8-FE5F-FD3E-BEED3A5FA8F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1E1CD7C-2161-7D43-862E-CE4C333CD873}" type="slidenum">
              <a:t>54</a:t>
            </a:fld>
            <a:endParaRPr/>
          </a:p>
        </p:txBody>
      </p:sp>
    </p:spTree>
    <p:extLst>
      <p:ext uri="{BB962C8B-B14F-4D97-AF65-F5344CB8AC3E}">
        <p14:creationId xmlns:p14="http://schemas.microsoft.com/office/powerpoint/2010/main" val="192576482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8" name="Espace réservé du contenu 7">
            <a:extLst xmlns:a="http://schemas.openxmlformats.org/drawingml/2006/main">
              <a:ext uri="{FF2B5EF4-FFF2-40B4-BE49-F238E27FC236}">
                <a16:creationId xmlns:a16="http://schemas.microsoft.com/office/drawing/2014/main" id="{95B38E6A-894B-9D07-BE3B-95F52F97B0EF}"/>
              </a:ext>
            </a:extLst>
          </p:cNvPr>
          <p:cNvSpPr>
            <a:spLocks xmlns:a="http://schemas.openxmlformats.org/drawingml/2006/main" noGrp="1"/>
          </p:cNvSpPr>
          <p:nvPr>
            <p:ph idx="1"/>
          </p:nvPr>
        </p:nvSpPr>
        <p:spPr>
          <a:xfrm xmlns:a="http://schemas.openxmlformats.org/drawingml/2006/main">
            <a:off x="550863" y="3429000"/>
            <a:ext cx="3744912" cy="3095625"/>
          </a:xfrm>
        </p:spPr>
        <p:txBody>
          <a:bodyPr xmlns:a="http://schemas.openxmlformats.org/drawingml/2006/main">
            <a:normAutofit/>
          </a:bodyPr>
          <a:lstStyle xmlns:a="http://schemas.openxmlformats.org/drawingml/2006/main"/>
          <a:p xmlns:a="http://schemas.openxmlformats.org/drawingml/2006/main">
            <a:pPr marL="0" indent="0">
              <a:buNone/>
            </a:pPr>
            <a:r>
              <a:rPr b="1"/>
              <a:t>Challenge: to translate </a:t>
            </a:r>
            <a:r>
              <a:rPr b="1"/>
              <a:t>research</a:t>
            </a:r>
            <a:r>
              <a:rPr b="1"/>
              <a:t> </a:t>
            </a:r>
            <a:r>
              <a:rPr b="1"/>
              <a:t>into</a:t>
            </a:r>
            <a:r>
              <a:rPr b="1"/>
              <a:t> solution </a:t>
            </a:r>
            <a:r>
              <a:rPr b="1"/>
              <a:t>with</a:t>
            </a:r>
            <a:r>
              <a:rPr b="1"/>
              <a:t> real impact </a:t>
            </a:r>
          </a:p>
          <a:p xmlns:a="http://schemas.openxmlformats.org/drawingml/2006/main">
            <a:r>
              <a:rPr sz="2000"/>
              <a:t>We</a:t>
            </a:r>
            <a:r>
              <a:rPr sz="2000"/>
              <a:t> </a:t>
            </a:r>
            <a:r>
              <a:rPr sz="2000"/>
              <a:t>need</a:t>
            </a:r>
            <a:r>
              <a:rPr sz="2000"/>
              <a:t> to </a:t>
            </a:r>
            <a:r>
              <a:rPr sz="2000"/>
              <a:t>accelerate</a:t>
            </a:r>
            <a:r>
              <a:rPr sz="2000"/>
              <a:t> the </a:t>
            </a:r>
            <a:r>
              <a:rPr sz="2000"/>
              <a:t>societal</a:t>
            </a:r>
            <a:r>
              <a:rPr sz="2000"/>
              <a:t> adoption of </a:t>
            </a:r>
            <a:r>
              <a:rPr sz="2000"/>
              <a:t>academic</a:t>
            </a:r>
            <a:r>
              <a:rPr sz="2000"/>
              <a:t> </a:t>
            </a:r>
            <a:r>
              <a:rPr sz="2000"/>
              <a:t>research</a:t>
            </a:r>
            <a:r>
              <a:rPr sz="2000"/>
              <a:t> </a:t>
            </a:r>
            <a:r>
              <a:rPr sz="2000"/>
              <a:t>through</a:t>
            </a:r>
            <a:r>
              <a:rPr sz="2000"/>
              <a:t> efficient commercial translation of disruptive </a:t>
            </a:r>
            <a:r>
              <a:rPr sz="2000"/>
              <a:t>research</a:t>
            </a:r>
            <a:endParaRPr sz="2000"/>
          </a:p>
        </p:txBody>
      </p:sp>
      <p:sp>
        <p:nvSpPr>
          <p:cNvPr id="2" name="Title 1">
            <a:extLst xmlns:a="http://schemas.openxmlformats.org/drawingml/2006/main">
              <a:ext uri="{FF2B5EF4-FFF2-40B4-BE49-F238E27FC236}">
                <a16:creationId xmlns:a16="http://schemas.microsoft.com/office/drawing/2014/main" id="{27AA4FCC-6AE7-B7A9-2930-A45FE9BEF74C}"/>
              </a:ext>
            </a:extLst>
          </p:cNvPr>
          <p:cNvSpPr>
            <a:spLocks xmlns:a="http://schemas.openxmlformats.org/drawingml/2006/main" noGrp="1"/>
          </p:cNvSpPr>
          <p:nvPr>
            <p:ph type="title" idx="0"/>
          </p:nvPr>
        </p:nvSpPr>
        <p:spPr>
          <a:xfrm xmlns:a="http://schemas.openxmlformats.org/drawingml/2006/main">
            <a:off x="526000" y="635473"/>
            <a:ext cx="5498563" cy="2106613"/>
          </a:xfrm>
        </p:spPr>
        <p:txBody>
          <a:bodyPr xmlns:a="http://schemas.openxmlformats.org/drawingml/2006/main">
            <a:normAutofit/>
          </a:bodyPr>
          <a:lstStyle xmlns:a="http://schemas.openxmlformats.org/drawingml/2006/main"/>
          <a:p xmlns:a="http://schemas.openxmlformats.org/drawingml/2006/main">
            <a:r>
              <a:t>EPF’s as a Source of Disruptive Tech and Science Research</a:t>
            </a:r>
            <a:endParaRPr/>
          </a:p>
        </p:txBody>
      </p:sp>
      <p:pic>
        <p:nvPicPr>
          <p:cNvPr id="12" name="Picture 6"/>
          <p:cNvPicPr>
            <a:picLocks xmlns:a="http://schemas.openxmlformats.org/drawingml/2006/main" noChangeAspect="1"/>
          </p:cNvPicPr>
          <p:nvPr/>
        </p:nvPicPr>
        <p:blipFill rotWithShape="1">
          <a:blip xmlns:r="http://schemas.openxmlformats.org/officeDocument/2006/relationships" xmlns:a="http://schemas.openxmlformats.org/drawingml/2006/main" r:embed="R1a0709d2d3e44d16"/>
          <a:srcRect xmlns:a="http://schemas.openxmlformats.org/drawingml/2006/main" l="0" t="0" r="0" b="0"/>
          <a:stretch xmlns:a="http://schemas.openxmlformats.org/drawingml/2006/main"/>
        </p:blipFill>
        <p:spPr>
          <a:xfrm xmlns:a="http://schemas.openxmlformats.org/drawingml/2006/main">
            <a:off x="4597400" y="2596441"/>
            <a:ext cx="7346875" cy="4261559"/>
          </a:xfrm>
          <a:prstGeom xmlns:a="http://schemas.openxmlformats.org/drawingml/2006/main" prst="rect">
            <a:avLst/>
          </a:prstGeom>
        </p:spPr>
      </p:pic>
      <p:sp>
        <p:nvSpPr>
          <p:cNvPr id="3" name="Espace réservé de la date 2">
            <a:extLst xmlns:a="http://schemas.openxmlformats.org/drawingml/2006/main">
              <a:ext uri="{FF2B5EF4-FFF2-40B4-BE49-F238E27FC236}">
                <a16:creationId xmlns:a16="http://schemas.microsoft.com/office/drawing/2014/main" id="{3D7092DD-A445-C3B6-5D81-4A3A3533AD6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4" name="Espace réservé du pied de page 3">
            <a:extLst xmlns:a="http://schemas.openxmlformats.org/drawingml/2006/main">
              <a:ext uri="{FF2B5EF4-FFF2-40B4-BE49-F238E27FC236}">
                <a16:creationId xmlns:a16="http://schemas.microsoft.com/office/drawing/2014/main" id="{7957E87A-4F3D-AB67-3AB1-5CC05C351B2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Espace réservé du numéro de diapositive 4">
            <a:extLst xmlns:a="http://schemas.openxmlformats.org/drawingml/2006/main">
              <a:ext uri="{FF2B5EF4-FFF2-40B4-BE49-F238E27FC236}">
                <a16:creationId xmlns:a16="http://schemas.microsoft.com/office/drawing/2014/main" id="{53B8DDDC-0CD8-FE5F-FD3E-BEED3A5FA8F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1E1CD7C-2161-7D43-862E-CE4C333CD873}" type="slidenum">
              <a:t>54</a:t>
            </a:fld>
            <a:endParaRPr/>
          </a:p>
        </p:txBody>
      </p:sp>
    </p:spTree>
    <p:extLst>
      <p:ext uri="{BB962C8B-B14F-4D97-AF65-F5344CB8AC3E}">
        <p14:creationId xmlns:p14="http://schemas.microsoft.com/office/powerpoint/2010/main" val="192576482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8" name="Espace réservé du contenu 7">
            <a:extLst xmlns:a="http://schemas.openxmlformats.org/drawingml/2006/main">
              <a:ext uri="{FF2B5EF4-FFF2-40B4-BE49-F238E27FC236}">
                <a16:creationId xmlns:a16="http://schemas.microsoft.com/office/drawing/2014/main" id="{95B38E6A-894B-9D07-BE3B-95F52F97B0EF}"/>
              </a:ext>
            </a:extLst>
          </p:cNvPr>
          <p:cNvSpPr>
            <a:spLocks xmlns:a="http://schemas.openxmlformats.org/drawingml/2006/main" noGrp="1"/>
          </p:cNvSpPr>
          <p:nvPr>
            <p:ph idx="1"/>
          </p:nvPr>
        </p:nvSpPr>
        <p:spPr>
          <a:xfrm xmlns:a="http://schemas.openxmlformats.org/drawingml/2006/main">
            <a:off x="550863" y="3429000"/>
            <a:ext cx="3744912" cy="3095625"/>
          </a:xfrm>
        </p:spPr>
        <p:txBody>
          <a:bodyPr xmlns:a="http://schemas.openxmlformats.org/drawingml/2006/main">
            <a:normAutofit/>
          </a:bodyPr>
          <a:lstStyle xmlns:a="http://schemas.openxmlformats.org/drawingml/2006/main"/>
          <a:p xmlns:a="http://schemas.openxmlformats.org/drawingml/2006/main">
            <a:pPr marL="0" indent="0">
              <a:buNone/>
            </a:pPr>
            <a:r>
              <a:rPr b="1"/>
              <a:t>Challenge: to translate </a:t>
            </a:r>
            <a:r>
              <a:rPr b="1"/>
              <a:t>research</a:t>
            </a:r>
            <a:r>
              <a:rPr b="1"/>
              <a:t> </a:t>
            </a:r>
            <a:r>
              <a:rPr b="1"/>
              <a:t>into</a:t>
            </a:r>
            <a:r>
              <a:rPr b="1"/>
              <a:t> solution </a:t>
            </a:r>
            <a:r>
              <a:rPr b="1"/>
              <a:t>with</a:t>
            </a:r>
            <a:r>
              <a:rPr b="1"/>
              <a:t> real impact </a:t>
            </a:r>
          </a:p>
          <a:p xmlns:a="http://schemas.openxmlformats.org/drawingml/2006/main">
            <a:r>
              <a:rPr sz="2000"/>
              <a:t>We</a:t>
            </a:r>
            <a:r>
              <a:rPr sz="2000"/>
              <a:t> </a:t>
            </a:r>
            <a:r>
              <a:rPr sz="2000"/>
              <a:t>need</a:t>
            </a:r>
            <a:r>
              <a:rPr sz="2000"/>
              <a:t> to </a:t>
            </a:r>
            <a:r>
              <a:rPr sz="2000"/>
              <a:t>accelerate</a:t>
            </a:r>
            <a:r>
              <a:rPr sz="2000"/>
              <a:t> the </a:t>
            </a:r>
            <a:r>
              <a:rPr sz="2000"/>
              <a:t>societal</a:t>
            </a:r>
            <a:r>
              <a:rPr sz="2000"/>
              <a:t> adoption of </a:t>
            </a:r>
            <a:r>
              <a:rPr sz="2000"/>
              <a:t>academic</a:t>
            </a:r>
            <a:r>
              <a:rPr sz="2000"/>
              <a:t> </a:t>
            </a:r>
            <a:r>
              <a:rPr sz="2000"/>
              <a:t>research</a:t>
            </a:r>
            <a:r>
              <a:rPr sz="2000"/>
              <a:t> </a:t>
            </a:r>
            <a:r>
              <a:rPr sz="2000"/>
              <a:t>through</a:t>
            </a:r>
            <a:r>
              <a:rPr sz="2000"/>
              <a:t> efficient commercial translation of disruptive </a:t>
            </a:r>
            <a:r>
              <a:rPr sz="2000"/>
              <a:t>research</a:t>
            </a:r>
            <a:endParaRPr sz="2000"/>
          </a:p>
        </p:txBody>
      </p:sp>
      <p:sp>
        <p:nvSpPr>
          <p:cNvPr id="2" name="Title 1">
            <a:extLst xmlns:a="http://schemas.openxmlformats.org/drawingml/2006/main">
              <a:ext uri="{FF2B5EF4-FFF2-40B4-BE49-F238E27FC236}">
                <a16:creationId xmlns:a16="http://schemas.microsoft.com/office/drawing/2014/main" id="{27AA4FCC-6AE7-B7A9-2930-A45FE9BEF74C}"/>
              </a:ext>
            </a:extLst>
          </p:cNvPr>
          <p:cNvSpPr>
            <a:spLocks xmlns:a="http://schemas.openxmlformats.org/drawingml/2006/main" noGrp="1"/>
          </p:cNvSpPr>
          <p:nvPr>
            <p:ph type="title" idx="0"/>
          </p:nvPr>
        </p:nvSpPr>
        <p:spPr>
          <a:xfrm xmlns:a="http://schemas.openxmlformats.org/drawingml/2006/main">
            <a:off x="526000" y="635473"/>
            <a:ext cx="5498563" cy="2106613"/>
          </a:xfrm>
        </p:spPr>
        <p:txBody>
          <a:bodyPr xmlns:a="http://schemas.openxmlformats.org/drawingml/2006/main">
            <a:normAutofit/>
          </a:bodyPr>
          <a:lstStyle xmlns:a="http://schemas.openxmlformats.org/drawingml/2006/main"/>
          <a:p xmlns:a="http://schemas.openxmlformats.org/drawingml/2006/main">
            <a:r>
              <a:t>EPF’s as a Source of Disruptive Tech and Science Research</a:t>
            </a:r>
            <a:endParaRPr/>
          </a:p>
        </p:txBody>
      </p:sp>
      <p:pic>
        <p:nvPicPr>
          <p:cNvPr id="12" name="Picture 6"/>
          <p:cNvPicPr>
            <a:picLocks xmlns:a="http://schemas.openxmlformats.org/drawingml/2006/main" noChangeAspect="1"/>
          </p:cNvPicPr>
          <p:nvPr/>
        </p:nvPicPr>
        <p:blipFill rotWithShape="1">
          <a:blip xmlns:r="http://schemas.openxmlformats.org/officeDocument/2006/relationships" xmlns:a="http://schemas.openxmlformats.org/drawingml/2006/main" r:embed="R1f99bbcaeda64130"/>
          <a:srcRect xmlns:a="http://schemas.openxmlformats.org/drawingml/2006/main" l="0" t="0" r="0" b="0"/>
          <a:stretch xmlns:a="http://schemas.openxmlformats.org/drawingml/2006/main"/>
        </p:blipFill>
        <p:spPr>
          <a:xfrm xmlns:a="http://schemas.openxmlformats.org/drawingml/2006/main">
            <a:off x="4597400" y="2596441"/>
            <a:ext cx="7346875" cy="4261559"/>
          </a:xfrm>
          <a:prstGeom xmlns:a="http://schemas.openxmlformats.org/drawingml/2006/main" prst="rect">
            <a:avLst/>
          </a:prstGeom>
        </p:spPr>
      </p:pic>
      <p:sp>
        <p:nvSpPr>
          <p:cNvPr id="3" name="Espace réservé de la date 2">
            <a:extLst xmlns:a="http://schemas.openxmlformats.org/drawingml/2006/main">
              <a:ext uri="{FF2B5EF4-FFF2-40B4-BE49-F238E27FC236}">
                <a16:creationId xmlns:a16="http://schemas.microsoft.com/office/drawing/2014/main" id="{3D7092DD-A445-C3B6-5D81-4A3A3533AD6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4" name="Espace réservé du pied de page 3">
            <a:extLst xmlns:a="http://schemas.openxmlformats.org/drawingml/2006/main">
              <a:ext uri="{FF2B5EF4-FFF2-40B4-BE49-F238E27FC236}">
                <a16:creationId xmlns:a16="http://schemas.microsoft.com/office/drawing/2014/main" id="{7957E87A-4F3D-AB67-3AB1-5CC05C351B2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Espace réservé du numéro de diapositive 4">
            <a:extLst xmlns:a="http://schemas.openxmlformats.org/drawingml/2006/main">
              <a:ext uri="{FF2B5EF4-FFF2-40B4-BE49-F238E27FC236}">
                <a16:creationId xmlns:a16="http://schemas.microsoft.com/office/drawing/2014/main" id="{53B8DDDC-0CD8-FE5F-FD3E-BEED3A5FA8F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1E1CD7C-2161-7D43-862E-CE4C333CD873}" type="slidenum">
              <a:t>54</a:t>
            </a:fld>
            <a:endParaRPr/>
          </a:p>
        </p:txBody>
      </p:sp>
    </p:spTree>
    <p:extLst>
      <p:ext uri="{BB962C8B-B14F-4D97-AF65-F5344CB8AC3E}">
        <p14:creationId xmlns:p14="http://schemas.microsoft.com/office/powerpoint/2010/main" val="192576482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8" name="Espace réservé du contenu 7">
            <a:extLst xmlns:a="http://schemas.openxmlformats.org/drawingml/2006/main">
              <a:ext uri="{FF2B5EF4-FFF2-40B4-BE49-F238E27FC236}">
                <a16:creationId xmlns:a16="http://schemas.microsoft.com/office/drawing/2014/main" id="{95B38E6A-894B-9D07-BE3B-95F52F97B0EF}"/>
              </a:ext>
            </a:extLst>
          </p:cNvPr>
          <p:cNvSpPr>
            <a:spLocks xmlns:a="http://schemas.openxmlformats.org/drawingml/2006/main" noGrp="1"/>
          </p:cNvSpPr>
          <p:nvPr>
            <p:ph idx="1"/>
          </p:nvPr>
        </p:nvSpPr>
        <p:spPr>
          <a:xfrm xmlns:a="http://schemas.openxmlformats.org/drawingml/2006/main">
            <a:off x="550863" y="3429000"/>
            <a:ext cx="3744912" cy="3095625"/>
          </a:xfrm>
        </p:spPr>
        <p:txBody>
          <a:bodyPr xmlns:a="http://schemas.openxmlformats.org/drawingml/2006/main">
            <a:normAutofit/>
          </a:bodyPr>
          <a:lstStyle xmlns:a="http://schemas.openxmlformats.org/drawingml/2006/main"/>
          <a:p xmlns:a="http://schemas.openxmlformats.org/drawingml/2006/main">
            <a:pPr marL="0" indent="0">
              <a:buNone/>
            </a:pPr>
            <a:r>
              <a:rPr b="1"/>
              <a:t>Challenge: to translate </a:t>
            </a:r>
            <a:r>
              <a:rPr b="1"/>
              <a:t>research</a:t>
            </a:r>
            <a:r>
              <a:rPr b="1"/>
              <a:t> </a:t>
            </a:r>
            <a:r>
              <a:rPr b="1"/>
              <a:t>into</a:t>
            </a:r>
            <a:r>
              <a:rPr b="1"/>
              <a:t> solution </a:t>
            </a:r>
            <a:r>
              <a:rPr b="1"/>
              <a:t>with</a:t>
            </a:r>
            <a:r>
              <a:rPr b="1"/>
              <a:t> real impact </a:t>
            </a:r>
          </a:p>
          <a:p xmlns:a="http://schemas.openxmlformats.org/drawingml/2006/main">
            <a:r>
              <a:rPr sz="2000"/>
              <a:t>We</a:t>
            </a:r>
            <a:r>
              <a:rPr sz="2000"/>
              <a:t> </a:t>
            </a:r>
            <a:r>
              <a:rPr sz="2000"/>
              <a:t>need</a:t>
            </a:r>
            <a:r>
              <a:rPr sz="2000"/>
              <a:t> to </a:t>
            </a:r>
            <a:r>
              <a:rPr sz="2000"/>
              <a:t>accelerate</a:t>
            </a:r>
            <a:r>
              <a:rPr sz="2000"/>
              <a:t> the </a:t>
            </a:r>
            <a:r>
              <a:rPr sz="2000"/>
              <a:t>societal</a:t>
            </a:r>
            <a:r>
              <a:rPr sz="2000"/>
              <a:t> adoption of </a:t>
            </a:r>
            <a:r>
              <a:rPr sz="2000"/>
              <a:t>academic</a:t>
            </a:r>
            <a:r>
              <a:rPr sz="2000"/>
              <a:t> </a:t>
            </a:r>
            <a:r>
              <a:rPr sz="2000"/>
              <a:t>research</a:t>
            </a:r>
            <a:r>
              <a:rPr sz="2000"/>
              <a:t> </a:t>
            </a:r>
            <a:r>
              <a:rPr sz="2000"/>
              <a:t>through</a:t>
            </a:r>
            <a:r>
              <a:rPr sz="2000"/>
              <a:t> efficient commercial translation of disruptive </a:t>
            </a:r>
            <a:r>
              <a:rPr sz="2000"/>
              <a:t>research</a:t>
            </a:r>
            <a:endParaRPr sz="2000"/>
          </a:p>
        </p:txBody>
      </p:sp>
      <p:sp>
        <p:nvSpPr>
          <p:cNvPr id="2" name="Title 1">
            <a:extLst xmlns:a="http://schemas.openxmlformats.org/drawingml/2006/main">
              <a:ext uri="{FF2B5EF4-FFF2-40B4-BE49-F238E27FC236}">
                <a16:creationId xmlns:a16="http://schemas.microsoft.com/office/drawing/2014/main" id="{27AA4FCC-6AE7-B7A9-2930-A45FE9BEF74C}"/>
              </a:ext>
            </a:extLst>
          </p:cNvPr>
          <p:cNvSpPr>
            <a:spLocks xmlns:a="http://schemas.openxmlformats.org/drawingml/2006/main" noGrp="1"/>
          </p:cNvSpPr>
          <p:nvPr>
            <p:ph type="title" idx="0"/>
          </p:nvPr>
        </p:nvSpPr>
        <p:spPr>
          <a:xfrm xmlns:a="http://schemas.openxmlformats.org/drawingml/2006/main">
            <a:off x="526000" y="635473"/>
            <a:ext cx="5498563" cy="2106613"/>
          </a:xfrm>
        </p:spPr>
        <p:txBody>
          <a:bodyPr xmlns:a="http://schemas.openxmlformats.org/drawingml/2006/main">
            <a:normAutofit/>
          </a:bodyPr>
          <a:lstStyle xmlns:a="http://schemas.openxmlformats.org/drawingml/2006/main"/>
          <a:p xmlns:a="http://schemas.openxmlformats.org/drawingml/2006/main">
            <a:r>
              <a:t>EPF’s as a Source of Disruptive Tech and Science Research</a:t>
            </a:r>
            <a:endParaRPr/>
          </a:p>
        </p:txBody>
      </p:sp>
      <p:pic>
        <p:nvPicPr>
          <p:cNvPr id="12" name="Picture 6"/>
          <p:cNvPicPr>
            <a:picLocks xmlns:a="http://schemas.openxmlformats.org/drawingml/2006/main" noChangeAspect="1"/>
          </p:cNvPicPr>
          <p:nvPr/>
        </p:nvPicPr>
        <p:blipFill rotWithShape="1">
          <a:blip xmlns:r="http://schemas.openxmlformats.org/officeDocument/2006/relationships" xmlns:a="http://schemas.openxmlformats.org/drawingml/2006/main" r:embed="R0f13e2fa65744cdf"/>
          <a:srcRect xmlns:a="http://schemas.openxmlformats.org/drawingml/2006/main" l="0" t="0" r="0" b="0"/>
          <a:stretch xmlns:a="http://schemas.openxmlformats.org/drawingml/2006/main"/>
        </p:blipFill>
        <p:spPr>
          <a:xfrm xmlns:a="http://schemas.openxmlformats.org/drawingml/2006/main">
            <a:off x="4597400" y="2596441"/>
            <a:ext cx="7346875" cy="4261559"/>
          </a:xfrm>
          <a:prstGeom xmlns:a="http://schemas.openxmlformats.org/drawingml/2006/main" prst="rect">
            <a:avLst/>
          </a:prstGeom>
        </p:spPr>
      </p:pic>
      <p:sp>
        <p:nvSpPr>
          <p:cNvPr id="3" name="Espace réservé de la date 2">
            <a:extLst xmlns:a="http://schemas.openxmlformats.org/drawingml/2006/main">
              <a:ext uri="{FF2B5EF4-FFF2-40B4-BE49-F238E27FC236}">
                <a16:creationId xmlns:a16="http://schemas.microsoft.com/office/drawing/2014/main" id="{3D7092DD-A445-C3B6-5D81-4A3A3533AD6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4" name="Espace réservé du pied de page 3">
            <a:extLst xmlns:a="http://schemas.openxmlformats.org/drawingml/2006/main">
              <a:ext uri="{FF2B5EF4-FFF2-40B4-BE49-F238E27FC236}">
                <a16:creationId xmlns:a16="http://schemas.microsoft.com/office/drawing/2014/main" id="{7957E87A-4F3D-AB67-3AB1-5CC05C351B2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Espace réservé du numéro de diapositive 4">
            <a:extLst xmlns:a="http://schemas.openxmlformats.org/drawingml/2006/main">
              <a:ext uri="{FF2B5EF4-FFF2-40B4-BE49-F238E27FC236}">
                <a16:creationId xmlns:a16="http://schemas.microsoft.com/office/drawing/2014/main" id="{53B8DDDC-0CD8-FE5F-FD3E-BEED3A5FA8F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1E1CD7C-2161-7D43-862E-CE4C333CD873}" type="slidenum">
              <a:t>54</a:t>
            </a:fld>
            <a:endParaRPr/>
          </a:p>
        </p:txBody>
      </p:sp>
    </p:spTree>
    <p:extLst>
      <p:ext uri="{BB962C8B-B14F-4D97-AF65-F5344CB8AC3E}">
        <p14:creationId xmlns:p14="http://schemas.microsoft.com/office/powerpoint/2010/main" val="192576482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Espace réservé du contenu 1">
            <a:extLst xmlns:a="http://schemas.openxmlformats.org/drawingml/2006/main">
              <a:ext uri="{FF2B5EF4-FFF2-40B4-BE49-F238E27FC236}">
                <a16:creationId xmlns:a16="http://schemas.microsoft.com/office/drawing/2014/main" id="{98CD31AB-42DD-1007-5F4C-586232A0C7A2}"/>
              </a:ext>
            </a:extLst>
          </p:cNvPr>
          <p:cNvSpPr>
            <a:spLocks xmlns:a="http://schemas.openxmlformats.org/drawingml/2006/main" noGrp="1"/>
          </p:cNvSpPr>
          <p:nvPr>
            <p:ph idx="1"/>
          </p:nvPr>
        </p:nvSpPr>
        <p:spPr>
          <a:xfrm xmlns:a="http://schemas.openxmlformats.org/drawingml/2006/main">
            <a:off x="550862" y="878457"/>
            <a:ext cx="3600451" cy="2239393"/>
          </a:xfrm>
        </p:spPr>
        <p:txBody>
          <a:bodyPr xmlns:a="http://schemas.openxmlformats.org/drawingml/2006/main"/>
          <a:lstStyle xmlns:a="http://schemas.openxmlformats.org/drawingml/2006/main"/>
          <a:p xmlns:a="http://schemas.openxmlformats.org/drawingml/2006/main">
            <a:pPr marL="363538" indent="-363538">
              <a:buFont typeface="+mj-lt"/>
              <a:buAutoNum type="arabicPeriod"/>
            </a:pPr>
            <a:r>
              <a:rPr b="1">
                <a:solidFill>
                  <a:schemeClr val="tx2"/>
                </a:solidFill>
              </a:rPr>
              <a:t>Stay</a:t>
            </a:r>
            <a:r>
              <a:rPr b="1">
                <a:solidFill>
                  <a:schemeClr val="tx2"/>
                </a:solidFill>
              </a:rPr>
              <a:t> in </a:t>
            </a:r>
            <a:r>
              <a:rPr b="1">
                <a:solidFill>
                  <a:schemeClr val="tx2"/>
                </a:solidFill>
              </a:rPr>
              <a:t>touch</a:t>
            </a:r>
            <a:r>
              <a:rPr b="1">
                <a:solidFill>
                  <a:schemeClr val="tx2"/>
                </a:solidFill>
              </a:rPr>
              <a:t> </a:t>
            </a:r>
          </a:p>
          <a:p xmlns:a="http://schemas.openxmlformats.org/drawingml/2006/main">
            <a:pPr marL="541338" lvl="1" indent="-177800">
              <a:buNone/>
            </a:pPr>
            <a:r>
              <a:rPr sz="1800"/>
              <a:t>Activate</a:t>
            </a:r>
            <a:r>
              <a:rPr sz="1800"/>
              <a:t> &amp; update </a:t>
            </a:r>
            <a:r>
              <a:rPr sz="1800"/>
              <a:t>your</a:t>
            </a:r>
            <a:r>
              <a:rPr sz="1800"/>
              <a:t> </a:t>
            </a:r>
            <a:r>
              <a:rPr sz="1800"/>
              <a:t>account</a:t>
            </a:r>
            <a:r>
              <a:rPr sz="1800"/>
              <a:t> on </a:t>
            </a:r>
            <a:r>
              <a:rPr sz="1800"/>
              <a:t>epflalumni.ch</a:t>
            </a:r>
            <a:endParaRPr sz="1800"/>
          </a:p>
          <a:p xmlns:a="http://schemas.openxmlformats.org/drawingml/2006/main">
            <a:pPr marL="541338" lvl="1" indent="-177800">
              <a:buNone/>
            </a:pPr>
            <a:r>
              <a:rPr sz="1800"/>
              <a:t>Follow us on LinkedIn &amp; Instagram</a:t>
            </a:r>
          </a:p>
          <a:p xmlns:a="http://schemas.openxmlformats.org/drawingml/2006/main">
            <a:endParaRPr/>
          </a:p>
          <a:p xmlns:a="http://schemas.openxmlformats.org/drawingml/2006/main">
            <a:endParaRPr/>
          </a:p>
        </p:txBody>
      </p:sp>
      <p:sp>
        <p:nvSpPr>
          <p:cNvPr id="3" name="Espace réservé du contenu 2">
            <a:extLst xmlns:a="http://schemas.openxmlformats.org/drawingml/2006/main">
              <a:ext uri="{FF2B5EF4-FFF2-40B4-BE49-F238E27FC236}">
                <a16:creationId xmlns:a16="http://schemas.microsoft.com/office/drawing/2014/main" id="{B812496F-4B22-B8CC-F385-A03BDB00F8A5}"/>
              </a:ext>
            </a:extLst>
          </p:cNvPr>
          <p:cNvSpPr>
            <a:spLocks xmlns:a="http://schemas.openxmlformats.org/drawingml/2006/main" noGrp="1"/>
          </p:cNvSpPr>
          <p:nvPr>
            <p:ph idx="2"/>
          </p:nvPr>
        </p:nvSpPr>
        <p:spPr>
          <a:xfrm xmlns:a="http://schemas.openxmlformats.org/drawingml/2006/main">
            <a:off x="4295775" y="873125"/>
            <a:ext cx="3600450" cy="2244725"/>
          </a:xfrm>
        </p:spPr>
        <p:txBody>
          <a:bodyPr xmlns:a="http://schemas.openxmlformats.org/drawingml/2006/main">
            <a:normAutofit/>
          </a:bodyPr>
          <a:lstStyle xmlns:a="http://schemas.openxmlformats.org/drawingml/2006/main"/>
          <a:p xmlns:a="http://schemas.openxmlformats.org/drawingml/2006/main">
            <a:pPr marL="363538" indent="-363538">
              <a:buFont typeface="+mj-lt"/>
              <a:buAutoNum type="arabicPeriod" startAt="2"/>
            </a:pPr>
            <a:r>
              <a:rPr b="1">
                <a:solidFill>
                  <a:schemeClr val="tx2"/>
                </a:solidFill>
              </a:rPr>
              <a:t>Take</a:t>
            </a:r>
            <a:r>
              <a:rPr b="1">
                <a:solidFill>
                  <a:schemeClr val="tx2"/>
                </a:solidFill>
              </a:rPr>
              <a:t> part in the network</a:t>
            </a:r>
          </a:p>
          <a:p xmlns:a="http://schemas.openxmlformats.org/drawingml/2006/main">
            <a:pPr marL="541338" lvl="1" indent="-177800">
              <a:buNone/>
            </a:pPr>
            <a:r>
              <a:rPr sz="1800"/>
              <a:t>Post jobs / </a:t>
            </a:r>
            <a:r>
              <a:rPr sz="1800"/>
              <a:t>internships</a:t>
            </a:r>
            <a:r>
              <a:rPr sz="1800"/>
              <a:t> for the </a:t>
            </a:r>
            <a:r>
              <a:rPr sz="1800"/>
              <a:t>community</a:t>
            </a:r>
            <a:endParaRPr sz="1800"/>
          </a:p>
          <a:p xmlns:a="http://schemas.openxmlformats.org/drawingml/2006/main">
            <a:pPr marL="541338" lvl="1" indent="-177800">
              <a:buNone/>
            </a:pPr>
            <a:r>
              <a:rPr sz="1800"/>
              <a:t>Join</a:t>
            </a:r>
            <a:r>
              <a:rPr sz="1800"/>
              <a:t> in as a mentor or </a:t>
            </a:r>
            <a:r>
              <a:rPr sz="1800"/>
              <a:t>mentee</a:t>
            </a:r>
            <a:r>
              <a:rPr sz="1800"/>
              <a:t> for </a:t>
            </a:r>
            <a:r>
              <a:rPr sz="1800"/>
              <a:t>career</a:t>
            </a:r>
            <a:r>
              <a:rPr sz="1800"/>
              <a:t>/startups</a:t>
            </a:r>
          </a:p>
          <a:p xmlns:a="http://schemas.openxmlformats.org/drawingml/2006/main">
            <a:pPr marL="541338" lvl="1" indent="-177800">
              <a:buNone/>
            </a:pPr>
            <a:r>
              <a:rPr sz="1800"/>
              <a:t>Take</a:t>
            </a:r>
            <a:r>
              <a:rPr sz="1800"/>
              <a:t> part in </a:t>
            </a:r>
            <a:r>
              <a:rPr sz="1800"/>
              <a:t>events</a:t>
            </a:r>
            <a:r>
              <a:rPr sz="1800"/>
              <a:t> / </a:t>
            </a:r>
            <a:r>
              <a:rPr sz="1800"/>
              <a:t>visit</a:t>
            </a:r>
            <a:r>
              <a:rPr sz="1800"/>
              <a:t> us</a:t>
            </a:r>
          </a:p>
          <a:p xmlns:a="http://schemas.openxmlformats.org/drawingml/2006/main">
            <a:pPr marL="541338" lvl="1" indent="-177800">
              <a:buNone/>
            </a:pPr>
            <a:r>
              <a:rPr sz="1800"/>
              <a:t>Share </a:t>
            </a:r>
            <a:r>
              <a:rPr sz="1800"/>
              <a:t>your</a:t>
            </a:r>
            <a:r>
              <a:rPr sz="1800"/>
              <a:t> news</a:t>
            </a:r>
          </a:p>
          <a:p xmlns:a="http://schemas.openxmlformats.org/drawingml/2006/main">
            <a:pPr marL="541338" lvl="1" indent="-177800">
              <a:buNone/>
            </a:pPr>
            <a:endParaRPr sz="2000"/>
          </a:p>
          <a:p xmlns:a="http://schemas.openxmlformats.org/drawingml/2006/main">
            <a:pPr marL="0" indent="0">
              <a:buNone/>
            </a:pPr>
            <a:endParaRPr/>
          </a:p>
        </p:txBody>
      </p:sp>
      <p:sp>
        <p:nvSpPr>
          <p:cNvPr id="4" name="Titre 3">
            <a:extLst xmlns:a="http://schemas.openxmlformats.org/drawingml/2006/main">
              <a:ext uri="{FF2B5EF4-FFF2-40B4-BE49-F238E27FC236}">
                <a16:creationId xmlns:a16="http://schemas.microsoft.com/office/drawing/2014/main" id="{A66EE8DD-3EA1-F330-D75E-4729B8FBEDED}"/>
              </a:ext>
            </a:extLst>
          </p:cNvPr>
          <p:cNvSpPr>
            <a:spLocks xmlns:a="http://schemas.openxmlformats.org/drawingml/2006/main" noGrp="1"/>
          </p:cNvSpPr>
          <p:nvPr>
            <p:ph type="title" idx="0"/>
          </p:nvPr>
        </p:nvSpPr>
        <p:spPr>
          <a:xfrm xmlns:a="http://schemas.openxmlformats.org/drawingml/2006/main">
            <a:off x="550862" y="4824486"/>
            <a:ext cx="11090275" cy="1894873"/>
          </a:xfrm>
        </p:spPr>
        <p:txBody>
          <a:bodyPr xmlns:a="http://schemas.openxmlformats.org/drawingml/2006/main"/>
          <a:lstStyle xmlns:a="http://schemas.openxmlformats.org/drawingml/2006/main"/>
          <a:p xmlns:a="http://schemas.openxmlformats.org/drawingml/2006/main">
            <a:r>
              <a:rPr sz="6600">
                <a:solidFill>
                  <a:schemeClr val="tx2"/>
                </a:solidFill>
              </a:rPr>
              <a:t>Important to </a:t>
            </a:r>
            <a:r>
              <a:rPr sz="6600">
                <a:solidFill>
                  <a:schemeClr val="tx2"/>
                </a:solidFill>
              </a:rPr>
              <a:t>stay</a:t>
            </a:r>
            <a:r>
              <a:rPr sz="6600">
                <a:solidFill>
                  <a:schemeClr val="tx2"/>
                </a:solidFill>
              </a:rPr>
              <a:t> </a:t>
            </a:r>
            <a:r>
              <a:rPr sz="6600">
                <a:solidFill>
                  <a:schemeClr val="tx2"/>
                </a:solidFill>
              </a:rPr>
              <a:t>connected</a:t>
            </a:r>
            <a:r>
              <a:rPr sz="6600">
                <a:solidFill>
                  <a:schemeClr val="tx2"/>
                </a:solidFill>
              </a:rPr>
              <a:t> &amp; support EPFL!</a:t>
            </a:r>
          </a:p>
        </p:txBody>
      </p:sp>
      <p:sp>
        <p:nvSpPr>
          <p:cNvPr id="5" name="Espace réservé du contenu 4">
            <a:extLst xmlns:a="http://schemas.openxmlformats.org/drawingml/2006/main">
              <a:ext uri="{FF2B5EF4-FFF2-40B4-BE49-F238E27FC236}">
                <a16:creationId xmlns:a16="http://schemas.microsoft.com/office/drawing/2014/main" id="{F8400313-BF01-95B5-BA89-B20658E15DB0}"/>
              </a:ext>
            </a:extLst>
          </p:cNvPr>
          <p:cNvSpPr>
            <a:spLocks xmlns:a="http://schemas.openxmlformats.org/drawingml/2006/main" noGrp="1"/>
          </p:cNvSpPr>
          <p:nvPr>
            <p:ph idx="13"/>
          </p:nvPr>
        </p:nvSpPr>
        <p:spPr>
          <a:xfrm xmlns:a="http://schemas.openxmlformats.org/drawingml/2006/main">
            <a:off x="8040688" y="877888"/>
            <a:ext cx="3600450" cy="2244725"/>
          </a:xfrm>
        </p:spPr>
        <p:txBody>
          <a:bodyPr xmlns:a="http://schemas.openxmlformats.org/drawingml/2006/main"/>
          <a:lstStyle xmlns:a="http://schemas.openxmlformats.org/drawingml/2006/main"/>
          <a:p xmlns:a="http://schemas.openxmlformats.org/drawingml/2006/main">
            <a:pPr marL="363538" indent="-363538">
              <a:buFont typeface="+mj-lt"/>
              <a:buAutoNum type="arabicPeriod" startAt="3"/>
            </a:pPr>
            <a:r>
              <a:rPr b="1">
                <a:solidFill>
                  <a:schemeClr val="tx2"/>
                </a:solidFill>
              </a:rPr>
              <a:t>Collaborate</a:t>
            </a:r>
            <a:r>
              <a:rPr b="1">
                <a:solidFill>
                  <a:schemeClr val="tx2"/>
                </a:solidFill>
              </a:rPr>
              <a:t> / support EPFL </a:t>
            </a:r>
          </a:p>
          <a:p xmlns:a="http://schemas.openxmlformats.org/drawingml/2006/main">
            <a:pPr marL="541338" lvl="1" indent="-177800">
              <a:buNone/>
            </a:pPr>
            <a:r>
              <a:rPr sz="1800"/>
              <a:t>Startup </a:t>
            </a:r>
            <a:r>
              <a:rPr sz="1800"/>
              <a:t>ecosystem</a:t>
            </a:r>
            <a:endParaRPr sz="1800"/>
          </a:p>
          <a:p xmlns:a="http://schemas.openxmlformats.org/drawingml/2006/main">
            <a:pPr marL="541338" lvl="1" indent="-177800">
              <a:buNone/>
            </a:pPr>
            <a:r>
              <a:rPr sz="1800"/>
              <a:t>Research</a:t>
            </a:r>
            <a:r>
              <a:rPr sz="1800"/>
              <a:t> collaborations</a:t>
            </a:r>
          </a:p>
          <a:p xmlns:a="http://schemas.openxmlformats.org/drawingml/2006/main">
            <a:pPr marL="541338" lvl="1" indent="-177800">
              <a:buNone/>
            </a:pPr>
            <a:r>
              <a:rPr sz="1800"/>
              <a:t>Student</a:t>
            </a:r>
            <a:r>
              <a:rPr sz="1800"/>
              <a:t> support program</a:t>
            </a:r>
          </a:p>
        </p:txBody>
      </p:sp>
      <p:sp>
        <p:nvSpPr>
          <p:cNvPr id="6" name="Espace réservé de la date 5">
            <a:extLst xmlns:a="http://schemas.openxmlformats.org/drawingml/2006/main">
              <a:ext uri="{FF2B5EF4-FFF2-40B4-BE49-F238E27FC236}">
                <a16:creationId xmlns:a16="http://schemas.microsoft.com/office/drawing/2014/main" id="{6975C9F2-F615-C3E0-3D0D-A211EE35392A}"/>
              </a:ext>
            </a:extLst>
          </p:cNvPr>
          <p:cNvSpPr>
            <a:spLocks xmlns:a="http://schemas.openxmlformats.org/drawingml/2006/main" noGrp="1"/>
          </p:cNvSpPr>
          <p:nvPr>
            <p:ph type="dt" idx="14"/>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7" name="Espace réservé du pied de page 6">
            <a:extLst xmlns:a="http://schemas.openxmlformats.org/drawingml/2006/main">
              <a:ext uri="{FF2B5EF4-FFF2-40B4-BE49-F238E27FC236}">
                <a16:creationId xmlns:a16="http://schemas.microsoft.com/office/drawing/2014/main" id="{D07F00B5-858E-4D1A-C6DC-FF8D05B6509A}"/>
              </a:ext>
            </a:extLst>
          </p:cNvPr>
          <p:cNvSpPr>
            <a:spLocks xmlns:a="http://schemas.openxmlformats.org/drawingml/2006/main" noGrp="1"/>
          </p:cNvSpPr>
          <p:nvPr>
            <p:ph type="ftr" idx="15"/>
          </p:nvPr>
        </p:nvSpPr>
        <p:spPr/>
        <p:txBody>
          <a:bodyPr xmlns:a="http://schemas.openxmlformats.org/drawingml/2006/main"/>
          <a:lstStyle xmlns:a="http://schemas.openxmlformats.org/drawingml/2006/main"/>
          <a:p xmlns:a="http://schemas.openxmlformats.org/drawingml/2006/main">
            <a:endParaRPr/>
          </a:p>
        </p:txBody>
      </p:sp>
      <p:sp>
        <p:nvSpPr>
          <p:cNvPr id="8" name="Espace réservé du numéro de diapositive 7">
            <a:extLst xmlns:a="http://schemas.openxmlformats.org/drawingml/2006/main">
              <a:ext uri="{FF2B5EF4-FFF2-40B4-BE49-F238E27FC236}">
                <a16:creationId xmlns:a16="http://schemas.microsoft.com/office/drawing/2014/main" id="{9DCB7524-DA86-94EE-9BE1-267356F69059}"/>
              </a:ext>
            </a:extLst>
          </p:cNvPr>
          <p:cNvSpPr>
            <a:spLocks xmlns:a="http://schemas.openxmlformats.org/drawingml/2006/main" noGrp="1"/>
          </p:cNvSpPr>
          <p:nvPr>
            <p:ph type="sldNum" idx="16"/>
          </p:nvPr>
        </p:nvSpPr>
        <p:spPr/>
        <p:txBody>
          <a:bodyPr xmlns:a="http://schemas.openxmlformats.org/drawingml/2006/main"/>
          <a:lstStyle xmlns:a="http://schemas.openxmlformats.org/drawingml/2006/main"/>
          <a:p xmlns:a="http://schemas.openxmlformats.org/drawingml/2006/main">
            <a:fld id="{E1E1CD7C-2161-7D43-862E-CE4C333CD873}" type="slidenum">
              <a:t>72</a:t>
            </a:fld>
            <a:endParaRPr/>
          </a:p>
        </p:txBody>
      </p:sp>
      <p:pic>
        <p:nvPicPr>
          <p:cNvPr id="21" name="Image 9"/>
          <p:cNvPicPr>
            <a:picLocks xmlns:a="http://schemas.openxmlformats.org/drawingml/2006/main" noChangeAspect="1"/>
          </p:cNvPicPr>
          <p:nvPr/>
        </p:nvPicPr>
        <p:blipFill>
          <a:blip xmlns:r="http://schemas.openxmlformats.org/officeDocument/2006/relationships" xmlns:a="http://schemas.openxmlformats.org/drawingml/2006/main" r:embed="R1ae16b9b3dcc42b9">
            <a:duotone>
              <a:prstClr val="black"/>
              <a:schemeClr val="tx2">
                <a:tint val="45000"/>
                <a:satMod val="400000"/>
              </a:schemeClr>
            </a:duotone>
          </a:blip>
          <a:srcRect xmlns:a="http://schemas.openxmlformats.org/drawingml/2006/main" l="0" t="0" r="0" b="0"/>
          <a:stretch xmlns:a="http://schemas.openxmlformats.org/drawingml/2006/main"/>
        </p:blipFill>
        <p:spPr>
          <a:xfrm xmlns:a="http://schemas.openxmlformats.org/drawingml/2006/main">
            <a:off x="0" y="3117850"/>
            <a:ext cx="12192000" cy="1706636"/>
          </a:xfrm>
          <a:prstGeom xmlns:a="http://schemas.openxmlformats.org/drawingml/2006/main" prst="rect">
            <a:avLst/>
          </a:prstGeom>
        </p:spPr>
      </p:pic>
      <p:sp>
        <p:nvSpPr>
          <p:cNvPr id="12" name="ZoneTexte 11">
            <a:extLst xmlns:a="http://schemas.openxmlformats.org/drawingml/2006/main">
              <a:ext uri="{FF2B5EF4-FFF2-40B4-BE49-F238E27FC236}">
                <a16:creationId xmlns:a16="http://schemas.microsoft.com/office/drawing/2014/main" id="{08E2B657-782B-A54C-ABBA-6B315337FFCA}"/>
              </a:ext>
            </a:extLst>
          </p:cNvPr>
          <p:cNvSpPr>
            <a:spLocks xmlns:a="http://schemas.openxmlformats.org/drawingml/2006/main" noGrp="1"/>
          </p:cNvSpPr>
          <p:nvPr/>
        </p:nvSpPr>
        <p:spPr>
          <a:xfrm xmlns:a="http://schemas.openxmlformats.org/drawingml/2006/main">
            <a:off x="463777" y="3555669"/>
            <a:ext cx="6096000" cy="83099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bg1"/>
                </a:solidFill>
              </a:rPr>
              <a:t>For </a:t>
            </a:r>
            <a:r>
              <a:rPr sz="2400">
                <a:solidFill>
                  <a:schemeClr val="bg1"/>
                </a:solidFill>
              </a:rPr>
              <a:t>any</a:t>
            </a:r>
            <a:r>
              <a:rPr sz="2400">
                <a:solidFill>
                  <a:schemeClr val="bg1"/>
                </a:solidFill>
              </a:rPr>
              <a:t> information contact:  </a:t>
            </a:r>
          </a:p>
          <a:p xmlns:a="http://schemas.openxmlformats.org/drawingml/2006/main">
            <a:r>
              <a:rPr sz="2400" b="1">
                <a:solidFill>
                  <a:schemeClr val="bg1"/>
                </a:solidFill>
              </a:rPr>
              <a:t>alumni@epfl.ch, </a:t>
            </a:r>
            <a:r>
              <a:rPr sz="2400" b="1">
                <a:solidFill>
                  <a:schemeClr val="bg1"/>
                </a:solidFill>
              </a:rPr>
              <a:t>leila.ojjeh@epfl.ch</a:t>
            </a:r>
            <a:endParaRPr sz="2400">
              <a:solidFill>
                <a:schemeClr val="bg1"/>
              </a:solidFill>
            </a:endParaRPr>
          </a:p>
        </p:txBody>
      </p:sp>
    </p:spTree>
    <p:extLst>
      <p:ext uri="{BB962C8B-B14F-4D97-AF65-F5344CB8AC3E}">
        <p14:creationId xmlns:p14="http://schemas.microsoft.com/office/powerpoint/2010/main" val="18763585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8" name="Espace réservé pour une image  7"/>
          <p:cNvPicPr>
            <a:picLocks xmlns:a="http://schemas.openxmlformats.org/drawingml/2006/main" noChangeAspect="1"/>
          </p:cNvPicPr>
          <p:nvPr>
            <p:ph type="pic" idx="13"/>
          </p:nvPr>
        </p:nvPicPr>
        <p:blipFill rotWithShape="1">
          <a:blip xmlns:r="http://schemas.openxmlformats.org/officeDocument/2006/relationships" xmlns:a="http://schemas.openxmlformats.org/drawingml/2006/main" r:embed="Re504848452414ea4"/>
          <a:srcRect xmlns:a="http://schemas.openxmlformats.org/drawingml/2006/main" l="-38766" t="-14989" r="-1936" b="0"/>
          <a:stretch xmlns:a="http://schemas.openxmlformats.org/drawingml/2006/main"/>
        </p:blipFill>
        <p:spPr>
          <a:xfrm xmlns:a="http://schemas.openxmlformats.org/drawingml/2006/main">
            <a:off x="0" y="0"/>
            <a:ext cx="12191999" cy="6857999"/>
          </a:xfrm>
        </p:spPr>
      </p:pic>
      <p:sp>
        <p:nvSpPr>
          <p:cNvPr id="3" name="Titre 2">
            <a:extLst xmlns:a="http://schemas.openxmlformats.org/drawingml/2006/main">
              <a:ext uri="{FF2B5EF4-FFF2-40B4-BE49-F238E27FC236}">
                <a16:creationId xmlns:a16="http://schemas.microsoft.com/office/drawing/2014/main" id="{EFB8D2C7-ECCA-5815-101E-DC1B38E3D39F}"/>
              </a:ext>
            </a:extLst>
          </p:cNvPr>
          <p:cNvSpPr>
            <a:spLocks xmlns:a="http://schemas.openxmlformats.org/drawingml/2006/main" noGrp="1"/>
          </p:cNvSpPr>
          <p:nvPr>
            <p:ph type="title" idx="0"/>
          </p:nvPr>
        </p:nvSpPr>
        <p:spPr>
          <a:xfrm xmlns:a="http://schemas.openxmlformats.org/drawingml/2006/main">
            <a:off x="526001" y="635473"/>
            <a:ext cx="3061262" cy="4750443"/>
          </a:xfrm>
        </p:spPr>
        <p:txBody>
          <a:bodyPr xmlns:a="http://schemas.openxmlformats.org/drawingml/2006/main">
            <a:normAutofit/>
          </a:bodyPr>
          <a:lstStyle xmlns:a="http://schemas.openxmlformats.org/drawingml/2006/main"/>
          <a:p xmlns:a="http://schemas.openxmlformats.org/drawingml/2006/main">
            <a:r>
              <a:t>EPFL… </a:t>
            </a:r>
            <a:br/>
            <a:r>
              <a:rPr sz="4000"/>
              <a:t>an </a:t>
            </a:r>
            <a:r>
              <a:rPr sz="4000"/>
              <a:t>incredible</a:t>
            </a:r>
            <a:r>
              <a:rPr sz="4000"/>
              <a:t> </a:t>
            </a:r>
            <a:r>
              <a:rPr sz="4000"/>
              <a:t>school</a:t>
            </a:r>
            <a:r>
              <a:rPr sz="4000"/>
              <a:t>, campus and talent </a:t>
            </a:r>
            <a:r>
              <a:rPr sz="4000"/>
              <a:t>factory</a:t>
            </a:r>
            <a:r>
              <a:rPr sz="4000"/>
              <a:t> </a:t>
            </a:r>
            <a:endParaRPr/>
          </a:p>
        </p:txBody>
      </p:sp>
      <p:sp>
        <p:nvSpPr>
          <p:cNvPr id="4" name="Espace réservé de la date 3">
            <a:extLst xmlns:a="http://schemas.openxmlformats.org/drawingml/2006/main">
              <a:ext uri="{FF2B5EF4-FFF2-40B4-BE49-F238E27FC236}">
                <a16:creationId xmlns:a16="http://schemas.microsoft.com/office/drawing/2014/main" id="{6F70AE77-88FF-7E05-0257-96A9B68C4CB4}"/>
              </a:ext>
            </a:extLst>
          </p:cNvPr>
          <p:cNvSpPr>
            <a:spLocks xmlns:a="http://schemas.openxmlformats.org/drawingml/2006/main" noGrp="1"/>
          </p:cNvSpPr>
          <p:nvPr>
            <p:ph type="dt" idx="14"/>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5" name="Espace réservé du pied de page 4">
            <a:extLst xmlns:a="http://schemas.openxmlformats.org/drawingml/2006/main">
              <a:ext uri="{FF2B5EF4-FFF2-40B4-BE49-F238E27FC236}">
                <a16:creationId xmlns:a16="http://schemas.microsoft.com/office/drawing/2014/main" id="{B02B9C9B-659E-76B0-1843-B1C4B65B5532}"/>
              </a:ext>
            </a:extLst>
          </p:cNvPr>
          <p:cNvSpPr>
            <a:spLocks xmlns:a="http://schemas.openxmlformats.org/drawingml/2006/main" noGrp="1"/>
          </p:cNvSpPr>
          <p:nvPr>
            <p:ph type="ftr" idx="15"/>
          </p:nvPr>
        </p:nvSpPr>
        <p:spPr/>
        <p:txBody>
          <a:bodyPr xmlns:a="http://schemas.openxmlformats.org/drawingml/2006/main"/>
          <a:lstStyle xmlns:a="http://schemas.openxmlformats.org/drawingml/2006/main"/>
          <a:p xmlns:a="http://schemas.openxmlformats.org/drawingml/2006/main">
            <a:endParaRPr/>
          </a:p>
        </p:txBody>
      </p:sp>
      <p:sp>
        <p:nvSpPr>
          <p:cNvPr id="6" name="Espace réservé du numéro de diapositive 5">
            <a:extLst xmlns:a="http://schemas.openxmlformats.org/drawingml/2006/main">
              <a:ext uri="{FF2B5EF4-FFF2-40B4-BE49-F238E27FC236}">
                <a16:creationId xmlns:a16="http://schemas.microsoft.com/office/drawing/2014/main" id="{1AB37C1A-C01C-3C13-79D3-195F0C578A26}"/>
              </a:ext>
            </a:extLst>
          </p:cNvPr>
          <p:cNvSpPr>
            <a:spLocks xmlns:a="http://schemas.openxmlformats.org/drawingml/2006/main" noGrp="1"/>
          </p:cNvSpPr>
          <p:nvPr>
            <p:ph type="sldNum" idx="16"/>
          </p:nvPr>
        </p:nvSpPr>
        <p:spPr/>
        <p:txBody>
          <a:bodyPr xmlns:a="http://schemas.openxmlformats.org/drawingml/2006/main"/>
          <a:lstStyle xmlns:a="http://schemas.openxmlformats.org/drawingml/2006/main"/>
          <a:p xmlns:a="http://schemas.openxmlformats.org/drawingml/2006/main">
            <a:fld id="{E1E1CD7C-2161-7D43-862E-CE4C333CD873}" type="slidenum">
              <a:t>68</a:t>
            </a:fld>
            <a:endParaRPr/>
          </a:p>
        </p:txBody>
      </p:sp>
    </p:spTree>
    <p:extLst>
      <p:ext uri="{BB962C8B-B14F-4D97-AF65-F5344CB8AC3E}">
        <p14:creationId xmlns:p14="http://schemas.microsoft.com/office/powerpoint/2010/main" val="117744497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pic>
        <p:nvPicPr>
          <p:cNvPr id="12" name="Espace réservé pour une image  10"/>
          <p:cNvPicPr>
            <a:picLocks xmlns:a="http://schemas.openxmlformats.org/drawingml/2006/main" noChangeAspect="1"/>
          </p:cNvPicPr>
          <p:nvPr>
            <p:ph type="pic" idx="10"/>
          </p:nvPr>
        </p:nvPicPr>
        <p:blipFill>
          <a:blip xmlns:r="http://schemas.openxmlformats.org/officeDocument/2006/relationships" xmlns:a="http://schemas.openxmlformats.org/drawingml/2006/main" r:embed="R573de65ec9f041c2"/>
          <a:srcRect xmlns:a="http://schemas.openxmlformats.org/drawingml/2006/main" l="0" t="0" r="0" b="0"/>
          <a:stretch xmlns:a="http://schemas.openxmlformats.org/drawingml/2006/main"/>
        </p:blipFill>
        <p:spPr>
          <a:xfrm xmlns:a="http://schemas.openxmlformats.org/drawingml/2006/main">
            <a:off x="2" y="0"/>
            <a:ext cx="12191998" cy="6858000"/>
          </a:xfrm>
        </p:spPr>
      </p:pic>
      <p:sp>
        <p:nvSpPr>
          <p:cNvPr id="7" name="Forme libre 6">
            <a:extLst xmlns:a="http://schemas.openxmlformats.org/drawingml/2006/main">
              <a:ext uri="{FF2B5EF4-FFF2-40B4-BE49-F238E27FC236}">
                <a16:creationId xmlns:a16="http://schemas.microsoft.com/office/drawing/2014/main" id="{CA0D5AA1-6FBB-4E18-D309-991C16BDF1FE}"/>
              </a:ext>
            </a:extLst>
          </p:cNvPr>
          <p:cNvSpPr>
            <a:spLocks xmlns:a="http://schemas.openxmlformats.org/drawingml/2006/main" noGrp="1"/>
          </p:cNvSpPr>
          <p:nvPr/>
        </p:nvSpPr>
        <p:spPr>
          <a:xfrm xmlns:a="http://schemas.openxmlformats.org/drawingml/2006/main">
            <a:off x="0" y="0"/>
            <a:ext cx="8040688" cy="6858000"/>
          </a:xfrm>
          <a:custGeom xmlns:a="http://schemas.openxmlformats.org/drawingml/2006/main">
            <a:gdLst>
              <a:gd name="connsiteX0" fmla="*/ 1047878 w 8040688"/>
              <a:gd name="connsiteY0" fmla="*/ 414079 h 6858000"/>
              <a:gd name="connsiteX1" fmla="*/ 1124414 w 8040688"/>
              <a:gd name="connsiteY1" fmla="*/ 414079 h 6858000"/>
              <a:gd name="connsiteX2" fmla="*/ 1157026 w 8040688"/>
              <a:gd name="connsiteY2" fmla="*/ 415945 h 6858000"/>
              <a:gd name="connsiteX3" fmla="*/ 1184613 w 8040688"/>
              <a:gd name="connsiteY3" fmla="*/ 423190 h 6858000"/>
              <a:gd name="connsiteX4" fmla="*/ 1203732 w 8040688"/>
              <a:gd name="connsiteY4" fmla="*/ 438343 h 6858000"/>
              <a:gd name="connsiteX5" fmla="*/ 1210937 w 8040688"/>
              <a:gd name="connsiteY5" fmla="*/ 463999 h 6858000"/>
              <a:gd name="connsiteX6" fmla="*/ 1203732 w 8040688"/>
              <a:gd name="connsiteY6" fmla="*/ 489655 h 6858000"/>
              <a:gd name="connsiteX7" fmla="*/ 1184613 w 8040688"/>
              <a:gd name="connsiteY7" fmla="*/ 504809 h 6858000"/>
              <a:gd name="connsiteX8" fmla="*/ 1157026 w 8040688"/>
              <a:gd name="connsiteY8" fmla="*/ 512053 h 6858000"/>
              <a:gd name="connsiteX9" fmla="*/ 1124414 w 8040688"/>
              <a:gd name="connsiteY9" fmla="*/ 513919 h 6858000"/>
              <a:gd name="connsiteX10" fmla="*/ 1047878 w 8040688"/>
              <a:gd name="connsiteY10" fmla="*/ 513919 h 6858000"/>
              <a:gd name="connsiteX11" fmla="*/ 1761703 w 8040688"/>
              <a:gd name="connsiteY11" fmla="*/ 331195 h 6858000"/>
              <a:gd name="connsiteX12" fmla="*/ 1761703 w 8040688"/>
              <a:gd name="connsiteY12" fmla="*/ 779561 h 6858000"/>
              <a:gd name="connsiteX13" fmla="*/ 2085672 w 8040688"/>
              <a:gd name="connsiteY13" fmla="*/ 779561 h 6858000"/>
              <a:gd name="connsiteX14" fmla="*/ 2085672 w 8040688"/>
              <a:gd name="connsiteY14" fmla="*/ 696645 h 6858000"/>
              <a:gd name="connsiteX15" fmla="*/ 1858274 w 8040688"/>
              <a:gd name="connsiteY15" fmla="*/ 696645 h 6858000"/>
              <a:gd name="connsiteX16" fmla="*/ 1858274 w 8040688"/>
              <a:gd name="connsiteY16" fmla="*/ 331195 h 6858000"/>
              <a:gd name="connsiteX17" fmla="*/ 1367739 w 8040688"/>
              <a:gd name="connsiteY17" fmla="*/ 331195 h 6858000"/>
              <a:gd name="connsiteX18" fmla="*/ 1367739 w 8040688"/>
              <a:gd name="connsiteY18" fmla="*/ 513920 h 6858000"/>
              <a:gd name="connsiteX19" fmla="*/ 1464342 w 8040688"/>
              <a:gd name="connsiteY19" fmla="*/ 513920 h 6858000"/>
              <a:gd name="connsiteX20" fmla="*/ 1464342 w 8040688"/>
              <a:gd name="connsiteY20" fmla="*/ 596804 h 6858000"/>
              <a:gd name="connsiteX21" fmla="*/ 1367739 w 8040688"/>
              <a:gd name="connsiteY21" fmla="*/ 596804 h 6858000"/>
              <a:gd name="connsiteX22" fmla="*/ 1367739 w 8040688"/>
              <a:gd name="connsiteY22" fmla="*/ 779529 h 6858000"/>
              <a:gd name="connsiteX23" fmla="*/ 1464342 w 8040688"/>
              <a:gd name="connsiteY23" fmla="*/ 779529 h 6858000"/>
              <a:gd name="connsiteX24" fmla="*/ 1464342 w 8040688"/>
              <a:gd name="connsiteY24" fmla="*/ 596804 h 6858000"/>
              <a:gd name="connsiteX25" fmla="*/ 1672306 w 8040688"/>
              <a:gd name="connsiteY25" fmla="*/ 596804 h 6858000"/>
              <a:gd name="connsiteX26" fmla="*/ 1672306 w 8040688"/>
              <a:gd name="connsiteY26" fmla="*/ 513920 h 6858000"/>
              <a:gd name="connsiteX27" fmla="*/ 1464342 w 8040688"/>
              <a:gd name="connsiteY27" fmla="*/ 513920 h 6858000"/>
              <a:gd name="connsiteX28" fmla="*/ 1464342 w 8040688"/>
              <a:gd name="connsiteY28" fmla="*/ 414079 h 6858000"/>
              <a:gd name="connsiteX29" fmla="*/ 1691740 w 8040688"/>
              <a:gd name="connsiteY29" fmla="*/ 414079 h 6858000"/>
              <a:gd name="connsiteX30" fmla="*/ 1691740 w 8040688"/>
              <a:gd name="connsiteY30" fmla="*/ 331195 h 6858000"/>
              <a:gd name="connsiteX31" fmla="*/ 544448 w 8040688"/>
              <a:gd name="connsiteY31" fmla="*/ 331195 h 6858000"/>
              <a:gd name="connsiteX32" fmla="*/ 544448 w 8040688"/>
              <a:gd name="connsiteY32" fmla="*/ 513920 h 6858000"/>
              <a:gd name="connsiteX33" fmla="*/ 641051 w 8040688"/>
              <a:gd name="connsiteY33" fmla="*/ 513920 h 6858000"/>
              <a:gd name="connsiteX34" fmla="*/ 641051 w 8040688"/>
              <a:gd name="connsiteY34" fmla="*/ 596804 h 6858000"/>
              <a:gd name="connsiteX35" fmla="*/ 544448 w 8040688"/>
              <a:gd name="connsiteY35" fmla="*/ 596804 h 6858000"/>
              <a:gd name="connsiteX36" fmla="*/ 544448 w 8040688"/>
              <a:gd name="connsiteY36" fmla="*/ 779560 h 6858000"/>
              <a:gd name="connsiteX37" fmla="*/ 868449 w 8040688"/>
              <a:gd name="connsiteY37" fmla="*/ 779560 h 6858000"/>
              <a:gd name="connsiteX38" fmla="*/ 868449 w 8040688"/>
              <a:gd name="connsiteY38" fmla="*/ 696645 h 6858000"/>
              <a:gd name="connsiteX39" fmla="*/ 641051 w 8040688"/>
              <a:gd name="connsiteY39" fmla="*/ 696645 h 6858000"/>
              <a:gd name="connsiteX40" fmla="*/ 641051 w 8040688"/>
              <a:gd name="connsiteY40" fmla="*/ 596804 h 6858000"/>
              <a:gd name="connsiteX41" fmla="*/ 849015 w 8040688"/>
              <a:gd name="connsiteY41" fmla="*/ 596804 h 6858000"/>
              <a:gd name="connsiteX42" fmla="*/ 849015 w 8040688"/>
              <a:gd name="connsiteY42" fmla="*/ 513920 h 6858000"/>
              <a:gd name="connsiteX43" fmla="*/ 641051 w 8040688"/>
              <a:gd name="connsiteY43" fmla="*/ 513920 h 6858000"/>
              <a:gd name="connsiteX44" fmla="*/ 641051 w 8040688"/>
              <a:gd name="connsiteY44" fmla="*/ 414079 h 6858000"/>
              <a:gd name="connsiteX45" fmla="*/ 868449 w 8040688"/>
              <a:gd name="connsiteY45" fmla="*/ 414079 h 6858000"/>
              <a:gd name="connsiteX46" fmla="*/ 868449 w 8040688"/>
              <a:gd name="connsiteY46" fmla="*/ 331195 h 6858000"/>
              <a:gd name="connsiteX47" fmla="*/ 951243 w 8040688"/>
              <a:gd name="connsiteY47" fmla="*/ 331163 h 6858000"/>
              <a:gd name="connsiteX48" fmla="*/ 951243 w 8040688"/>
              <a:gd name="connsiteY48" fmla="*/ 779529 h 6858000"/>
              <a:gd name="connsiteX49" fmla="*/ 1047846 w 8040688"/>
              <a:gd name="connsiteY49" fmla="*/ 779529 h 6858000"/>
              <a:gd name="connsiteX50" fmla="*/ 1047846 w 8040688"/>
              <a:gd name="connsiteY50" fmla="*/ 596772 h 6858000"/>
              <a:gd name="connsiteX51" fmla="*/ 1151338 w 8040688"/>
              <a:gd name="connsiteY51" fmla="*/ 596772 h 6858000"/>
              <a:gd name="connsiteX52" fmla="*/ 1222850 w 8040688"/>
              <a:gd name="connsiteY52" fmla="*/ 585478 h 6858000"/>
              <a:gd name="connsiteX53" fmla="*/ 1270852 w 8040688"/>
              <a:gd name="connsiteY53" fmla="*/ 555615 h 6858000"/>
              <a:gd name="connsiteX54" fmla="*/ 1297838 w 8040688"/>
              <a:gd name="connsiteY54" fmla="*/ 513002 h 6858000"/>
              <a:gd name="connsiteX55" fmla="*/ 1306307 w 8040688"/>
              <a:gd name="connsiteY55" fmla="*/ 463999 h 6858000"/>
              <a:gd name="connsiteX56" fmla="*/ 1297838 w 8040688"/>
              <a:gd name="connsiteY56" fmla="*/ 414712 h 6858000"/>
              <a:gd name="connsiteX57" fmla="*/ 1270852 w 8040688"/>
              <a:gd name="connsiteY57" fmla="*/ 372384 h 6858000"/>
              <a:gd name="connsiteX58" fmla="*/ 1270852 w 8040688"/>
              <a:gd name="connsiteY58" fmla="*/ 372352 h 6858000"/>
              <a:gd name="connsiteX59" fmla="*/ 1222850 w 8040688"/>
              <a:gd name="connsiteY59" fmla="*/ 342488 h 6858000"/>
              <a:gd name="connsiteX60" fmla="*/ 1151338 w 8040688"/>
              <a:gd name="connsiteY60" fmla="*/ 331163 h 6858000"/>
              <a:gd name="connsiteX61" fmla="*/ 0 w 8040688"/>
              <a:gd name="connsiteY61" fmla="*/ 0 h 6858000"/>
              <a:gd name="connsiteX62" fmla="*/ 8040688 w 8040688"/>
              <a:gd name="connsiteY62" fmla="*/ 0 h 6858000"/>
              <a:gd name="connsiteX63" fmla="*/ 8040688 w 8040688"/>
              <a:gd name="connsiteY63" fmla="*/ 6858000 h 6858000"/>
              <a:gd name="connsiteX64" fmla="*/ 0 w 8040688"/>
              <a:gd name="connsiteY64" fmla="*/ 6858000 h 6858000"/>
            </a:gdLst>
            <a:rect l="l" t="t" r="r" b="b"/>
            <a:pathLst>
              <a:path w="8040688" h="6858000">
                <a:moveTo>
                  <a:pt x="1047878" y="414079"/>
                </a:moveTo>
                <a:lnTo>
                  <a:pt x="1124414" y="414079"/>
                </a:lnTo>
                <a:cubicBezTo>
                  <a:pt x="1135696" y="414079"/>
                  <a:pt x="1146566" y="414712"/>
                  <a:pt x="1157026" y="415945"/>
                </a:cubicBezTo>
                <a:cubicBezTo>
                  <a:pt x="1167486" y="417179"/>
                  <a:pt x="1176682" y="419615"/>
                  <a:pt x="1184613" y="423190"/>
                </a:cubicBezTo>
                <a:cubicBezTo>
                  <a:pt x="1192545" y="426765"/>
                  <a:pt x="1198929" y="431826"/>
                  <a:pt x="1203732" y="438343"/>
                </a:cubicBezTo>
                <a:cubicBezTo>
                  <a:pt x="1208535" y="444860"/>
                  <a:pt x="1210937" y="453433"/>
                  <a:pt x="1210937" y="463999"/>
                </a:cubicBezTo>
                <a:cubicBezTo>
                  <a:pt x="1210937" y="474565"/>
                  <a:pt x="1208535" y="483138"/>
                  <a:pt x="1203732" y="489655"/>
                </a:cubicBezTo>
                <a:cubicBezTo>
                  <a:pt x="1198929" y="496172"/>
                  <a:pt x="1192545" y="501234"/>
                  <a:pt x="1184613" y="504809"/>
                </a:cubicBezTo>
                <a:cubicBezTo>
                  <a:pt x="1176650" y="508383"/>
                  <a:pt x="1167454" y="510788"/>
                  <a:pt x="1157026" y="512053"/>
                </a:cubicBezTo>
                <a:cubicBezTo>
                  <a:pt x="1146566" y="513287"/>
                  <a:pt x="1135696" y="513919"/>
                  <a:pt x="1124414" y="513919"/>
                </a:cubicBezTo>
                <a:lnTo>
                  <a:pt x="1047878" y="513919"/>
                </a:lnTo>
                <a:close/>
                <a:moveTo>
                  <a:pt x="1761703" y="331195"/>
                </a:moveTo>
                <a:lnTo>
                  <a:pt x="1761703" y="779561"/>
                </a:lnTo>
                <a:lnTo>
                  <a:pt x="2085672" y="779561"/>
                </a:lnTo>
                <a:lnTo>
                  <a:pt x="2085672" y="696645"/>
                </a:lnTo>
                <a:lnTo>
                  <a:pt x="1858274" y="696645"/>
                </a:lnTo>
                <a:lnTo>
                  <a:pt x="1858274" y="331195"/>
                </a:lnTo>
                <a:close/>
                <a:moveTo>
                  <a:pt x="1367739" y="331195"/>
                </a:moveTo>
                <a:lnTo>
                  <a:pt x="1367739" y="513920"/>
                </a:lnTo>
                <a:lnTo>
                  <a:pt x="1464342" y="513920"/>
                </a:lnTo>
                <a:lnTo>
                  <a:pt x="1464342" y="596804"/>
                </a:lnTo>
                <a:lnTo>
                  <a:pt x="1367739" y="596804"/>
                </a:lnTo>
                <a:lnTo>
                  <a:pt x="1367739" y="779529"/>
                </a:lnTo>
                <a:lnTo>
                  <a:pt x="1464342" y="779529"/>
                </a:lnTo>
                <a:lnTo>
                  <a:pt x="1464342" y="596804"/>
                </a:lnTo>
                <a:lnTo>
                  <a:pt x="1672306" y="596804"/>
                </a:lnTo>
                <a:lnTo>
                  <a:pt x="1672306" y="513920"/>
                </a:lnTo>
                <a:lnTo>
                  <a:pt x="1464342" y="513920"/>
                </a:lnTo>
                <a:lnTo>
                  <a:pt x="1464342" y="414079"/>
                </a:lnTo>
                <a:lnTo>
                  <a:pt x="1691740" y="414079"/>
                </a:lnTo>
                <a:lnTo>
                  <a:pt x="1691740" y="331195"/>
                </a:lnTo>
                <a:close/>
                <a:moveTo>
                  <a:pt x="544448" y="331195"/>
                </a:moveTo>
                <a:lnTo>
                  <a:pt x="544448" y="513920"/>
                </a:lnTo>
                <a:lnTo>
                  <a:pt x="641051" y="513920"/>
                </a:lnTo>
                <a:lnTo>
                  <a:pt x="641051" y="596804"/>
                </a:lnTo>
                <a:lnTo>
                  <a:pt x="544448" y="596804"/>
                </a:lnTo>
                <a:lnTo>
                  <a:pt x="544448" y="779560"/>
                </a:lnTo>
                <a:lnTo>
                  <a:pt x="868449" y="779560"/>
                </a:lnTo>
                <a:lnTo>
                  <a:pt x="868449" y="696645"/>
                </a:lnTo>
                <a:lnTo>
                  <a:pt x="641051" y="696645"/>
                </a:lnTo>
                <a:lnTo>
                  <a:pt x="641051" y="596804"/>
                </a:lnTo>
                <a:lnTo>
                  <a:pt x="849015" y="596804"/>
                </a:lnTo>
                <a:lnTo>
                  <a:pt x="849015" y="513920"/>
                </a:lnTo>
                <a:lnTo>
                  <a:pt x="641051" y="513920"/>
                </a:lnTo>
                <a:lnTo>
                  <a:pt x="641051" y="414079"/>
                </a:lnTo>
                <a:lnTo>
                  <a:pt x="868449" y="414079"/>
                </a:lnTo>
                <a:lnTo>
                  <a:pt x="868449" y="331195"/>
                </a:lnTo>
                <a:close/>
                <a:moveTo>
                  <a:pt x="951243" y="331163"/>
                </a:moveTo>
                <a:lnTo>
                  <a:pt x="951243" y="779529"/>
                </a:lnTo>
                <a:lnTo>
                  <a:pt x="1047846" y="779529"/>
                </a:lnTo>
                <a:lnTo>
                  <a:pt x="1047846" y="596772"/>
                </a:lnTo>
                <a:lnTo>
                  <a:pt x="1151338" y="596772"/>
                </a:lnTo>
                <a:cubicBezTo>
                  <a:pt x="1179336" y="596772"/>
                  <a:pt x="1203195" y="593007"/>
                  <a:pt x="1222850" y="585478"/>
                </a:cubicBezTo>
                <a:cubicBezTo>
                  <a:pt x="1242506" y="577949"/>
                  <a:pt x="1258496" y="567984"/>
                  <a:pt x="1270852" y="555615"/>
                </a:cubicBezTo>
                <a:cubicBezTo>
                  <a:pt x="1283176" y="543245"/>
                  <a:pt x="1292182" y="529041"/>
                  <a:pt x="1297838" y="513002"/>
                </a:cubicBezTo>
                <a:cubicBezTo>
                  <a:pt x="1303495" y="496963"/>
                  <a:pt x="1306307" y="480639"/>
                  <a:pt x="1306307" y="463999"/>
                </a:cubicBezTo>
                <a:cubicBezTo>
                  <a:pt x="1306307" y="447359"/>
                  <a:pt x="1303495" y="430561"/>
                  <a:pt x="1297838" y="414712"/>
                </a:cubicBezTo>
                <a:cubicBezTo>
                  <a:pt x="1292182" y="398862"/>
                  <a:pt x="1283207" y="384753"/>
                  <a:pt x="1270852" y="372384"/>
                </a:cubicBezTo>
                <a:lnTo>
                  <a:pt x="1270852" y="372352"/>
                </a:lnTo>
                <a:cubicBezTo>
                  <a:pt x="1258496" y="359983"/>
                  <a:pt x="1242506" y="350018"/>
                  <a:pt x="1222850" y="342488"/>
                </a:cubicBezTo>
                <a:cubicBezTo>
                  <a:pt x="1203195" y="334959"/>
                  <a:pt x="1179336" y="331163"/>
                  <a:pt x="1151338" y="331163"/>
                </a:cubicBezTo>
                <a:close/>
                <a:moveTo>
                  <a:pt x="0" y="0"/>
                </a:moveTo>
                <a:lnTo>
                  <a:pt x="8040688" y="0"/>
                </a:lnTo>
                <a:lnTo>
                  <a:pt x="8040688" y="6858000"/>
                </a:lnTo>
                <a:lnTo>
                  <a:pt x="0" y="6858000"/>
                </a:lnTo>
                <a:close/>
              </a:path>
            </a:pathLst>
          </a:custGeom>
          <a:gradFill xmlns:a="http://schemas.openxmlformats.org/drawingml/2006/main">
            <a:gsLst>
              <a:gs pos="0">
                <a:schemeClr val="tx1">
                  <a:lumMod val="50000"/>
                  <a:alpha val="0"/>
                </a:schemeClr>
              </a:gs>
              <a:gs pos="57000">
                <a:schemeClr val="tx1">
                  <a:lumMod val="50000"/>
                </a:schemeClr>
              </a:gs>
              <a:gs pos="99000">
                <a:schemeClr val="tx1">
                  <a:lumMod val="50000"/>
                </a:schemeClr>
              </a:gs>
            </a:gsLst>
            <a:lin ang="1080000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pic>
        <p:nvPicPr>
          <p:cNvPr id="14" name="Image 7"/>
          <p:cNvPicPr>
            <a:picLocks xmlns:a="http://schemas.openxmlformats.org/drawingml/2006/main" noChangeAspect="1"/>
          </p:cNvPicPr>
          <p:nvPr/>
        </p:nvPicPr>
        <p:blipFill>
          <a:blip xmlns:r="http://schemas.openxmlformats.org/officeDocument/2006/relationships" xmlns:a="http://schemas.openxmlformats.org/drawingml/2006/main" r:embed="Rfaaafbb22aa74ee4"/>
          <a:stretch xmlns:a="http://schemas.openxmlformats.org/drawingml/2006/main">
            <a:fillRect l="0" t="0" r="0" b="0"/>
          </a:stretch>
        </p:blipFill>
        <p:spPr>
          <a:xfrm xmlns:a="http://schemas.openxmlformats.org/drawingml/2006/main">
            <a:off x="547420" y="5915487"/>
            <a:ext cx="922230" cy="603357"/>
          </a:xfrm>
          <a:prstGeom xmlns:a="http://schemas.openxmlformats.org/drawingml/2006/main" prst="rect">
            <a:avLst/>
          </a:prstGeom>
        </p:spPr>
      </p:pic>
      <p:sp>
        <p:nvSpPr>
          <p:cNvPr id="9" name="Rectangle 8">
            <a:extLst xmlns:a="http://schemas.openxmlformats.org/drawingml/2006/main">
              <a:ext uri="{FF2B5EF4-FFF2-40B4-BE49-F238E27FC236}">
                <a16:creationId xmlns:a16="http://schemas.microsoft.com/office/drawing/2014/main" id="{618C04D6-5728-C83D-9A91-CBE8B0F36AC9}"/>
              </a:ext>
            </a:extLst>
          </p:cNvPr>
          <p:cNvSpPr>
            <a:spLocks xmlns:a="http://schemas.openxmlformats.org/drawingml/2006/main" noGrp="1"/>
          </p:cNvSpPr>
          <p:nvPr/>
        </p:nvSpPr>
        <p:spPr>
          <a:xfrm xmlns:a="http://schemas.openxmlformats.org/drawingml/2006/main" rot="16200000">
            <a:off x="402464" y="5929526"/>
            <a:ext cx="75085" cy="98180"/>
          </a:xfrm>
          <a:prstGeom xmlns:a="http://schemas.openxmlformats.org/drawingml/2006/main" prst="rect">
            <a:avLst/>
          </a:prstGeom>
          <a:solidFill xmlns:a="http://schemas.openxmlformats.org/drawingml/2006/main">
            <a:schemeClr val="tx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400">
              <a:latin typeface="Arial"/>
              <a:ea typeface="Arial"/>
              <a:cs typeface="Arial"/>
            </a:endParaRPr>
          </a:p>
        </p:txBody>
      </p:sp>
      <p:sp>
        <p:nvSpPr>
          <p:cNvPr id="3" name="Titre 2">
            <a:extLst xmlns:a="http://schemas.openxmlformats.org/drawingml/2006/main">
              <a:ext uri="{FF2B5EF4-FFF2-40B4-BE49-F238E27FC236}">
                <a16:creationId xmlns:a16="http://schemas.microsoft.com/office/drawing/2014/main" id="{54815F13-A204-8E6B-521A-D3830EF314E6}"/>
              </a:ext>
            </a:extLst>
          </p:cNvPr>
          <p:cNvSpPr>
            <a:spLocks xmlns:a="http://schemas.openxmlformats.org/drawingml/2006/main" noGrp="1"/>
          </p:cNvSpPr>
          <p:nvPr>
            <p:ph type="ctrTitle" idx="0"/>
          </p:nvPr>
        </p:nvSpPr>
        <p:spPr>
          <a:xfrm xmlns:a="http://schemas.openxmlformats.org/drawingml/2006/main">
            <a:off x="258564" y="2084388"/>
            <a:ext cx="6142236" cy="3476493"/>
          </a:xfrm>
        </p:spPr>
        <p:txBody>
          <a:bodyPr xmlns:a="http://schemas.openxmlformats.org/drawingml/2006/main">
            <a:noAutofit/>
          </a:bodyPr>
          <a:lstStyle xmlns:a="http://schemas.openxmlformats.org/drawingml/2006/main"/>
          <a:p xmlns:a="http://schemas.openxmlformats.org/drawingml/2006/main">
            <a:pPr>
              <a:lnSpc>
                <a:spcPct val="80000"/>
              </a:lnSpc>
              <a:buNone/>
            </a:pPr>
            <a:r>
              <a:t>Thank you for your attention !</a:t>
            </a:r>
          </a:p>
        </p:txBody>
      </p:sp>
      <p:sp>
        <p:nvSpPr>
          <p:cNvPr id="4" name="Espace réservé du texte 3">
            <a:extLst xmlns:a="http://schemas.openxmlformats.org/drawingml/2006/main">
              <a:ext uri="{FF2B5EF4-FFF2-40B4-BE49-F238E27FC236}">
                <a16:creationId xmlns:a16="http://schemas.microsoft.com/office/drawing/2014/main" id="{3CF2AC82-A9A6-AA1C-FB8D-016B3276D26C}"/>
              </a:ext>
            </a:extLst>
          </p:cNvPr>
          <p:cNvSpPr>
            <a:spLocks xmlns:a="http://schemas.openxmlformats.org/drawingml/2006/main" noGrp="1"/>
          </p:cNvSpPr>
          <p:nvPr>
            <p:ph type="body" idx="11"/>
          </p:nvPr>
        </p:nvSpPr>
        <p:spPr/>
        <p:txBody>
          <a:bodyPr xmlns:a="http://schemas.openxmlformats.org/drawingml/2006/main"/>
          <a:lstStyle xmlns:a="http://schemas.openxmlformats.org/drawingml/2006/main"/>
          <a:p xmlns:a="http://schemas.openxmlformats.org/drawingml/2006/main">
            <a:r>
              <a:t>EVENT</a:t>
            </a:r>
          </a:p>
        </p:txBody>
      </p:sp>
      <p:sp>
        <p:nvSpPr>
          <p:cNvPr id="6" name="Espace réservé du texte 5">
            <a:extLst xmlns:a="http://schemas.openxmlformats.org/drawingml/2006/main">
              <a:ext uri="{FF2B5EF4-FFF2-40B4-BE49-F238E27FC236}">
                <a16:creationId xmlns:a16="http://schemas.microsoft.com/office/drawing/2014/main" id="{FD668141-7756-0F21-E8C5-D998F69C9B68}"/>
              </a:ext>
            </a:extLst>
          </p:cNvPr>
          <p:cNvSpPr>
            <a:spLocks xmlns:a="http://schemas.openxmlformats.org/drawingml/2006/main" noGrp="1"/>
          </p:cNvSpPr>
          <p:nvPr>
            <p:ph type="body" idx="13"/>
          </p:nvPr>
        </p:nvSpPr>
        <p:spPr/>
        <p:txBody>
          <a:bodyPr xmlns:a="http://schemas.openxmlformats.org/drawingml/2006/main"/>
          <a:lstStyle xmlns:a="http://schemas.openxmlformats.org/drawingml/2006/main"/>
          <a:p xmlns:a="http://schemas.openxmlformats.org/drawingml/2006/main">
            <a:pPr marL="0" marR="0" lvl="0" indent="0" algn="r" defTabSz="914377">
              <a:lnSpc>
                <a:spcPct val="100000"/>
              </a:lnSpc>
              <a:spcBef>
                <a:spcPts val="0"/>
              </a:spcBef>
              <a:spcAft>
                <a:spcPts val="0"/>
              </a:spcAft>
              <a:buClrTx/>
              <a:buSzTx/>
              <a:buFontTx/>
              <a:buNone/>
            </a:pPr>
            <a:r>
              <a:rPr sz="800" b="0" i="0" u="none" cap="none" spc="300">
                <a:ln>
                  <a:noFill/>
                </a:ln>
                <a:solidFill>
                  <a:srgbClr val="FFFFFF"/>
                </a:solidFill>
                <a:latin typeface="Arial"/>
                <a:ea typeface="Arial"/>
                <a:cs typeface="Arial"/>
              </a:rPr>
              <a:t>PRESENTED </a:t>
            </a:r>
            <a:r>
              <a:rPr sz="800" b="0" i="0" u="none" cap="none" spc="300">
                <a:ln>
                  <a:noFill/>
                </a:ln>
                <a:solidFill>
                  <a:srgbClr val="FFFFFF"/>
                </a:solidFill>
                <a:latin typeface="Arial"/>
                <a:ea typeface="Arial"/>
                <a:cs typeface="Arial"/>
              </a:rPr>
              <a:t>BY</a:t>
            </a:r>
          </a:p>
          <a:p xmlns:a="http://schemas.openxmlformats.org/drawingml/2006/main">
            <a:pPr marL="0" marR="0" lvl="0" indent="0" algn="r" defTabSz="914377">
              <a:lnSpc>
                <a:spcPct val="100000"/>
              </a:lnSpc>
              <a:spcBef>
                <a:spcPts val="0"/>
              </a:spcBef>
              <a:spcAft>
                <a:spcPts val="0"/>
              </a:spcAft>
              <a:buClrTx/>
              <a:buSzTx/>
              <a:buFontTx/>
              <a:buNone/>
            </a:pPr>
            <a:endParaRPr sz="800" b="0" i="0" u="none" kern="1200" cap="none" spc="300" baseline="0">
              <a:ln>
                <a:noFill/>
              </a:ln>
              <a:solidFill>
                <a:srgbClr val="FFFFFF"/>
              </a:solidFill>
              <a:latin typeface="Arial"/>
              <a:ea typeface="Arial"/>
              <a:cs typeface="Arial"/>
            </a:endParaRPr>
          </a:p>
          <a:p xmlns:a="http://schemas.openxmlformats.org/drawingml/2006/main">
            <a:pPr marL="0" marR="0" lvl="0" indent="0" algn="r" defTabSz="914377">
              <a:lnSpc>
                <a:spcPct val="100000"/>
              </a:lnSpc>
              <a:spcBef>
                <a:spcPts val="0"/>
              </a:spcBef>
              <a:spcAft>
                <a:spcPts val="0"/>
              </a:spcAft>
              <a:buClrTx/>
              <a:buSzTx/>
              <a:buFontTx/>
              <a:buNone/>
            </a:pPr>
            <a:r>
              <a:rPr sz="1400" b="1" i="0" u="none" cap="none" spc="0">
                <a:ln>
                  <a:noFill/>
                </a:ln>
                <a:solidFill>
                  <a:srgbClr val="FFFFFF"/>
                </a:solidFill>
                <a:latin typeface="Arial"/>
                <a:ea typeface="Arial"/>
                <a:cs typeface="Arial"/>
              </a:rPr>
              <a:t>Speaker</a:t>
            </a:r>
            <a:br/>
            <a:r>
              <a:rPr sz="1400" b="0" i="0" u="none" cap="none" spc="0">
                <a:ln>
                  <a:noFill/>
                </a:ln>
                <a:solidFill>
                  <a:srgbClr val="FFFFFF"/>
                </a:solidFill>
                <a:latin typeface="Arial"/>
                <a:ea typeface="Arial"/>
                <a:cs typeface="Arial"/>
              </a:rPr>
              <a:t>Title</a:t>
            </a:r>
          </a:p>
        </p:txBody>
      </p:sp>
    </p:spTree>
    <p:extLst>
      <p:ext uri="{BB962C8B-B14F-4D97-AF65-F5344CB8AC3E}">
        <p14:creationId xmlns:p14="http://schemas.microsoft.com/office/powerpoint/2010/main" val="2523409849"/>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9" name="Picture 2"/>
          <p:cNvPicPr>
            <a:picLocks xmlns:a="http://schemas.openxmlformats.org/drawingml/2006/main" noChangeAspect="1"/>
          </p:cNvPicPr>
          <p:nvPr>
            <p:ph type="pic" idx="17"/>
          </p:nvPr>
        </p:nvPicPr>
        <p:blipFill>
          <a:blip xmlns:r="http://schemas.openxmlformats.org/officeDocument/2006/relationships" xmlns:a="http://schemas.openxmlformats.org/drawingml/2006/main" r:embed="R6953ccffede9470f"/>
          <a:srcRect xmlns:a="http://schemas.openxmlformats.org/drawingml/2006/main" l="0" t="0" r="0" b="0"/>
          <a:stretch xmlns:a="http://schemas.openxmlformats.org/drawingml/2006/main">
            <a:fillRect l="0" t="0" r="0" b="0"/>
          </a:stretch>
        </p:blipFill>
        <p:spPr>
          <a:xfrm xmlns:a="http://schemas.openxmlformats.org/drawingml/2006/main">
            <a:off x="0" y="0"/>
            <a:ext cx="914400" cy="914400"/>
          </a:xfrm>
          <a:prstGeom xmlns:a="http://schemas.openxmlformats.org/drawingml/2006/main" prst="rect">
            <a:avLst/>
          </a:prstGeom>
        </p:spPr>
      </p:pic>
      <p:sp>
        <p:nvSpPr>
          <p:cNvPr id="3" name="Titre 2">
            <a:extLst xmlns:a="http://schemas.openxmlformats.org/drawingml/2006/main">
              <a:ext uri="{FF2B5EF4-FFF2-40B4-BE49-F238E27FC236}">
                <a16:creationId xmlns:a16="http://schemas.microsoft.com/office/drawing/2014/main" id="{3D062584-3539-1F1A-04CA-DCA96C04BD6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OUTLINE</a:t>
            </a:r>
          </a:p>
        </p:txBody>
      </p:sp>
      <p:sp>
        <p:nvSpPr>
          <p:cNvPr id="4" name="Espace réservé du texte 3">
            <a:extLst xmlns:a="http://schemas.openxmlformats.org/drawingml/2006/main">
              <a:ext uri="{FF2B5EF4-FFF2-40B4-BE49-F238E27FC236}">
                <a16:creationId xmlns:a16="http://schemas.microsoft.com/office/drawing/2014/main" id="{E04AFCCC-A647-11CE-1732-6AE973D4DE9F}"/>
              </a:ext>
            </a:extLst>
          </p:cNvPr>
          <p:cNvSpPr>
            <a:spLocks xmlns:a="http://schemas.openxmlformats.org/drawingml/2006/main" noGrp="1"/>
          </p:cNvSpPr>
          <p:nvPr>
            <p:ph type="body" idx="11"/>
          </p:nvPr>
        </p:nvSpPr>
        <p:spPr/>
        <p:txBody>
          <a:bodyPr xmlns:a="http://schemas.openxmlformats.org/drawingml/2006/main"/>
          <a:lstStyle xmlns:a="http://schemas.openxmlformats.org/drawingml/2006/main"/>
          <a:p xmlns:a="http://schemas.openxmlformats.org/drawingml/2006/main">
            <a:pPr>
              <a:spcBef>
                <a:spcPts val="1600"/>
              </a:spcBef>
              <a:buNone/>
            </a:pPr>
            <a:r>
              <a:rPr sz="2800" spc="-150">
                <a:effectLst>
                  <a:outerShdw blurRad="50800" dist="38100" dir="2700000" algn="tl" rotWithShape="0">
                    <a:prstClr val="black">
                      <a:alpha val="40000"/>
                    </a:prstClr>
                  </a:outerShdw>
                </a:effectLst>
              </a:rPr>
              <a:t>EPFL at glance</a:t>
            </a:r>
          </a:p>
          <a:p xmlns:a="http://schemas.openxmlformats.org/drawingml/2006/main">
            <a:pPr>
              <a:spcBef>
                <a:spcPts val="1600"/>
              </a:spcBef>
              <a:buNone/>
            </a:pPr>
            <a:r>
              <a:rPr sz="2800" spc="-150">
                <a:effectLst>
                  <a:outerShdw blurRad="50800" dist="38100" dir="2700000" algn="tl" rotWithShape="0">
                    <a:prstClr val="black">
                      <a:alpha val="40000"/>
                    </a:prstClr>
                  </a:outerShdw>
                </a:effectLst>
              </a:rPr>
              <a:t>Education</a:t>
            </a:r>
          </a:p>
          <a:p xmlns:a="http://schemas.openxmlformats.org/drawingml/2006/main">
            <a:pPr>
              <a:spcBef>
                <a:spcPts val="1600"/>
              </a:spcBef>
              <a:buNone/>
            </a:pPr>
            <a:r>
              <a:rPr sz="2800" spc="-150">
                <a:effectLst>
                  <a:outerShdw blurRad="50800" dist="38100" dir="2700000" algn="tl" rotWithShape="0">
                    <a:prstClr val="black">
                      <a:alpha val="40000"/>
                    </a:prstClr>
                  </a:outerShdw>
                </a:effectLst>
              </a:rPr>
              <a:t>Research</a:t>
            </a:r>
          </a:p>
          <a:p xmlns:a="http://schemas.openxmlformats.org/drawingml/2006/main">
            <a:pPr>
              <a:spcBef>
                <a:spcPts val="1600"/>
              </a:spcBef>
              <a:buNone/>
            </a:pPr>
            <a:r>
              <a:rPr sz="6000" spc="-150">
                <a:effectLst>
                  <a:outerShdw blurRad="50800" dist="38100" dir="2700000" algn="tl" rotWithShape="0">
                    <a:prstClr val="black">
                      <a:alpha val="40000"/>
                    </a:prstClr>
                  </a:outerShdw>
                </a:effectLst>
              </a:rPr>
              <a:t>Innovation </a:t>
            </a:r>
            <a:br/>
            <a:r>
              <a:rPr sz="6000" spc="-150">
                <a:effectLst>
                  <a:outerShdw blurRad="50800" dist="38100" dir="2700000" algn="tl" rotWithShape="0">
                    <a:prstClr val="black">
                      <a:alpha val="40000"/>
                    </a:prstClr>
                  </a:outerShdw>
                </a:effectLst>
              </a:rPr>
              <a:t>&amp; Impact </a:t>
            </a:r>
            <a:r>
              <a:rPr sz="6000" i="0" u="none" cap="none" spc="-150">
                <a:ln>
                  <a:noFill/>
                </a:ln>
                <a:solidFill>
                  <a:srgbClr val="FFFFFF"/>
                </a:solidFill>
                <a:effectLst>
                  <a:outerShdw blurRad="50800" dist="38100" dir="2700000" algn="tl" rotWithShape="0">
                    <a:prstClr val="black">
                      <a:alpha val="40000"/>
                    </a:prstClr>
                  </a:outerShdw>
                </a:effectLst>
                <a:latin typeface="Arial"/>
                <a:ea typeface="Arial"/>
                <a:cs typeface="Arial"/>
              </a:rPr>
              <a:t>➜</a:t>
            </a:r>
            <a:endParaRPr sz="6000" spc="-150">
              <a:effectLst>
                <a:outerShdw blurRad="50800" dist="38100" dir="2700000" algn="tl" rotWithShape="0">
                  <a:prstClr val="black">
                    <a:alpha val="40000"/>
                  </a:prstClr>
                </a:outerShdw>
              </a:effectLst>
            </a:endParaRPr>
          </a:p>
          <a:p xmlns:a="http://schemas.openxmlformats.org/drawingml/2006/main">
            <a:pPr>
              <a:spcBef>
                <a:spcPts val="1600"/>
              </a:spcBef>
              <a:buNone/>
            </a:pPr>
            <a:r>
              <a:rPr sz="2800" spc="-150">
                <a:effectLst>
                  <a:outerShdw blurRad="50800" dist="38100" dir="2700000" algn="tl" rotWithShape="0">
                    <a:prstClr val="black">
                      <a:alpha val="40000"/>
                    </a:prstClr>
                  </a:outerShdw>
                </a:effectLst>
              </a:rPr>
              <a:t>Collaborations</a:t>
            </a:r>
          </a:p>
          <a:p xmlns:a="http://schemas.openxmlformats.org/drawingml/2006/main">
            <a:pPr>
              <a:spcBef>
                <a:spcPts val="1600"/>
              </a:spcBef>
              <a:buNone/>
            </a:pPr>
            <a:r>
              <a:rPr sz="2800" spc="-150">
                <a:effectLst>
                  <a:outerShdw blurRad="50800" dist="38100" dir="2700000" algn="tl" rotWithShape="0">
                    <a:prstClr val="black">
                      <a:alpha val="40000"/>
                    </a:prstClr>
                  </a:outerShdw>
                </a:effectLst>
              </a:rPr>
              <a:t>EPFL Alumni</a:t>
            </a:r>
          </a:p>
        </p:txBody>
      </p:sp>
      <p:sp>
        <p:nvSpPr>
          <p:cNvPr id="5" name="Espace réservé de la date 4">
            <a:extLst xmlns:a="http://schemas.openxmlformats.org/drawingml/2006/main">
              <a:ext uri="{FF2B5EF4-FFF2-40B4-BE49-F238E27FC236}">
                <a16:creationId xmlns:a16="http://schemas.microsoft.com/office/drawing/2014/main" id="{E675B70E-50E7-C31F-122E-536C7329A8FE}"/>
              </a:ext>
            </a:extLst>
          </p:cNvPr>
          <p:cNvSpPr>
            <a:spLocks xmlns:a="http://schemas.openxmlformats.org/drawingml/2006/main" noGrp="1"/>
          </p:cNvSpPr>
          <p:nvPr>
            <p:ph type="dt" idx="18"/>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6" name="Espace réservé du pied de page 5">
            <a:extLst xmlns:a="http://schemas.openxmlformats.org/drawingml/2006/main">
              <a:ext uri="{FF2B5EF4-FFF2-40B4-BE49-F238E27FC236}">
                <a16:creationId xmlns:a16="http://schemas.microsoft.com/office/drawing/2014/main" id="{0916A544-FEF2-3323-F807-4EC6BF44493B}"/>
              </a:ext>
            </a:extLst>
          </p:cNvPr>
          <p:cNvSpPr>
            <a:spLocks xmlns:a="http://schemas.openxmlformats.org/drawingml/2006/main" noGrp="1"/>
          </p:cNvSpPr>
          <p:nvPr>
            <p:ph type="ftr" idx="19"/>
          </p:nvPr>
        </p:nvSpPr>
        <p:spPr/>
        <p:txBody>
          <a:bodyPr xmlns:a="http://schemas.openxmlformats.org/drawingml/2006/main"/>
          <a:lstStyle xmlns:a="http://schemas.openxmlformats.org/drawingml/2006/main"/>
          <a:p xmlns:a="http://schemas.openxmlformats.org/drawingml/2006/main">
            <a:endParaRPr/>
          </a:p>
        </p:txBody>
      </p:sp>
      <p:sp>
        <p:nvSpPr>
          <p:cNvPr id="7" name="Espace réservé du numéro de diapositive 6">
            <a:extLst xmlns:a="http://schemas.openxmlformats.org/drawingml/2006/main">
              <a:ext uri="{FF2B5EF4-FFF2-40B4-BE49-F238E27FC236}">
                <a16:creationId xmlns:a16="http://schemas.microsoft.com/office/drawing/2014/main" id="{27132571-C35F-D9B9-F27A-5A9BDD44E6E6}"/>
              </a:ext>
            </a:extLst>
          </p:cNvPr>
          <p:cNvSpPr>
            <a:spLocks xmlns:a="http://schemas.openxmlformats.org/drawingml/2006/main" noGrp="1"/>
          </p:cNvSpPr>
          <p:nvPr>
            <p:ph type="sldNum" idx="20"/>
          </p:nvPr>
        </p:nvSpPr>
        <p:spPr/>
        <p:txBody>
          <a:bodyPr xmlns:a="http://schemas.openxmlformats.org/drawingml/2006/main"/>
          <a:lstStyle xmlns:a="http://schemas.openxmlformats.org/drawingml/2006/main"/>
          <a:p xmlns:a="http://schemas.openxmlformats.org/drawingml/2006/main">
            <a:fld id="{E1E1CD7C-2161-7D43-862E-CE4C333CD873}" type="slidenum">
              <a:t>43</a:t>
            </a:fld>
            <a:endParaRPr/>
          </a:p>
        </p:txBody>
      </p:sp>
    </p:spTree>
    <p:extLst>
      <p:ext uri="{BB962C8B-B14F-4D97-AF65-F5344CB8AC3E}">
        <p14:creationId xmlns:p14="http://schemas.microsoft.com/office/powerpoint/2010/main" val="1091149897"/>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22" name="Espace réservé pour une image  8"/>
          <p:cNvPicPr>
            <a:picLocks xmlns:a="http://schemas.openxmlformats.org/drawingml/2006/main" noChangeAspect="1"/>
          </p:cNvPicPr>
          <p:nvPr>
            <p:ph type="pic" idx="13"/>
          </p:nvPr>
        </p:nvPicPr>
        <p:blipFill>
          <a:blip xmlns:r="http://schemas.openxmlformats.org/officeDocument/2006/relationships" xmlns:a="http://schemas.openxmlformats.org/drawingml/2006/main" r:embed="R96e17c68b2694f05"/>
          <a:srcRect xmlns:a="http://schemas.openxmlformats.org/drawingml/2006/main" l="0" t="0" r="0" b="0"/>
          <a:stretch xmlns:a="http://schemas.openxmlformats.org/drawingml/2006/main">
            <a:fillRect l="0" t="0" r="0" b="0"/>
          </a:stretch>
        </p:blipFill>
        <p:spPr>
          <a:xfrm xmlns:a="http://schemas.openxmlformats.org/drawingml/2006/main">
            <a:off x="0" y="0"/>
            <a:ext cx="914400" cy="914400"/>
          </a:xfrm>
        </p:spPr>
      </p:pic>
      <p:sp>
        <p:nvSpPr>
          <p:cNvPr id="3" name="Espace réservé du contenu 2">
            <a:extLst xmlns:a="http://schemas.openxmlformats.org/drawingml/2006/main">
              <a:ext uri="{FF2B5EF4-FFF2-40B4-BE49-F238E27FC236}">
                <a16:creationId xmlns:a16="http://schemas.microsoft.com/office/drawing/2014/main" id="{CFFCEAD7-A864-ECD5-88B2-6FC0D0776C17}"/>
              </a:ext>
            </a:extLst>
          </p:cNvPr>
          <p:cNvSpPr>
            <a:spLocks xmlns:a="http://schemas.openxmlformats.org/drawingml/2006/main" noGrp="1"/>
          </p:cNvSpPr>
          <p:nvPr>
            <p:ph idx="1"/>
          </p:nvPr>
        </p:nvSpPr>
        <p:spPr>
          <a:xfrm xmlns:a="http://schemas.openxmlformats.org/drawingml/2006/main">
            <a:off x="6375401" y="3122613"/>
            <a:ext cx="2291522" cy="1612968"/>
          </a:xfrm>
        </p:spPr>
        <p:txBody>
          <a:bodyPr xmlns:a="http://schemas.openxmlformats.org/drawingml/2006/main"/>
          <a:lstStyle xmlns:a="http://schemas.openxmlformats.org/drawingml/2006/main"/>
          <a:p xmlns:a="http://schemas.openxmlformats.org/drawingml/2006/main">
            <a:pPr marL="0" indent="0">
              <a:buNone/>
            </a:pPr>
            <a:r>
              <a:rPr sz="4800" b="1" spc="-150"/>
              <a:t>14’072* </a:t>
            </a:r>
            <a:br/>
            <a:r>
              <a:t>Students</a:t>
            </a:r>
            <a:endParaRPr/>
          </a:p>
        </p:txBody>
      </p:sp>
      <p:sp>
        <p:nvSpPr>
          <p:cNvPr id="4" name="Titre 3">
            <a:extLst xmlns:a="http://schemas.openxmlformats.org/drawingml/2006/main">
              <a:ext uri="{FF2B5EF4-FFF2-40B4-BE49-F238E27FC236}">
                <a16:creationId xmlns:a16="http://schemas.microsoft.com/office/drawing/2014/main" id="{A1727F33-2E65-6AB7-E52D-5DCC8F514645}"/>
              </a:ext>
            </a:extLst>
          </p:cNvPr>
          <p:cNvSpPr>
            <a:spLocks xmlns:a="http://schemas.openxmlformats.org/drawingml/2006/main" noGrp="1"/>
          </p:cNvSpPr>
          <p:nvPr>
            <p:ph type="title" idx="0"/>
          </p:nvPr>
        </p:nvSpPr>
        <p:spPr>
          <a:xfrm xmlns:a="http://schemas.openxmlformats.org/drawingml/2006/main">
            <a:off x="5232400" y="635265"/>
            <a:ext cx="4514939" cy="1372440"/>
          </a:xfrm>
        </p:spPr>
        <p:txBody>
          <a:bodyPr xmlns:a="http://schemas.openxmlformats.org/drawingml/2006/main"/>
          <a:lstStyle xmlns:a="http://schemas.openxmlformats.org/drawingml/2006/main"/>
          <a:p xmlns:a="http://schemas.openxmlformats.org/drawingml/2006/main">
            <a:r>
              <a:t>EPFL at </a:t>
            </a:r>
            <a:r>
              <a:t>glance</a:t>
            </a:r>
            <a:endParaRPr/>
          </a:p>
        </p:txBody>
      </p:sp>
      <p:sp>
        <p:nvSpPr>
          <p:cNvPr id="5" name="Espace réservé de la date 4">
            <a:extLst xmlns:a="http://schemas.openxmlformats.org/drawingml/2006/main">
              <a:ext uri="{FF2B5EF4-FFF2-40B4-BE49-F238E27FC236}">
                <a16:creationId xmlns:a16="http://schemas.microsoft.com/office/drawing/2014/main" id="{2EB9D4C8-466E-3013-E408-6D697E6C10E6}"/>
              </a:ext>
            </a:extLst>
          </p:cNvPr>
          <p:cNvSpPr>
            <a:spLocks xmlns:a="http://schemas.openxmlformats.org/drawingml/2006/main" noGrp="1"/>
          </p:cNvSpPr>
          <p:nvPr>
            <p:ph type="dt" idx="14"/>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6" name="Espace réservé du pied de page 5">
            <a:extLst xmlns:a="http://schemas.openxmlformats.org/drawingml/2006/main">
              <a:ext uri="{FF2B5EF4-FFF2-40B4-BE49-F238E27FC236}">
                <a16:creationId xmlns:a16="http://schemas.microsoft.com/office/drawing/2014/main" id="{A55F92F7-0E9A-A75D-3E15-88198EE741EE}"/>
              </a:ext>
            </a:extLst>
          </p:cNvPr>
          <p:cNvSpPr>
            <a:spLocks xmlns:a="http://schemas.openxmlformats.org/drawingml/2006/main" noGrp="1"/>
          </p:cNvSpPr>
          <p:nvPr>
            <p:ph type="ftr" idx="15"/>
          </p:nvPr>
        </p:nvSpPr>
        <p:spPr/>
        <p:txBody>
          <a:bodyPr xmlns:a="http://schemas.openxmlformats.org/drawingml/2006/main"/>
          <a:lstStyle xmlns:a="http://schemas.openxmlformats.org/drawingml/2006/main"/>
          <a:p xmlns:a="http://schemas.openxmlformats.org/drawingml/2006/main">
            <a:endParaRPr/>
          </a:p>
        </p:txBody>
      </p:sp>
      <p:sp>
        <p:nvSpPr>
          <p:cNvPr id="7" name="Espace réservé du numéro de diapositive 6">
            <a:extLst xmlns:a="http://schemas.openxmlformats.org/drawingml/2006/main">
              <a:ext uri="{FF2B5EF4-FFF2-40B4-BE49-F238E27FC236}">
                <a16:creationId xmlns:a16="http://schemas.microsoft.com/office/drawing/2014/main" id="{B41B23A7-2130-EFB8-8CD8-1F9606AC05B9}"/>
              </a:ext>
            </a:extLst>
          </p:cNvPr>
          <p:cNvSpPr>
            <a:spLocks xmlns:a="http://schemas.openxmlformats.org/drawingml/2006/main" noGrp="1"/>
          </p:cNvSpPr>
          <p:nvPr>
            <p:ph type="sldNum" idx="16"/>
          </p:nvPr>
        </p:nvSpPr>
        <p:spPr/>
        <p:txBody>
          <a:bodyPr xmlns:a="http://schemas.openxmlformats.org/drawingml/2006/main"/>
          <a:lstStyle xmlns:a="http://schemas.openxmlformats.org/drawingml/2006/main"/>
          <a:p xmlns:a="http://schemas.openxmlformats.org/drawingml/2006/main">
            <a:fld id="{E1E1CD7C-2161-7D43-862E-CE4C333CD873}" type="slidenum">
              <a:t>5</a:t>
            </a:fld>
            <a:endParaRPr/>
          </a:p>
        </p:txBody>
      </p:sp>
      <p:pic>
        <p:nvPicPr>
          <p:cNvPr id="28" name="Image 9"/>
          <p:cNvPicPr>
            <a:picLocks xmlns:a="http://schemas.openxmlformats.org/drawingml/2006/main" noChangeAspect="1"/>
          </p:cNvPicPr>
          <p:nvPr/>
        </p:nvPicPr>
        <p:blipFill>
          <a:blip xmlns:r="http://schemas.openxmlformats.org/officeDocument/2006/relationships" xmlns:a="http://schemas.openxmlformats.org/drawingml/2006/main" r:embed="R30316eb45f5a49b3"/>
          <a:srcRect xmlns:a="http://schemas.openxmlformats.org/drawingml/2006/main" l="0" t="0" r="0" b="0"/>
          <a:stretch xmlns:a="http://schemas.openxmlformats.org/drawingml/2006/main"/>
        </p:blipFill>
        <p:spPr>
          <a:xfrm xmlns:a="http://schemas.openxmlformats.org/drawingml/2006/main">
            <a:off x="4901165" y="2736232"/>
            <a:ext cx="1616075" cy="1385536"/>
          </a:xfrm>
          <a:prstGeom xmlns:a="http://schemas.openxmlformats.org/drawingml/2006/main" prst="rect">
            <a:avLst/>
          </a:prstGeom>
        </p:spPr>
      </p:pic>
      <p:pic>
        <p:nvPicPr>
          <p:cNvPr id="29" name="Picture 2"/>
          <p:cNvPicPr>
            <a:picLocks xmlns:a="http://schemas.openxmlformats.org/drawingml/2006/main" noChangeAspect="1"/>
          </p:cNvPicPr>
          <p:nvPr/>
        </p:nvPicPr>
        <p:blipFill>
          <a:blip xmlns:r="http://schemas.openxmlformats.org/officeDocument/2006/relationships" xmlns:a="http://schemas.openxmlformats.org/drawingml/2006/main" r:embed="R92866300f68a4dbc">
            <a:extLst>
              <a:ext uri="{96DAC541-7B7A-43D3-8B79-37D633B846F1}">
                <asvg:svgBlip xmlns:asvg="http://schemas.microsoft.com/office/drawing/2016/SVG/main" r:embed="R6022635ccdaf4bb1"/>
              </a:ext>
            </a:extLst>
          </a:blip>
          <a:srcRect xmlns:a="http://schemas.openxmlformats.org/drawingml/2006/main" l="0" t="0" r="0" b="0"/>
          <a:stretch xmlns:a="http://schemas.openxmlformats.org/drawingml/2006/main"/>
        </p:blipFill>
        <p:spPr>
          <a:xfrm xmlns:a="http://schemas.openxmlformats.org/drawingml/2006/main">
            <a:off x="8889149" y="4359262"/>
            <a:ext cx="982063" cy="982063"/>
          </a:xfrm>
          <a:prstGeom xmlns:a="http://schemas.openxmlformats.org/drawingml/2006/main" prst="rect">
            <a:avLst/>
          </a:prstGeom>
        </p:spPr>
      </p:pic>
      <p:pic>
        <p:nvPicPr>
          <p:cNvPr id="30" name="Image 11"/>
          <p:cNvPicPr>
            <a:picLocks xmlns:a="http://schemas.openxmlformats.org/drawingml/2006/main" noChangeAspect="1"/>
          </p:cNvPicPr>
          <p:nvPr/>
        </p:nvPicPr>
        <p:blipFill>
          <a:blip xmlns:r="http://schemas.openxmlformats.org/officeDocument/2006/relationships" xmlns:a="http://schemas.openxmlformats.org/drawingml/2006/main" r:embed="R4f8fe74959f64389"/>
          <a:srcRect xmlns:a="http://schemas.openxmlformats.org/drawingml/2006/main" l="0" t="0" r="0" b="0"/>
          <a:stretch xmlns:a="http://schemas.openxmlformats.org/drawingml/2006/main"/>
        </p:blipFill>
        <p:spPr>
          <a:xfrm xmlns:a="http://schemas.openxmlformats.org/drawingml/2006/main">
            <a:off x="8625785" y="2736231"/>
            <a:ext cx="1616074" cy="1385537"/>
          </a:xfrm>
          <a:prstGeom xmlns:a="http://schemas.openxmlformats.org/drawingml/2006/main" prst="rect">
            <a:avLst/>
          </a:prstGeom>
        </p:spPr>
      </p:pic>
      <p:pic>
        <p:nvPicPr>
          <p:cNvPr id="31" name="Image 12"/>
          <p:cNvPicPr>
            <a:picLocks xmlns:a="http://schemas.openxmlformats.org/drawingml/2006/main" noChangeAspect="1"/>
          </p:cNvPicPr>
          <p:nvPr/>
        </p:nvPicPr>
        <p:blipFill>
          <a:blip xmlns:r="http://schemas.openxmlformats.org/officeDocument/2006/relationships" xmlns:a="http://schemas.openxmlformats.org/drawingml/2006/main" r:embed="Ra48de67929cb4e52"/>
          <a:srcRect xmlns:a="http://schemas.openxmlformats.org/drawingml/2006/main" l="0" t="0" r="0" b="0"/>
          <a:stretch xmlns:a="http://schemas.openxmlformats.org/drawingml/2006/main"/>
        </p:blipFill>
        <p:spPr>
          <a:xfrm xmlns:a="http://schemas.openxmlformats.org/drawingml/2006/main">
            <a:off x="4994553" y="4116232"/>
            <a:ext cx="1616074" cy="1385537"/>
          </a:xfrm>
          <a:prstGeom xmlns:a="http://schemas.openxmlformats.org/drawingml/2006/main" prst="rect">
            <a:avLst/>
          </a:prstGeom>
        </p:spPr>
      </p:pic>
      <p:sp>
        <p:nvSpPr>
          <p:cNvPr id="14" name="Espace réservé du contenu 2">
            <a:extLst xmlns:a="http://schemas.openxmlformats.org/drawingml/2006/main">
              <a:ext uri="{FF2B5EF4-FFF2-40B4-BE49-F238E27FC236}">
                <a16:creationId xmlns:a16="http://schemas.microsoft.com/office/drawing/2014/main" id="{1FE13380-6D47-7F79-965E-862B0B35E702}"/>
              </a:ext>
            </a:extLst>
          </p:cNvPr>
          <p:cNvSpPr>
            <a:spLocks xmlns:a="http://schemas.openxmlformats.org/drawingml/2006/main" noGrp="1"/>
          </p:cNvSpPr>
          <p:nvPr/>
        </p:nvSpPr>
        <p:spPr>
          <a:xfrm xmlns:a="http://schemas.openxmlformats.org/drawingml/2006/main">
            <a:off x="6375401" y="4456291"/>
            <a:ext cx="2291522" cy="1612968"/>
          </a:xfrm>
          <a:prstGeom xmlns:a="http://schemas.openxmlformats.org/drawingml/2006/main" prst="rect">
            <a:avLst/>
          </a:prstGeom>
        </p:spPr>
        <p:txBody>
          <a:bodyPr xmlns:a="http://schemas.openxmlformats.org/drawingml/2006/main" vert="horz" lIns="36000" tIns="46800" rIns="36000" bIns="45720">
            <a:normAutofit/>
          </a:bodyPr>
          <a:lstStyle xmlns:a="http://schemas.openxmlformats.org/drawingml/2006/main">
            <a:lvl1pPr marL="228594" indent="-228594" algn="l" defTabSz="914377">
              <a:lnSpc>
                <a:spcPct val="90000"/>
              </a:lnSpc>
              <a:spcBef>
                <a:spcPts val="1000"/>
              </a:spcBef>
              <a:buClr>
                <a:schemeClr val="tx2"/>
              </a:buClr>
              <a:buSzPct val="90000"/>
              <a:buFont typeface="Wingdings"/>
              <a:buChar char="§"/>
              <a:defRPr sz="2400" b="0" i="0" kern="1200">
                <a:solidFill>
                  <a:schemeClr val="tx1"/>
                </a:solidFill>
                <a:latin typeface="Arial"/>
                <a:ea typeface="Arial"/>
                <a:cs typeface="Arial"/>
              </a:defRPr>
            </a:lvl1pPr>
            <a:lvl2pPr marL="685783" indent="-228594" algn="l" defTabSz="914377">
              <a:lnSpc>
                <a:spcPct val="90000"/>
              </a:lnSpc>
              <a:spcBef>
                <a:spcPts val="500"/>
              </a:spcBef>
              <a:buClr>
                <a:schemeClr val="tx2"/>
              </a:buClr>
              <a:buSzPct val="100000"/>
              <a:buFont typeface="Arial"/>
              <a:buChar char="•"/>
              <a:defRPr sz="2133" b="0" i="0" kern="1200">
                <a:solidFill>
                  <a:schemeClr val="tx1"/>
                </a:solidFill>
                <a:latin typeface="Arial"/>
                <a:ea typeface="Arial"/>
                <a:cs typeface="Arial"/>
              </a:defRPr>
            </a:lvl2pPr>
            <a:lvl3pPr marL="1142971" indent="-228594" algn="l" defTabSz="914377">
              <a:lnSpc>
                <a:spcPct val="90000"/>
              </a:lnSpc>
              <a:spcBef>
                <a:spcPts val="500"/>
              </a:spcBef>
              <a:buClr>
                <a:schemeClr val="tx2"/>
              </a:buClr>
              <a:buSzPct val="90000"/>
              <a:buFont typeface="Wingdings"/>
              <a:buChar char="§"/>
              <a:defRPr sz="2000" b="0" i="0" kern="1200">
                <a:solidFill>
                  <a:schemeClr val="tx1"/>
                </a:solidFill>
                <a:latin typeface="Arial"/>
                <a:ea typeface="Arial"/>
                <a:cs typeface="Arial"/>
              </a:defRPr>
            </a:lvl3pPr>
            <a:lvl4pPr marL="1600160" indent="-228594" algn="l" defTabSz="914377">
              <a:lnSpc>
                <a:spcPct val="90000"/>
              </a:lnSpc>
              <a:spcBef>
                <a:spcPts val="500"/>
              </a:spcBef>
              <a:buFont typeface="Arial"/>
              <a:buChar char="•"/>
              <a:defRPr sz="1800" kern="1200">
                <a:solidFill>
                  <a:schemeClr val="tx1"/>
                </a:solidFill>
                <a:latin typeface="+mn-lt"/>
                <a:ea typeface="+mn-lt"/>
                <a:cs typeface="+mn-lt"/>
              </a:defRPr>
            </a:lvl4pPr>
            <a:lvl5pPr marL="2057349" indent="-228594" algn="l" defTabSz="914377">
              <a:lnSpc>
                <a:spcPct val="90000"/>
              </a:lnSpc>
              <a:spcBef>
                <a:spcPts val="500"/>
              </a:spcBef>
              <a:buFont typeface="Arial"/>
              <a:buChar char="•"/>
              <a:defRPr sz="1800" kern="1200">
                <a:solidFill>
                  <a:schemeClr val="tx1"/>
                </a:solidFill>
                <a:latin typeface="+mn-lt"/>
                <a:ea typeface="+mn-lt"/>
                <a:cs typeface="+mn-lt"/>
              </a:defRPr>
            </a:lvl5pPr>
            <a:lvl6pPr marL="2514537" indent="-228594" algn="l" defTabSz="914377">
              <a:lnSpc>
                <a:spcPct val="90000"/>
              </a:lnSpc>
              <a:spcBef>
                <a:spcPts val="500"/>
              </a:spcBef>
              <a:buFont typeface="Arial"/>
              <a:buChar char="•"/>
              <a:defRPr sz="1800" kern="1200">
                <a:solidFill>
                  <a:schemeClr val="tx1"/>
                </a:solidFill>
                <a:latin typeface="+mn-lt"/>
                <a:ea typeface="+mn-lt"/>
                <a:cs typeface="+mn-lt"/>
              </a:defRPr>
            </a:lvl6pPr>
            <a:lvl7pPr marL="2971726" indent="-228594" algn="l" defTabSz="914377">
              <a:lnSpc>
                <a:spcPct val="90000"/>
              </a:lnSpc>
              <a:spcBef>
                <a:spcPts val="500"/>
              </a:spcBef>
              <a:buFont typeface="Arial"/>
              <a:buChar char="•"/>
              <a:defRPr sz="1800" kern="1200">
                <a:solidFill>
                  <a:schemeClr val="tx1"/>
                </a:solidFill>
                <a:latin typeface="+mn-lt"/>
                <a:ea typeface="+mn-lt"/>
                <a:cs typeface="+mn-lt"/>
              </a:defRPr>
            </a:lvl7pPr>
            <a:lvl8pPr marL="3428914" indent="-228594" algn="l" defTabSz="914377">
              <a:lnSpc>
                <a:spcPct val="90000"/>
              </a:lnSpc>
              <a:spcBef>
                <a:spcPts val="500"/>
              </a:spcBef>
              <a:buFont typeface="Arial"/>
              <a:buChar char="•"/>
              <a:defRPr sz="1800" kern="1200">
                <a:solidFill>
                  <a:schemeClr val="tx1"/>
                </a:solidFill>
                <a:latin typeface="+mn-lt"/>
                <a:ea typeface="+mn-lt"/>
                <a:cs typeface="+mn-lt"/>
              </a:defRPr>
            </a:lvl8pPr>
            <a:lvl9pPr marL="3886103" indent="-228594" algn="l" defTabSz="914377">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buFont typeface="Wingdings"/>
              <a:buNone/>
            </a:pPr>
            <a:r>
              <a:rPr sz="4800" b="1" spc="-150"/>
              <a:t>6’530 </a:t>
            </a:r>
            <a:br/>
            <a:r>
              <a:t>Employees</a:t>
            </a:r>
            <a:r>
              <a:t> </a:t>
            </a:r>
            <a:br/>
            <a:r>
              <a:t>(incl. </a:t>
            </a:r>
            <a:r>
              <a:t>Phd</a:t>
            </a:r>
            <a:r>
              <a:t>)</a:t>
            </a:r>
          </a:p>
        </p:txBody>
      </p:sp>
      <p:sp>
        <p:nvSpPr>
          <p:cNvPr id="15" name="Espace réservé du contenu 2">
            <a:extLst xmlns:a="http://schemas.openxmlformats.org/drawingml/2006/main">
              <a:ext uri="{FF2B5EF4-FFF2-40B4-BE49-F238E27FC236}">
                <a16:creationId xmlns:a16="http://schemas.microsoft.com/office/drawing/2014/main" id="{796D9B9B-5A45-0745-84C8-0A38928DDB1B}"/>
              </a:ext>
            </a:extLst>
          </p:cNvPr>
          <p:cNvSpPr>
            <a:spLocks xmlns:a="http://schemas.openxmlformats.org/drawingml/2006/main" noGrp="1"/>
          </p:cNvSpPr>
          <p:nvPr/>
        </p:nvSpPr>
        <p:spPr>
          <a:xfrm xmlns:a="http://schemas.openxmlformats.org/drawingml/2006/main">
            <a:off x="9912350" y="3122613"/>
            <a:ext cx="2291522" cy="1612968"/>
          </a:xfrm>
          <a:prstGeom xmlns:a="http://schemas.openxmlformats.org/drawingml/2006/main" prst="rect">
            <a:avLst/>
          </a:prstGeom>
        </p:spPr>
        <p:txBody>
          <a:bodyPr xmlns:a="http://schemas.openxmlformats.org/drawingml/2006/main" vert="horz" lIns="36000" tIns="46800" rIns="36000" bIns="45720">
            <a:normAutofit/>
          </a:bodyPr>
          <a:lstStyle xmlns:a="http://schemas.openxmlformats.org/drawingml/2006/main">
            <a:lvl1pPr marL="228594" indent="-228594" algn="l" defTabSz="914377">
              <a:lnSpc>
                <a:spcPct val="90000"/>
              </a:lnSpc>
              <a:spcBef>
                <a:spcPts val="1000"/>
              </a:spcBef>
              <a:buClr>
                <a:schemeClr val="tx2"/>
              </a:buClr>
              <a:buSzPct val="90000"/>
              <a:buFont typeface="Wingdings"/>
              <a:buChar char="§"/>
              <a:defRPr sz="2400" b="0" i="0" kern="1200">
                <a:solidFill>
                  <a:schemeClr val="tx1"/>
                </a:solidFill>
                <a:latin typeface="Arial"/>
                <a:ea typeface="Arial"/>
                <a:cs typeface="Arial"/>
              </a:defRPr>
            </a:lvl1pPr>
            <a:lvl2pPr marL="685783" indent="-228594" algn="l" defTabSz="914377">
              <a:lnSpc>
                <a:spcPct val="90000"/>
              </a:lnSpc>
              <a:spcBef>
                <a:spcPts val="500"/>
              </a:spcBef>
              <a:buClr>
                <a:schemeClr val="tx2"/>
              </a:buClr>
              <a:buSzPct val="100000"/>
              <a:buFont typeface="Arial"/>
              <a:buChar char="•"/>
              <a:defRPr sz="2133" b="0" i="0" kern="1200">
                <a:solidFill>
                  <a:schemeClr val="tx1"/>
                </a:solidFill>
                <a:latin typeface="Arial"/>
                <a:ea typeface="Arial"/>
                <a:cs typeface="Arial"/>
              </a:defRPr>
            </a:lvl2pPr>
            <a:lvl3pPr marL="1142971" indent="-228594" algn="l" defTabSz="914377">
              <a:lnSpc>
                <a:spcPct val="90000"/>
              </a:lnSpc>
              <a:spcBef>
                <a:spcPts val="500"/>
              </a:spcBef>
              <a:buClr>
                <a:schemeClr val="tx2"/>
              </a:buClr>
              <a:buSzPct val="90000"/>
              <a:buFont typeface="Wingdings"/>
              <a:buChar char="§"/>
              <a:defRPr sz="2000" b="0" i="0" kern="1200">
                <a:solidFill>
                  <a:schemeClr val="tx1"/>
                </a:solidFill>
                <a:latin typeface="Arial"/>
                <a:ea typeface="Arial"/>
                <a:cs typeface="Arial"/>
              </a:defRPr>
            </a:lvl3pPr>
            <a:lvl4pPr marL="1600160" indent="-228594" algn="l" defTabSz="914377">
              <a:lnSpc>
                <a:spcPct val="90000"/>
              </a:lnSpc>
              <a:spcBef>
                <a:spcPts val="500"/>
              </a:spcBef>
              <a:buFont typeface="Arial"/>
              <a:buChar char="•"/>
              <a:defRPr sz="1800" kern="1200">
                <a:solidFill>
                  <a:schemeClr val="tx1"/>
                </a:solidFill>
                <a:latin typeface="+mn-lt"/>
                <a:ea typeface="+mn-lt"/>
                <a:cs typeface="+mn-lt"/>
              </a:defRPr>
            </a:lvl4pPr>
            <a:lvl5pPr marL="2057349" indent="-228594" algn="l" defTabSz="914377">
              <a:lnSpc>
                <a:spcPct val="90000"/>
              </a:lnSpc>
              <a:spcBef>
                <a:spcPts val="500"/>
              </a:spcBef>
              <a:buFont typeface="Arial"/>
              <a:buChar char="•"/>
              <a:defRPr sz="1800" kern="1200">
                <a:solidFill>
                  <a:schemeClr val="tx1"/>
                </a:solidFill>
                <a:latin typeface="+mn-lt"/>
                <a:ea typeface="+mn-lt"/>
                <a:cs typeface="+mn-lt"/>
              </a:defRPr>
            </a:lvl5pPr>
            <a:lvl6pPr marL="2514537" indent="-228594" algn="l" defTabSz="914377">
              <a:lnSpc>
                <a:spcPct val="90000"/>
              </a:lnSpc>
              <a:spcBef>
                <a:spcPts val="500"/>
              </a:spcBef>
              <a:buFont typeface="Arial"/>
              <a:buChar char="•"/>
              <a:defRPr sz="1800" kern="1200">
                <a:solidFill>
                  <a:schemeClr val="tx1"/>
                </a:solidFill>
                <a:latin typeface="+mn-lt"/>
                <a:ea typeface="+mn-lt"/>
                <a:cs typeface="+mn-lt"/>
              </a:defRPr>
            </a:lvl6pPr>
            <a:lvl7pPr marL="2971726" indent="-228594" algn="l" defTabSz="914377">
              <a:lnSpc>
                <a:spcPct val="90000"/>
              </a:lnSpc>
              <a:spcBef>
                <a:spcPts val="500"/>
              </a:spcBef>
              <a:buFont typeface="Arial"/>
              <a:buChar char="•"/>
              <a:defRPr sz="1800" kern="1200">
                <a:solidFill>
                  <a:schemeClr val="tx1"/>
                </a:solidFill>
                <a:latin typeface="+mn-lt"/>
                <a:ea typeface="+mn-lt"/>
                <a:cs typeface="+mn-lt"/>
              </a:defRPr>
            </a:lvl7pPr>
            <a:lvl8pPr marL="3428914" indent="-228594" algn="l" defTabSz="914377">
              <a:lnSpc>
                <a:spcPct val="90000"/>
              </a:lnSpc>
              <a:spcBef>
                <a:spcPts val="500"/>
              </a:spcBef>
              <a:buFont typeface="Arial"/>
              <a:buChar char="•"/>
              <a:defRPr sz="1800" kern="1200">
                <a:solidFill>
                  <a:schemeClr val="tx1"/>
                </a:solidFill>
                <a:latin typeface="+mn-lt"/>
                <a:ea typeface="+mn-lt"/>
                <a:cs typeface="+mn-lt"/>
              </a:defRPr>
            </a:lvl8pPr>
            <a:lvl9pPr marL="3886103" indent="-228594" algn="l" defTabSz="914377">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buFont typeface="Wingdings"/>
              <a:buNone/>
            </a:pPr>
            <a:r>
              <a:rPr sz="4800" b="1" spc="-150"/>
              <a:t>372 </a:t>
            </a:r>
            <a:br/>
            <a:r>
              <a:t>Professors</a:t>
            </a:r>
            <a:endParaRPr/>
          </a:p>
        </p:txBody>
      </p:sp>
      <p:sp>
        <p:nvSpPr>
          <p:cNvPr id="16" name="Espace réservé du contenu 2">
            <a:extLst xmlns:a="http://schemas.openxmlformats.org/drawingml/2006/main">
              <a:ext uri="{FF2B5EF4-FFF2-40B4-BE49-F238E27FC236}">
                <a16:creationId xmlns:a16="http://schemas.microsoft.com/office/drawing/2014/main" id="{C77D2D87-CBBC-7F12-D71A-DF2CA7A4E551}"/>
              </a:ext>
            </a:extLst>
          </p:cNvPr>
          <p:cNvSpPr>
            <a:spLocks xmlns:a="http://schemas.openxmlformats.org/drawingml/2006/main" noGrp="1"/>
          </p:cNvSpPr>
          <p:nvPr/>
        </p:nvSpPr>
        <p:spPr>
          <a:xfrm xmlns:a="http://schemas.openxmlformats.org/drawingml/2006/main">
            <a:off x="9912350" y="4456291"/>
            <a:ext cx="2291522" cy="1612968"/>
          </a:xfrm>
          <a:prstGeom xmlns:a="http://schemas.openxmlformats.org/drawingml/2006/main" prst="rect">
            <a:avLst/>
          </a:prstGeom>
        </p:spPr>
        <p:txBody>
          <a:bodyPr xmlns:a="http://schemas.openxmlformats.org/drawingml/2006/main" vert="horz" lIns="36000" tIns="46800" rIns="36000" bIns="45720">
            <a:normAutofit/>
          </a:bodyPr>
          <a:lstStyle xmlns:a="http://schemas.openxmlformats.org/drawingml/2006/main">
            <a:lvl1pPr marL="228594" indent="-228594" algn="l" defTabSz="914377">
              <a:lnSpc>
                <a:spcPct val="90000"/>
              </a:lnSpc>
              <a:spcBef>
                <a:spcPts val="1000"/>
              </a:spcBef>
              <a:buClr>
                <a:schemeClr val="tx2"/>
              </a:buClr>
              <a:buSzPct val="90000"/>
              <a:buFont typeface="Wingdings"/>
              <a:buChar char="§"/>
              <a:defRPr sz="2400" b="0" i="0" kern="1200">
                <a:solidFill>
                  <a:schemeClr val="tx1"/>
                </a:solidFill>
                <a:latin typeface="Arial"/>
                <a:ea typeface="Arial"/>
                <a:cs typeface="Arial"/>
              </a:defRPr>
            </a:lvl1pPr>
            <a:lvl2pPr marL="685783" indent="-228594" algn="l" defTabSz="914377">
              <a:lnSpc>
                <a:spcPct val="90000"/>
              </a:lnSpc>
              <a:spcBef>
                <a:spcPts val="500"/>
              </a:spcBef>
              <a:buClr>
                <a:schemeClr val="tx2"/>
              </a:buClr>
              <a:buSzPct val="100000"/>
              <a:buFont typeface="Arial"/>
              <a:buChar char="•"/>
              <a:defRPr sz="2133" b="0" i="0" kern="1200">
                <a:solidFill>
                  <a:schemeClr val="tx1"/>
                </a:solidFill>
                <a:latin typeface="Arial"/>
                <a:ea typeface="Arial"/>
                <a:cs typeface="Arial"/>
              </a:defRPr>
            </a:lvl2pPr>
            <a:lvl3pPr marL="1142971" indent="-228594" algn="l" defTabSz="914377">
              <a:lnSpc>
                <a:spcPct val="90000"/>
              </a:lnSpc>
              <a:spcBef>
                <a:spcPts val="500"/>
              </a:spcBef>
              <a:buClr>
                <a:schemeClr val="tx2"/>
              </a:buClr>
              <a:buSzPct val="90000"/>
              <a:buFont typeface="Wingdings"/>
              <a:buChar char="§"/>
              <a:defRPr sz="2000" b="0" i="0" kern="1200">
                <a:solidFill>
                  <a:schemeClr val="tx1"/>
                </a:solidFill>
                <a:latin typeface="Arial"/>
                <a:ea typeface="Arial"/>
                <a:cs typeface="Arial"/>
              </a:defRPr>
            </a:lvl3pPr>
            <a:lvl4pPr marL="1600160" indent="-228594" algn="l" defTabSz="914377">
              <a:lnSpc>
                <a:spcPct val="90000"/>
              </a:lnSpc>
              <a:spcBef>
                <a:spcPts val="500"/>
              </a:spcBef>
              <a:buFont typeface="Arial"/>
              <a:buChar char="•"/>
              <a:defRPr sz="1800" kern="1200">
                <a:solidFill>
                  <a:schemeClr val="tx1"/>
                </a:solidFill>
                <a:latin typeface="+mn-lt"/>
                <a:ea typeface="+mn-lt"/>
                <a:cs typeface="+mn-lt"/>
              </a:defRPr>
            </a:lvl4pPr>
            <a:lvl5pPr marL="2057349" indent="-228594" algn="l" defTabSz="914377">
              <a:lnSpc>
                <a:spcPct val="90000"/>
              </a:lnSpc>
              <a:spcBef>
                <a:spcPts val="500"/>
              </a:spcBef>
              <a:buFont typeface="Arial"/>
              <a:buChar char="•"/>
              <a:defRPr sz="1800" kern="1200">
                <a:solidFill>
                  <a:schemeClr val="tx1"/>
                </a:solidFill>
                <a:latin typeface="+mn-lt"/>
                <a:ea typeface="+mn-lt"/>
                <a:cs typeface="+mn-lt"/>
              </a:defRPr>
            </a:lvl5pPr>
            <a:lvl6pPr marL="2514537" indent="-228594" algn="l" defTabSz="914377">
              <a:lnSpc>
                <a:spcPct val="90000"/>
              </a:lnSpc>
              <a:spcBef>
                <a:spcPts val="500"/>
              </a:spcBef>
              <a:buFont typeface="Arial"/>
              <a:buChar char="•"/>
              <a:defRPr sz="1800" kern="1200">
                <a:solidFill>
                  <a:schemeClr val="tx1"/>
                </a:solidFill>
                <a:latin typeface="+mn-lt"/>
                <a:ea typeface="+mn-lt"/>
                <a:cs typeface="+mn-lt"/>
              </a:defRPr>
            </a:lvl6pPr>
            <a:lvl7pPr marL="2971726" indent="-228594" algn="l" defTabSz="914377">
              <a:lnSpc>
                <a:spcPct val="90000"/>
              </a:lnSpc>
              <a:spcBef>
                <a:spcPts val="500"/>
              </a:spcBef>
              <a:buFont typeface="Arial"/>
              <a:buChar char="•"/>
              <a:defRPr sz="1800" kern="1200">
                <a:solidFill>
                  <a:schemeClr val="tx1"/>
                </a:solidFill>
                <a:latin typeface="+mn-lt"/>
                <a:ea typeface="+mn-lt"/>
                <a:cs typeface="+mn-lt"/>
              </a:defRPr>
            </a:lvl7pPr>
            <a:lvl8pPr marL="3428914" indent="-228594" algn="l" defTabSz="914377">
              <a:lnSpc>
                <a:spcPct val="90000"/>
              </a:lnSpc>
              <a:spcBef>
                <a:spcPts val="500"/>
              </a:spcBef>
              <a:buFont typeface="Arial"/>
              <a:buChar char="•"/>
              <a:defRPr sz="1800" kern="1200">
                <a:solidFill>
                  <a:schemeClr val="tx1"/>
                </a:solidFill>
                <a:latin typeface="+mn-lt"/>
                <a:ea typeface="+mn-lt"/>
                <a:cs typeface="+mn-lt"/>
              </a:defRPr>
            </a:lvl8pPr>
            <a:lvl9pPr marL="3886103" indent="-228594" algn="l" defTabSz="914377">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buFont typeface="Wingdings"/>
              <a:buNone/>
            </a:pPr>
            <a:r>
              <a:rPr sz="4800" b="1" spc="-150"/>
              <a:t>+130 </a:t>
            </a:r>
            <a:br/>
            <a:r>
              <a:t>Nationalities</a:t>
            </a:r>
            <a:endParaRPr/>
          </a:p>
        </p:txBody>
      </p:sp>
      <p:sp>
        <p:nvSpPr>
          <p:cNvPr id="2" name="ZoneTexte 1">
            <a:extLst xmlns:a="http://schemas.openxmlformats.org/drawingml/2006/main">
              <a:ext uri="{FF2B5EF4-FFF2-40B4-BE49-F238E27FC236}">
                <a16:creationId xmlns:a16="http://schemas.microsoft.com/office/drawing/2014/main" id="{4CEBD3BB-9FAE-0348-8635-84E0122BCB4D}"/>
              </a:ext>
            </a:extLst>
          </p:cNvPr>
          <p:cNvSpPr>
            <a:spLocks xmlns:a="http://schemas.openxmlformats.org/drawingml/2006/main" noGrp="1"/>
          </p:cNvSpPr>
          <p:nvPr/>
        </p:nvSpPr>
        <p:spPr>
          <a:xfrm xmlns:a="http://schemas.openxmlformats.org/drawingml/2006/main">
            <a:off x="6576252" y="6325855"/>
            <a:ext cx="5163403" cy="2616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1100" i="1"/>
              <a:t>*</a:t>
            </a:r>
            <a:r>
              <a:rPr sz="1100" i="1"/>
              <a:t>Including</a:t>
            </a:r>
            <a:r>
              <a:rPr sz="1100" i="1"/>
              <a:t> </a:t>
            </a:r>
            <a:r>
              <a:rPr sz="1100" i="1"/>
              <a:t>BSc</a:t>
            </a:r>
            <a:r>
              <a:rPr sz="1100" i="1"/>
              <a:t>, </a:t>
            </a:r>
            <a:r>
              <a:rPr sz="1100" i="1"/>
              <a:t>MSc</a:t>
            </a:r>
            <a:r>
              <a:rPr sz="1100" i="1"/>
              <a:t>, PhD and </a:t>
            </a:r>
            <a:r>
              <a:rPr sz="1100" i="1"/>
              <a:t>Contiuned</a:t>
            </a:r>
            <a:r>
              <a:rPr sz="1100" i="1"/>
              <a:t> Education </a:t>
            </a:r>
          </a:p>
        </p:txBody>
      </p:sp>
    </p:spTree>
    <p:extLst>
      <p:ext uri="{BB962C8B-B14F-4D97-AF65-F5344CB8AC3E}">
        <p14:creationId xmlns:p14="http://schemas.microsoft.com/office/powerpoint/2010/main" val="1200131333"/>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7" name="Espace réservé du contenu 12">
            <a:extLst xmlns:a="http://schemas.openxmlformats.org/drawingml/2006/main">
              <a:ext uri="{FF2B5EF4-FFF2-40B4-BE49-F238E27FC236}">
                <a16:creationId xmlns:a16="http://schemas.microsoft.com/office/drawing/2014/main" id="{9EF281A7-ACE7-2AD4-EB7F-3F89012ECEAF}"/>
              </a:ext>
            </a:extLst>
          </p:cNvPr>
          <p:cNvSpPr>
            <a:spLocks xmlns:a="http://schemas.openxmlformats.org/drawingml/2006/main" noGrp="1"/>
          </p:cNvSpPr>
          <p:nvPr/>
        </p:nvSpPr>
        <p:spPr>
          <a:xfrm xmlns:a="http://schemas.openxmlformats.org/drawingml/2006/main">
            <a:off x="3359150" y="1"/>
            <a:ext cx="4537075" cy="6858000"/>
          </a:xfrm>
          <a:prstGeom xmlns:a="http://schemas.openxmlformats.org/drawingml/2006/main" prst="rect">
            <a:avLst/>
          </a:prstGeom>
          <a:solidFill xmlns:a="http://schemas.openxmlformats.org/drawingml/2006/main">
            <a:schemeClr val="accent4"/>
          </a:solidFill>
        </p:spPr>
        <p:txBody>
          <a:bodyPr xmlns:a="http://schemas.openxmlformats.org/drawingml/2006/main" tIns="36000" rIns="108000" bIns="4140000" anchor="b"/>
          <a:lstStyle xmlns:a="http://schemas.openxmlformats.org/drawingml/2006/main">
            <a:lvl1pPr marL="228594" indent="-228594" algn="l" defTabSz="914377">
              <a:lnSpc>
                <a:spcPct val="90000"/>
              </a:lnSpc>
              <a:spcBef>
                <a:spcPts val="1000"/>
              </a:spcBef>
              <a:buClr>
                <a:schemeClr val="tx2"/>
              </a:buClr>
              <a:buSzPct val="90000"/>
              <a:buFont typeface="Wingdings"/>
              <a:buChar char="§"/>
              <a:defRPr sz="2400" b="0" i="0" kern="1200">
                <a:solidFill>
                  <a:schemeClr val="tx1"/>
                </a:solidFill>
                <a:latin typeface="Arial"/>
                <a:ea typeface="Arial"/>
                <a:cs typeface="Arial"/>
              </a:defRPr>
            </a:lvl1pPr>
            <a:lvl2pPr marL="685783" indent="-228594" algn="l" defTabSz="914377">
              <a:lnSpc>
                <a:spcPct val="90000"/>
              </a:lnSpc>
              <a:spcBef>
                <a:spcPts val="500"/>
              </a:spcBef>
              <a:buClr>
                <a:schemeClr val="tx2"/>
              </a:buClr>
              <a:buSzPct val="100000"/>
              <a:buFont typeface="Arial"/>
              <a:buChar char="•"/>
              <a:defRPr sz="2133" b="0" i="0" kern="1200">
                <a:solidFill>
                  <a:schemeClr val="tx1"/>
                </a:solidFill>
                <a:latin typeface="Arial"/>
                <a:ea typeface="Arial"/>
                <a:cs typeface="Arial"/>
              </a:defRPr>
            </a:lvl2pPr>
            <a:lvl3pPr marL="1142971" indent="-228594" algn="l" defTabSz="914377">
              <a:lnSpc>
                <a:spcPct val="90000"/>
              </a:lnSpc>
              <a:spcBef>
                <a:spcPts val="500"/>
              </a:spcBef>
              <a:buClr>
                <a:schemeClr val="tx2"/>
              </a:buClr>
              <a:buSzPct val="90000"/>
              <a:buFont typeface="Wingdings"/>
              <a:buChar char="§"/>
              <a:defRPr sz="2000" b="0" i="0" kern="1200">
                <a:solidFill>
                  <a:schemeClr val="tx1"/>
                </a:solidFill>
                <a:latin typeface="Arial"/>
                <a:ea typeface="Arial"/>
                <a:cs typeface="Arial"/>
              </a:defRPr>
            </a:lvl3pPr>
            <a:lvl4pPr marL="1600160" indent="-228594" algn="l" defTabSz="914377">
              <a:lnSpc>
                <a:spcPct val="90000"/>
              </a:lnSpc>
              <a:spcBef>
                <a:spcPts val="500"/>
              </a:spcBef>
              <a:buFont typeface="Arial"/>
              <a:buChar char="•"/>
              <a:defRPr sz="1800" kern="1200">
                <a:solidFill>
                  <a:schemeClr val="tx1"/>
                </a:solidFill>
                <a:latin typeface="+mn-lt"/>
                <a:ea typeface="+mn-lt"/>
                <a:cs typeface="+mn-lt"/>
              </a:defRPr>
            </a:lvl4pPr>
            <a:lvl5pPr marL="2057349" indent="-228594" algn="l" defTabSz="914377">
              <a:lnSpc>
                <a:spcPct val="90000"/>
              </a:lnSpc>
              <a:spcBef>
                <a:spcPts val="500"/>
              </a:spcBef>
              <a:buFont typeface="Arial"/>
              <a:buChar char="•"/>
              <a:defRPr sz="1800" kern="1200">
                <a:solidFill>
                  <a:schemeClr val="tx1"/>
                </a:solidFill>
                <a:latin typeface="+mn-lt"/>
                <a:ea typeface="+mn-lt"/>
                <a:cs typeface="+mn-lt"/>
              </a:defRPr>
            </a:lvl5pPr>
            <a:lvl6pPr marL="2514537" indent="-228594" algn="l" defTabSz="914377">
              <a:lnSpc>
                <a:spcPct val="90000"/>
              </a:lnSpc>
              <a:spcBef>
                <a:spcPts val="500"/>
              </a:spcBef>
              <a:buFont typeface="Arial"/>
              <a:buChar char="•"/>
              <a:defRPr sz="1800" kern="1200">
                <a:solidFill>
                  <a:schemeClr val="tx1"/>
                </a:solidFill>
                <a:latin typeface="+mn-lt"/>
                <a:ea typeface="+mn-lt"/>
                <a:cs typeface="+mn-lt"/>
              </a:defRPr>
            </a:lvl6pPr>
            <a:lvl7pPr marL="2971726" indent="-228594" algn="l" defTabSz="914377">
              <a:lnSpc>
                <a:spcPct val="90000"/>
              </a:lnSpc>
              <a:spcBef>
                <a:spcPts val="500"/>
              </a:spcBef>
              <a:buFont typeface="Arial"/>
              <a:buChar char="•"/>
              <a:defRPr sz="1800" kern="1200">
                <a:solidFill>
                  <a:schemeClr val="tx1"/>
                </a:solidFill>
                <a:latin typeface="+mn-lt"/>
                <a:ea typeface="+mn-lt"/>
                <a:cs typeface="+mn-lt"/>
              </a:defRPr>
            </a:lvl7pPr>
            <a:lvl8pPr marL="3428914" indent="-228594" algn="l" defTabSz="914377">
              <a:lnSpc>
                <a:spcPct val="90000"/>
              </a:lnSpc>
              <a:spcBef>
                <a:spcPts val="500"/>
              </a:spcBef>
              <a:buFont typeface="Arial"/>
              <a:buChar char="•"/>
              <a:defRPr sz="1800" kern="1200">
                <a:solidFill>
                  <a:schemeClr val="tx1"/>
                </a:solidFill>
                <a:latin typeface="+mn-lt"/>
                <a:ea typeface="+mn-lt"/>
                <a:cs typeface="+mn-lt"/>
              </a:defRPr>
            </a:lvl8pPr>
            <a:lvl9pPr marL="3886103" indent="-228594" algn="l" defTabSz="914377">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r">
              <a:lnSpc>
                <a:spcPct val="100000"/>
              </a:lnSpc>
              <a:spcBef>
                <a:spcPts val="0"/>
              </a:spcBef>
              <a:buFont typeface="Wingdings"/>
              <a:buNone/>
            </a:pPr>
            <a:endParaRPr sz="11500" b="1">
              <a:solidFill>
                <a:schemeClr val="bg1"/>
              </a:solidFill>
            </a:endParaRPr>
          </a:p>
        </p:txBody>
      </p:sp>
      <p:sp>
        <p:nvSpPr>
          <p:cNvPr id="11" name="Espace réservé du contenu 10">
            <a:extLst xmlns:a="http://schemas.openxmlformats.org/drawingml/2006/main">
              <a:ext uri="{FF2B5EF4-FFF2-40B4-BE49-F238E27FC236}">
                <a16:creationId xmlns:a16="http://schemas.microsoft.com/office/drawing/2014/main" id="{0D72C223-54CA-0534-166B-EF1C4E0535F8}"/>
              </a:ext>
            </a:extLst>
          </p:cNvPr>
          <p:cNvSpPr>
            <a:spLocks xmlns:a="http://schemas.openxmlformats.org/drawingml/2006/main" noGrp="1"/>
          </p:cNvSpPr>
          <p:nvPr/>
        </p:nvSpPr>
        <p:spPr>
          <a:xfrm xmlns:a="http://schemas.openxmlformats.org/drawingml/2006/main">
            <a:off x="7753507" y="4152901"/>
            <a:ext cx="4437289" cy="2705100"/>
          </a:xfrm>
          <a:prstGeom xmlns:a="http://schemas.openxmlformats.org/drawingml/2006/main" prst="rect">
            <a:avLst/>
          </a:prstGeom>
          <a:solidFill xmlns:a="http://schemas.openxmlformats.org/drawingml/2006/main">
            <a:schemeClr val="accent5"/>
          </a:solidFill>
        </p:spPr>
        <p:txBody>
          <a:bodyPr xmlns:a="http://schemas.openxmlformats.org/drawingml/2006/main" tIns="36000" rIns="540000" bIns="251999" anchor="b">
            <a:normAutofit/>
          </a:bodyPr>
          <a:lstStyle xmlns:a="http://schemas.openxmlformats.org/drawingml/2006/main">
            <a:lvl1pPr marL="228594" indent="-228594" algn="l" defTabSz="914377">
              <a:lnSpc>
                <a:spcPct val="90000"/>
              </a:lnSpc>
              <a:spcBef>
                <a:spcPts val="1000"/>
              </a:spcBef>
              <a:buClr>
                <a:schemeClr val="tx2"/>
              </a:buClr>
              <a:buSzPct val="90000"/>
              <a:buFont typeface="Wingdings"/>
              <a:buChar char="§"/>
              <a:defRPr sz="2400" b="0" i="0" kern="1200">
                <a:solidFill>
                  <a:schemeClr val="tx1"/>
                </a:solidFill>
                <a:latin typeface="Arial"/>
                <a:ea typeface="Arial"/>
                <a:cs typeface="Arial"/>
              </a:defRPr>
            </a:lvl1pPr>
            <a:lvl2pPr marL="685783" indent="-228594" algn="l" defTabSz="914377">
              <a:lnSpc>
                <a:spcPct val="90000"/>
              </a:lnSpc>
              <a:spcBef>
                <a:spcPts val="500"/>
              </a:spcBef>
              <a:buClr>
                <a:schemeClr val="tx2"/>
              </a:buClr>
              <a:buSzPct val="100000"/>
              <a:buFont typeface="Arial"/>
              <a:buChar char="•"/>
              <a:defRPr sz="2133" b="0" i="0" kern="1200">
                <a:solidFill>
                  <a:schemeClr val="tx1"/>
                </a:solidFill>
                <a:latin typeface="Arial"/>
                <a:ea typeface="Arial"/>
                <a:cs typeface="Arial"/>
              </a:defRPr>
            </a:lvl2pPr>
            <a:lvl3pPr marL="1142971" indent="-228594" algn="l" defTabSz="914377">
              <a:lnSpc>
                <a:spcPct val="90000"/>
              </a:lnSpc>
              <a:spcBef>
                <a:spcPts val="500"/>
              </a:spcBef>
              <a:buClr>
                <a:schemeClr val="tx2"/>
              </a:buClr>
              <a:buSzPct val="90000"/>
              <a:buFont typeface="Wingdings"/>
              <a:buChar char="§"/>
              <a:defRPr sz="2000" b="0" i="0" kern="1200">
                <a:solidFill>
                  <a:schemeClr val="tx1"/>
                </a:solidFill>
                <a:latin typeface="Arial"/>
                <a:ea typeface="Arial"/>
                <a:cs typeface="Arial"/>
              </a:defRPr>
            </a:lvl3pPr>
            <a:lvl4pPr marL="1600160" indent="-228594" algn="l" defTabSz="914377">
              <a:lnSpc>
                <a:spcPct val="90000"/>
              </a:lnSpc>
              <a:spcBef>
                <a:spcPts val="500"/>
              </a:spcBef>
              <a:buFont typeface="Arial"/>
              <a:buChar char="•"/>
              <a:defRPr sz="1800" kern="1200">
                <a:solidFill>
                  <a:schemeClr val="tx1"/>
                </a:solidFill>
                <a:latin typeface="+mn-lt"/>
                <a:ea typeface="+mn-lt"/>
                <a:cs typeface="+mn-lt"/>
              </a:defRPr>
            </a:lvl4pPr>
            <a:lvl5pPr marL="2057349" indent="-228594" algn="l" defTabSz="914377">
              <a:lnSpc>
                <a:spcPct val="90000"/>
              </a:lnSpc>
              <a:spcBef>
                <a:spcPts val="500"/>
              </a:spcBef>
              <a:buFont typeface="Arial"/>
              <a:buChar char="•"/>
              <a:defRPr sz="1800" kern="1200">
                <a:solidFill>
                  <a:schemeClr val="tx1"/>
                </a:solidFill>
                <a:latin typeface="+mn-lt"/>
                <a:ea typeface="+mn-lt"/>
                <a:cs typeface="+mn-lt"/>
              </a:defRPr>
            </a:lvl5pPr>
            <a:lvl6pPr marL="2514537" indent="-228594" algn="l" defTabSz="914377">
              <a:lnSpc>
                <a:spcPct val="90000"/>
              </a:lnSpc>
              <a:spcBef>
                <a:spcPts val="500"/>
              </a:spcBef>
              <a:buFont typeface="Arial"/>
              <a:buChar char="•"/>
              <a:defRPr sz="1800" kern="1200">
                <a:solidFill>
                  <a:schemeClr val="tx1"/>
                </a:solidFill>
                <a:latin typeface="+mn-lt"/>
                <a:ea typeface="+mn-lt"/>
                <a:cs typeface="+mn-lt"/>
              </a:defRPr>
            </a:lvl6pPr>
            <a:lvl7pPr marL="2971726" indent="-228594" algn="l" defTabSz="914377">
              <a:lnSpc>
                <a:spcPct val="90000"/>
              </a:lnSpc>
              <a:spcBef>
                <a:spcPts val="500"/>
              </a:spcBef>
              <a:buFont typeface="Arial"/>
              <a:buChar char="•"/>
              <a:defRPr sz="1800" kern="1200">
                <a:solidFill>
                  <a:schemeClr val="tx1"/>
                </a:solidFill>
                <a:latin typeface="+mn-lt"/>
                <a:ea typeface="+mn-lt"/>
                <a:cs typeface="+mn-lt"/>
              </a:defRPr>
            </a:lvl7pPr>
            <a:lvl8pPr marL="3428914" indent="-228594" algn="l" defTabSz="914377">
              <a:lnSpc>
                <a:spcPct val="90000"/>
              </a:lnSpc>
              <a:spcBef>
                <a:spcPts val="500"/>
              </a:spcBef>
              <a:buFont typeface="Arial"/>
              <a:buChar char="•"/>
              <a:defRPr sz="1800" kern="1200">
                <a:solidFill>
                  <a:schemeClr val="tx1"/>
                </a:solidFill>
                <a:latin typeface="+mn-lt"/>
                <a:ea typeface="+mn-lt"/>
                <a:cs typeface="+mn-lt"/>
              </a:defRPr>
            </a:lvl8pPr>
            <a:lvl9pPr marL="3886103" indent="-228594" algn="l" defTabSz="914377">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r">
              <a:lnSpc>
                <a:spcPct val="100000"/>
              </a:lnSpc>
              <a:spcBef>
                <a:spcPts val="0"/>
              </a:spcBef>
              <a:buClr>
                <a:srgbClr val="FF0000"/>
              </a:buClr>
              <a:buFont typeface="Wingdings"/>
              <a:buNone/>
            </a:pPr>
            <a:r>
              <a:rPr sz="1800">
                <a:solidFill>
                  <a:schemeClr val="bg1"/>
                </a:solidFill>
                <a:latin typeface="Arial"/>
                <a:ea typeface="Arial"/>
                <a:cs typeface="Arial"/>
              </a:rPr>
              <a:t>INVENTIONS </a:t>
            </a:r>
            <a:br/>
            <a:r>
              <a:rPr sz="1800">
                <a:solidFill>
                  <a:schemeClr val="bg1"/>
                </a:solidFill>
                <a:latin typeface="Arial"/>
                <a:ea typeface="Arial"/>
                <a:cs typeface="Arial"/>
              </a:rPr>
              <a:t>&amp; SOFTWARE</a:t>
            </a:r>
            <a:endParaRPr>
              <a:solidFill>
                <a:schemeClr val="bg1"/>
              </a:solidFill>
            </a:endParaRPr>
          </a:p>
        </p:txBody>
      </p:sp>
      <p:sp>
        <p:nvSpPr>
          <p:cNvPr id="12" name="Espace réservé du contenu 11">
            <a:extLst xmlns:a="http://schemas.openxmlformats.org/drawingml/2006/main">
              <a:ext uri="{FF2B5EF4-FFF2-40B4-BE49-F238E27FC236}">
                <a16:creationId xmlns:a16="http://schemas.microsoft.com/office/drawing/2014/main" id="{3CC3ECCB-D3DF-82C1-84FE-1AE9BA8C9119}"/>
              </a:ext>
            </a:extLst>
          </p:cNvPr>
          <p:cNvSpPr>
            <a:spLocks xmlns:a="http://schemas.openxmlformats.org/drawingml/2006/main" noGrp="1"/>
          </p:cNvSpPr>
          <p:nvPr/>
        </p:nvSpPr>
        <p:spPr>
          <a:xfrm xmlns:a="http://schemas.openxmlformats.org/drawingml/2006/main">
            <a:off x="7896224" y="0"/>
            <a:ext cx="4295776" cy="2540323"/>
          </a:xfrm>
          <a:prstGeom xmlns:a="http://schemas.openxmlformats.org/drawingml/2006/main" prst="rect">
            <a:avLst/>
          </a:prstGeom>
          <a:solidFill xmlns:a="http://schemas.openxmlformats.org/drawingml/2006/main">
            <a:schemeClr val="accent2"/>
          </a:solidFill>
        </p:spPr>
        <p:txBody>
          <a:bodyPr xmlns:a="http://schemas.openxmlformats.org/drawingml/2006/main" tIns="36000" rIns="540000" bIns="251999" anchor="b"/>
          <a:lstStyle xmlns:a="http://schemas.openxmlformats.org/drawingml/2006/main">
            <a:lvl1pPr marL="228594" indent="-228594" algn="l" defTabSz="914377">
              <a:lnSpc>
                <a:spcPct val="90000"/>
              </a:lnSpc>
              <a:spcBef>
                <a:spcPts val="1000"/>
              </a:spcBef>
              <a:buClr>
                <a:schemeClr val="tx2"/>
              </a:buClr>
              <a:buSzPct val="90000"/>
              <a:buFont typeface="Wingdings"/>
              <a:buChar char="§"/>
              <a:defRPr sz="2400" b="0" i="0" kern="1200">
                <a:solidFill>
                  <a:schemeClr val="tx1"/>
                </a:solidFill>
                <a:latin typeface="Arial"/>
                <a:ea typeface="Arial"/>
                <a:cs typeface="Arial"/>
              </a:defRPr>
            </a:lvl1pPr>
            <a:lvl2pPr marL="685783" indent="-228594" algn="l" defTabSz="914377">
              <a:lnSpc>
                <a:spcPct val="90000"/>
              </a:lnSpc>
              <a:spcBef>
                <a:spcPts val="500"/>
              </a:spcBef>
              <a:buClr>
                <a:schemeClr val="tx2"/>
              </a:buClr>
              <a:buSzPct val="100000"/>
              <a:buFont typeface="Arial"/>
              <a:buChar char="•"/>
              <a:defRPr sz="2133" b="0" i="0" kern="1200">
                <a:solidFill>
                  <a:schemeClr val="tx1"/>
                </a:solidFill>
                <a:latin typeface="Arial"/>
                <a:ea typeface="Arial"/>
                <a:cs typeface="Arial"/>
              </a:defRPr>
            </a:lvl2pPr>
            <a:lvl3pPr marL="1142971" indent="-228594" algn="l" defTabSz="914377">
              <a:lnSpc>
                <a:spcPct val="90000"/>
              </a:lnSpc>
              <a:spcBef>
                <a:spcPts val="500"/>
              </a:spcBef>
              <a:buClr>
                <a:schemeClr val="tx2"/>
              </a:buClr>
              <a:buSzPct val="90000"/>
              <a:buFont typeface="Wingdings"/>
              <a:buChar char="§"/>
              <a:defRPr sz="2000" b="0" i="0" kern="1200">
                <a:solidFill>
                  <a:schemeClr val="tx1"/>
                </a:solidFill>
                <a:latin typeface="Arial"/>
                <a:ea typeface="Arial"/>
                <a:cs typeface="Arial"/>
              </a:defRPr>
            </a:lvl3pPr>
            <a:lvl4pPr marL="1600160" indent="-228594" algn="l" defTabSz="914377">
              <a:lnSpc>
                <a:spcPct val="90000"/>
              </a:lnSpc>
              <a:spcBef>
                <a:spcPts val="500"/>
              </a:spcBef>
              <a:buFont typeface="Arial"/>
              <a:buChar char="•"/>
              <a:defRPr sz="1800" kern="1200">
                <a:solidFill>
                  <a:schemeClr val="tx1"/>
                </a:solidFill>
                <a:latin typeface="+mn-lt"/>
                <a:ea typeface="+mn-lt"/>
                <a:cs typeface="+mn-lt"/>
              </a:defRPr>
            </a:lvl4pPr>
            <a:lvl5pPr marL="2057349" indent="-228594" algn="l" defTabSz="914377">
              <a:lnSpc>
                <a:spcPct val="90000"/>
              </a:lnSpc>
              <a:spcBef>
                <a:spcPts val="500"/>
              </a:spcBef>
              <a:buFont typeface="Arial"/>
              <a:buChar char="•"/>
              <a:defRPr sz="1800" kern="1200">
                <a:solidFill>
                  <a:schemeClr val="tx1"/>
                </a:solidFill>
                <a:latin typeface="+mn-lt"/>
                <a:ea typeface="+mn-lt"/>
                <a:cs typeface="+mn-lt"/>
              </a:defRPr>
            </a:lvl5pPr>
            <a:lvl6pPr marL="2514537" indent="-228594" algn="l" defTabSz="914377">
              <a:lnSpc>
                <a:spcPct val="90000"/>
              </a:lnSpc>
              <a:spcBef>
                <a:spcPts val="500"/>
              </a:spcBef>
              <a:buFont typeface="Arial"/>
              <a:buChar char="•"/>
              <a:defRPr sz="1800" kern="1200">
                <a:solidFill>
                  <a:schemeClr val="tx1"/>
                </a:solidFill>
                <a:latin typeface="+mn-lt"/>
                <a:ea typeface="+mn-lt"/>
                <a:cs typeface="+mn-lt"/>
              </a:defRPr>
            </a:lvl6pPr>
            <a:lvl7pPr marL="2971726" indent="-228594" algn="l" defTabSz="914377">
              <a:lnSpc>
                <a:spcPct val="90000"/>
              </a:lnSpc>
              <a:spcBef>
                <a:spcPts val="500"/>
              </a:spcBef>
              <a:buFont typeface="Arial"/>
              <a:buChar char="•"/>
              <a:defRPr sz="1800" kern="1200">
                <a:solidFill>
                  <a:schemeClr val="tx1"/>
                </a:solidFill>
                <a:latin typeface="+mn-lt"/>
                <a:ea typeface="+mn-lt"/>
                <a:cs typeface="+mn-lt"/>
              </a:defRPr>
            </a:lvl7pPr>
            <a:lvl8pPr marL="3428914" indent="-228594" algn="l" defTabSz="914377">
              <a:lnSpc>
                <a:spcPct val="90000"/>
              </a:lnSpc>
              <a:spcBef>
                <a:spcPts val="500"/>
              </a:spcBef>
              <a:buFont typeface="Arial"/>
              <a:buChar char="•"/>
              <a:defRPr sz="1800" kern="1200">
                <a:solidFill>
                  <a:schemeClr val="tx1"/>
                </a:solidFill>
                <a:latin typeface="+mn-lt"/>
                <a:ea typeface="+mn-lt"/>
                <a:cs typeface="+mn-lt"/>
              </a:defRPr>
            </a:lvl8pPr>
            <a:lvl9pPr marL="3886103" indent="-228594" algn="l" defTabSz="914377">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r">
              <a:lnSpc>
                <a:spcPct val="100000"/>
              </a:lnSpc>
              <a:spcBef>
                <a:spcPts val="0"/>
              </a:spcBef>
              <a:buFont typeface="Wingdings"/>
              <a:buNone/>
            </a:pPr>
            <a:r>
              <a:rPr sz="7200" b="1">
                <a:solidFill>
                  <a:schemeClr val="bg1"/>
                </a:solidFill>
              </a:rPr>
              <a:t>35</a:t>
            </a:r>
            <a:endParaRPr sz="6600" b="1">
              <a:solidFill>
                <a:schemeClr val="bg1"/>
              </a:solidFill>
            </a:endParaRPr>
          </a:p>
          <a:p xmlns:a="http://schemas.openxmlformats.org/drawingml/2006/main">
            <a:pPr marL="0" indent="0" algn="r">
              <a:lnSpc>
                <a:spcPct val="100000"/>
              </a:lnSpc>
              <a:spcBef>
                <a:spcPts val="0"/>
              </a:spcBef>
              <a:buFont typeface="Wingdings"/>
              <a:buNone/>
            </a:pPr>
            <a:r>
              <a:rPr sz="1400">
                <a:solidFill>
                  <a:schemeClr val="bg1"/>
                </a:solidFill>
              </a:rPr>
              <a:t>LICENSES SIGNED</a:t>
            </a:r>
          </a:p>
        </p:txBody>
      </p:sp>
      <p:sp>
        <p:nvSpPr>
          <p:cNvPr id="13" name="Espace réservé du contenu 12">
            <a:extLst xmlns:a="http://schemas.openxmlformats.org/drawingml/2006/main">
              <a:ext uri="{FF2B5EF4-FFF2-40B4-BE49-F238E27FC236}">
                <a16:creationId xmlns:a16="http://schemas.microsoft.com/office/drawing/2014/main" id="{3AC3DF18-E72C-D1D6-C7FB-7FD2CA71C20B}"/>
              </a:ext>
            </a:extLst>
          </p:cNvPr>
          <p:cNvSpPr>
            <a:spLocks xmlns:a="http://schemas.openxmlformats.org/drawingml/2006/main" noGrp="1"/>
          </p:cNvSpPr>
          <p:nvPr/>
        </p:nvSpPr>
        <p:spPr>
          <a:xfrm xmlns:a="http://schemas.openxmlformats.org/drawingml/2006/main">
            <a:off x="8000863" y="2534094"/>
            <a:ext cx="4189933" cy="1789812"/>
          </a:xfrm>
          <a:prstGeom xmlns:a="http://schemas.openxmlformats.org/drawingml/2006/main" prst="rect">
            <a:avLst/>
          </a:prstGeom>
          <a:solidFill xmlns:a="http://schemas.openxmlformats.org/drawingml/2006/main">
            <a:schemeClr val="tx2"/>
          </a:solidFill>
        </p:spPr>
        <p:txBody>
          <a:bodyPr xmlns:a="http://schemas.openxmlformats.org/drawingml/2006/main" tIns="36000" rIns="540000" bIns="251999" anchor="b"/>
          <a:lstStyle xmlns:a="http://schemas.openxmlformats.org/drawingml/2006/main">
            <a:lvl1pPr marL="228594" indent="-228594" algn="l" defTabSz="914377">
              <a:lnSpc>
                <a:spcPct val="90000"/>
              </a:lnSpc>
              <a:spcBef>
                <a:spcPts val="1000"/>
              </a:spcBef>
              <a:buClr>
                <a:schemeClr val="tx2"/>
              </a:buClr>
              <a:buSzPct val="90000"/>
              <a:buFont typeface="Wingdings"/>
              <a:buChar char="§"/>
              <a:defRPr sz="2400" b="0" i="0" kern="1200">
                <a:solidFill>
                  <a:schemeClr val="tx1"/>
                </a:solidFill>
                <a:latin typeface="Arial"/>
                <a:ea typeface="Arial"/>
                <a:cs typeface="Arial"/>
              </a:defRPr>
            </a:lvl1pPr>
            <a:lvl2pPr marL="685783" indent="-228594" algn="l" defTabSz="914377">
              <a:lnSpc>
                <a:spcPct val="90000"/>
              </a:lnSpc>
              <a:spcBef>
                <a:spcPts val="500"/>
              </a:spcBef>
              <a:buClr>
                <a:schemeClr val="tx2"/>
              </a:buClr>
              <a:buSzPct val="100000"/>
              <a:buFont typeface="Arial"/>
              <a:buChar char="•"/>
              <a:defRPr sz="2133" b="0" i="0" kern="1200">
                <a:solidFill>
                  <a:schemeClr val="tx1"/>
                </a:solidFill>
                <a:latin typeface="Arial"/>
                <a:ea typeface="Arial"/>
                <a:cs typeface="Arial"/>
              </a:defRPr>
            </a:lvl2pPr>
            <a:lvl3pPr marL="1142971" indent="-228594" algn="l" defTabSz="914377">
              <a:lnSpc>
                <a:spcPct val="90000"/>
              </a:lnSpc>
              <a:spcBef>
                <a:spcPts val="500"/>
              </a:spcBef>
              <a:buClr>
                <a:schemeClr val="tx2"/>
              </a:buClr>
              <a:buSzPct val="90000"/>
              <a:buFont typeface="Wingdings"/>
              <a:buChar char="§"/>
              <a:defRPr sz="2000" b="0" i="0" kern="1200">
                <a:solidFill>
                  <a:schemeClr val="tx1"/>
                </a:solidFill>
                <a:latin typeface="Arial"/>
                <a:ea typeface="Arial"/>
                <a:cs typeface="Arial"/>
              </a:defRPr>
            </a:lvl3pPr>
            <a:lvl4pPr marL="1600160" indent="-228594" algn="l" defTabSz="914377">
              <a:lnSpc>
                <a:spcPct val="90000"/>
              </a:lnSpc>
              <a:spcBef>
                <a:spcPts val="500"/>
              </a:spcBef>
              <a:buFont typeface="Arial"/>
              <a:buChar char="•"/>
              <a:defRPr sz="1800" kern="1200">
                <a:solidFill>
                  <a:schemeClr val="tx1"/>
                </a:solidFill>
                <a:latin typeface="+mn-lt"/>
                <a:ea typeface="+mn-lt"/>
                <a:cs typeface="+mn-lt"/>
              </a:defRPr>
            </a:lvl4pPr>
            <a:lvl5pPr marL="2057349" indent="-228594" algn="l" defTabSz="914377">
              <a:lnSpc>
                <a:spcPct val="90000"/>
              </a:lnSpc>
              <a:spcBef>
                <a:spcPts val="500"/>
              </a:spcBef>
              <a:buFont typeface="Arial"/>
              <a:buChar char="•"/>
              <a:defRPr sz="1800" kern="1200">
                <a:solidFill>
                  <a:schemeClr val="tx1"/>
                </a:solidFill>
                <a:latin typeface="+mn-lt"/>
                <a:ea typeface="+mn-lt"/>
                <a:cs typeface="+mn-lt"/>
              </a:defRPr>
            </a:lvl5pPr>
            <a:lvl6pPr marL="2514537" indent="-228594" algn="l" defTabSz="914377">
              <a:lnSpc>
                <a:spcPct val="90000"/>
              </a:lnSpc>
              <a:spcBef>
                <a:spcPts val="500"/>
              </a:spcBef>
              <a:buFont typeface="Arial"/>
              <a:buChar char="•"/>
              <a:defRPr sz="1800" kern="1200">
                <a:solidFill>
                  <a:schemeClr val="tx1"/>
                </a:solidFill>
                <a:latin typeface="+mn-lt"/>
                <a:ea typeface="+mn-lt"/>
                <a:cs typeface="+mn-lt"/>
              </a:defRPr>
            </a:lvl6pPr>
            <a:lvl7pPr marL="2971726" indent="-228594" algn="l" defTabSz="914377">
              <a:lnSpc>
                <a:spcPct val="90000"/>
              </a:lnSpc>
              <a:spcBef>
                <a:spcPts val="500"/>
              </a:spcBef>
              <a:buFont typeface="Arial"/>
              <a:buChar char="•"/>
              <a:defRPr sz="1800" kern="1200">
                <a:solidFill>
                  <a:schemeClr val="tx1"/>
                </a:solidFill>
                <a:latin typeface="+mn-lt"/>
                <a:ea typeface="+mn-lt"/>
                <a:cs typeface="+mn-lt"/>
              </a:defRPr>
            </a:lvl7pPr>
            <a:lvl8pPr marL="3428914" indent="-228594" algn="l" defTabSz="914377">
              <a:lnSpc>
                <a:spcPct val="90000"/>
              </a:lnSpc>
              <a:spcBef>
                <a:spcPts val="500"/>
              </a:spcBef>
              <a:buFont typeface="Arial"/>
              <a:buChar char="•"/>
              <a:defRPr sz="1800" kern="1200">
                <a:solidFill>
                  <a:schemeClr val="tx1"/>
                </a:solidFill>
                <a:latin typeface="+mn-lt"/>
                <a:ea typeface="+mn-lt"/>
                <a:cs typeface="+mn-lt"/>
              </a:defRPr>
            </a:lvl8pPr>
            <a:lvl9pPr marL="3886103" indent="-228594" algn="l" defTabSz="914377">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gn="r">
              <a:lnSpc>
                <a:spcPct val="100000"/>
              </a:lnSpc>
              <a:spcBef>
                <a:spcPts val="0"/>
              </a:spcBef>
              <a:buFont typeface="Wingdings"/>
              <a:buNone/>
            </a:pPr>
            <a:r>
              <a:rPr sz="7200" b="1">
                <a:solidFill>
                  <a:schemeClr val="bg1"/>
                </a:solidFill>
              </a:rPr>
              <a:t>85</a:t>
            </a:r>
            <a:endParaRPr sz="6000" b="1">
              <a:solidFill>
                <a:schemeClr val="bg1"/>
              </a:solidFill>
            </a:endParaRPr>
          </a:p>
          <a:p xmlns:a="http://schemas.openxmlformats.org/drawingml/2006/main">
            <a:pPr marL="0" indent="0" algn="r">
              <a:lnSpc>
                <a:spcPct val="100000"/>
              </a:lnSpc>
              <a:spcBef>
                <a:spcPts val="0"/>
              </a:spcBef>
              <a:buFont typeface="Wingdings"/>
              <a:buNone/>
            </a:pPr>
            <a:r>
              <a:rPr sz="1400">
                <a:solidFill>
                  <a:schemeClr val="bg1"/>
                </a:solidFill>
              </a:rPr>
              <a:t>PATENTS FILED</a:t>
            </a:r>
          </a:p>
        </p:txBody>
      </p:sp>
      <p:sp>
        <p:nvSpPr>
          <p:cNvPr id="2" name="Titre 1">
            <a:extLst xmlns:a="http://schemas.openxmlformats.org/drawingml/2006/main">
              <a:ext uri="{FF2B5EF4-FFF2-40B4-BE49-F238E27FC236}">
                <a16:creationId xmlns:a16="http://schemas.microsoft.com/office/drawing/2014/main" id="{D2DD4A48-BFCF-D9E0-A513-BD823607A54A}"/>
              </a:ext>
            </a:extLst>
          </p:cNvPr>
          <p:cNvSpPr>
            <a:spLocks xmlns:a="http://schemas.openxmlformats.org/drawingml/2006/main" noGrp="1"/>
          </p:cNvSpPr>
          <p:nvPr>
            <p:ph type="title" idx="0"/>
          </p:nvPr>
        </p:nvSpPr>
        <p:spPr>
          <a:xfrm xmlns:a="http://schemas.openxmlformats.org/drawingml/2006/main">
            <a:off x="526001" y="635473"/>
            <a:ext cx="2833150" cy="1448915"/>
          </a:xfrm>
        </p:spPr>
        <p:txBody>
          <a:bodyPr xmlns:a="http://schemas.openxmlformats.org/drawingml/2006/main"/>
          <a:lstStyle xmlns:a="http://schemas.openxmlformats.org/drawingml/2006/main"/>
          <a:p xmlns:a="http://schemas.openxmlformats.org/drawingml/2006/main">
            <a:r>
              <a:t>Innovation in 2025</a:t>
            </a:r>
          </a:p>
        </p:txBody>
      </p:sp>
      <p:sp>
        <p:nvSpPr>
          <p:cNvPr id="3" name="Espace réservé de la date 2">
            <a:extLst xmlns:a="http://schemas.openxmlformats.org/drawingml/2006/main">
              <a:ext uri="{FF2B5EF4-FFF2-40B4-BE49-F238E27FC236}">
                <a16:creationId xmlns:a16="http://schemas.microsoft.com/office/drawing/2014/main" id="{063617E6-A8BF-4B86-342B-DCEC785EC86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rPr>
                <a:solidFill>
                  <a:schemeClr val="bg1"/>
                </a:solidFill>
              </a:rPr>
              <a:t>EPFL AT A GLANCE</a:t>
            </a:r>
            <a:endParaRPr>
              <a:solidFill>
                <a:schemeClr val="bg1"/>
              </a:solidFill>
            </a:endParaRPr>
          </a:p>
        </p:txBody>
      </p:sp>
      <p:sp>
        <p:nvSpPr>
          <p:cNvPr id="4" name="Espace réservé du pied de page 3">
            <a:extLst xmlns:a="http://schemas.openxmlformats.org/drawingml/2006/main">
              <a:ext uri="{FF2B5EF4-FFF2-40B4-BE49-F238E27FC236}">
                <a16:creationId xmlns:a16="http://schemas.microsoft.com/office/drawing/2014/main" id="{84007CB5-F79C-D77B-0742-8AA88EE157D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solidFill>
                <a:schemeClr val="bg1"/>
              </a:solidFill>
            </a:endParaRPr>
          </a:p>
        </p:txBody>
      </p:sp>
      <p:sp>
        <p:nvSpPr>
          <p:cNvPr id="5" name="Espace réservé du numéro de diapositive 4">
            <a:extLst xmlns:a="http://schemas.openxmlformats.org/drawingml/2006/main">
              <a:ext uri="{FF2B5EF4-FFF2-40B4-BE49-F238E27FC236}">
                <a16:creationId xmlns:a16="http://schemas.microsoft.com/office/drawing/2014/main" id="{CF2795F7-419F-2D69-C883-D8E3639EC50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1E1CD7C-2161-7D43-862E-CE4C333CD873}" type="slidenum">
              <a:rPr>
                <a:solidFill>
                  <a:schemeClr val="bg1"/>
                </a:solidFill>
              </a:rPr>
              <a:t>44</a:t>
            </a:fld>
            <a:endParaRPr>
              <a:solidFill>
                <a:schemeClr val="bg1"/>
              </a:solidFill>
            </a:endParaRPr>
          </a:p>
        </p:txBody>
      </p:sp>
      <p:sp>
        <p:nvSpPr>
          <p:cNvPr id="8" name="Espace réservé du contenu 2">
            <a:extLst xmlns:a="http://schemas.openxmlformats.org/drawingml/2006/main">
              <a:ext uri="{FF2B5EF4-FFF2-40B4-BE49-F238E27FC236}">
                <a16:creationId xmlns:a16="http://schemas.microsoft.com/office/drawing/2014/main" id="{418B58F6-85AE-C236-8219-D002CE95C7DB}"/>
              </a:ext>
            </a:extLst>
          </p:cNvPr>
          <p:cNvSpPr>
            <a:spLocks xmlns:a="http://schemas.openxmlformats.org/drawingml/2006/main" noGrp="1"/>
          </p:cNvSpPr>
          <p:nvPr/>
        </p:nvSpPr>
        <p:spPr>
          <a:xfrm xmlns:a="http://schemas.openxmlformats.org/drawingml/2006/main">
            <a:off x="785462" y="3927129"/>
            <a:ext cx="3687310" cy="1662339"/>
          </a:xfrm>
          <a:prstGeom xmlns:a="http://schemas.openxmlformats.org/drawingml/2006/main" prst="rect">
            <a:avLst/>
          </a:prstGeom>
        </p:spPr>
        <p:txBody>
          <a:bodyPr xmlns:a="http://schemas.openxmlformats.org/drawingml/2006/main"/>
          <a:lstStyle xmlns:a="http://schemas.openxmlformats.org/drawingml/2006/main">
            <a:lvl1pPr marL="228594" indent="-228594" algn="l" defTabSz="914377">
              <a:lnSpc>
                <a:spcPct val="90000"/>
              </a:lnSpc>
              <a:spcBef>
                <a:spcPts val="1000"/>
              </a:spcBef>
              <a:buClr>
                <a:schemeClr val="tx2"/>
              </a:buClr>
              <a:buSzPct val="90000"/>
              <a:buFont typeface="Wingdings"/>
              <a:buChar char="§"/>
              <a:defRPr sz="2400" b="0" i="0" kern="1200">
                <a:solidFill>
                  <a:schemeClr val="tx1"/>
                </a:solidFill>
                <a:latin typeface="Arial"/>
                <a:ea typeface="Arial"/>
                <a:cs typeface="Arial"/>
              </a:defRPr>
            </a:lvl1pPr>
            <a:lvl2pPr marL="685783" indent="-228594" algn="l" defTabSz="914377">
              <a:lnSpc>
                <a:spcPct val="90000"/>
              </a:lnSpc>
              <a:spcBef>
                <a:spcPts val="500"/>
              </a:spcBef>
              <a:buClr>
                <a:schemeClr val="tx2"/>
              </a:buClr>
              <a:buSzPct val="100000"/>
              <a:buFont typeface="Arial"/>
              <a:buChar char="•"/>
              <a:defRPr sz="2133" b="0" i="0" kern="1200">
                <a:solidFill>
                  <a:schemeClr val="tx1"/>
                </a:solidFill>
                <a:latin typeface="Arial"/>
                <a:ea typeface="Arial"/>
                <a:cs typeface="Arial"/>
              </a:defRPr>
            </a:lvl2pPr>
            <a:lvl3pPr marL="1142971" indent="-228594" algn="l" defTabSz="914377">
              <a:lnSpc>
                <a:spcPct val="90000"/>
              </a:lnSpc>
              <a:spcBef>
                <a:spcPts val="500"/>
              </a:spcBef>
              <a:buClr>
                <a:schemeClr val="tx2"/>
              </a:buClr>
              <a:buSzPct val="90000"/>
              <a:buFont typeface="Wingdings"/>
              <a:buChar char="§"/>
              <a:defRPr sz="2000" b="0" i="0" kern="1200">
                <a:solidFill>
                  <a:schemeClr val="tx1"/>
                </a:solidFill>
                <a:latin typeface="Arial"/>
                <a:ea typeface="Arial"/>
                <a:cs typeface="Arial"/>
              </a:defRPr>
            </a:lvl3pPr>
            <a:lvl4pPr marL="1600160" indent="-228594" algn="l" defTabSz="914377">
              <a:lnSpc>
                <a:spcPct val="90000"/>
              </a:lnSpc>
              <a:spcBef>
                <a:spcPts val="500"/>
              </a:spcBef>
              <a:buFont typeface="Arial"/>
              <a:buChar char="•"/>
              <a:defRPr sz="1800" kern="1200">
                <a:solidFill>
                  <a:schemeClr val="tx1"/>
                </a:solidFill>
                <a:latin typeface="+mn-lt"/>
                <a:ea typeface="+mn-lt"/>
                <a:cs typeface="+mn-lt"/>
              </a:defRPr>
            </a:lvl4pPr>
            <a:lvl5pPr marL="2057349" indent="-228594" algn="l" defTabSz="914377">
              <a:lnSpc>
                <a:spcPct val="90000"/>
              </a:lnSpc>
              <a:spcBef>
                <a:spcPts val="500"/>
              </a:spcBef>
              <a:buFont typeface="Arial"/>
              <a:buChar char="•"/>
              <a:defRPr sz="1800" kern="1200">
                <a:solidFill>
                  <a:schemeClr val="tx1"/>
                </a:solidFill>
                <a:latin typeface="+mn-lt"/>
                <a:ea typeface="+mn-lt"/>
                <a:cs typeface="+mn-lt"/>
              </a:defRPr>
            </a:lvl5pPr>
            <a:lvl6pPr marL="2514537" indent="-228594" algn="l" defTabSz="914377">
              <a:lnSpc>
                <a:spcPct val="90000"/>
              </a:lnSpc>
              <a:spcBef>
                <a:spcPts val="500"/>
              </a:spcBef>
              <a:buFont typeface="Arial"/>
              <a:buChar char="•"/>
              <a:defRPr sz="1800" kern="1200">
                <a:solidFill>
                  <a:schemeClr val="tx1"/>
                </a:solidFill>
                <a:latin typeface="+mn-lt"/>
                <a:ea typeface="+mn-lt"/>
                <a:cs typeface="+mn-lt"/>
              </a:defRPr>
            </a:lvl6pPr>
            <a:lvl7pPr marL="2971726" indent="-228594" algn="l" defTabSz="914377">
              <a:lnSpc>
                <a:spcPct val="90000"/>
              </a:lnSpc>
              <a:spcBef>
                <a:spcPts val="500"/>
              </a:spcBef>
              <a:buFont typeface="Arial"/>
              <a:buChar char="•"/>
              <a:defRPr sz="1800" kern="1200">
                <a:solidFill>
                  <a:schemeClr val="tx1"/>
                </a:solidFill>
                <a:latin typeface="+mn-lt"/>
                <a:ea typeface="+mn-lt"/>
                <a:cs typeface="+mn-lt"/>
              </a:defRPr>
            </a:lvl7pPr>
            <a:lvl8pPr marL="3428914" indent="-228594" algn="l" defTabSz="914377">
              <a:lnSpc>
                <a:spcPct val="90000"/>
              </a:lnSpc>
              <a:spcBef>
                <a:spcPts val="500"/>
              </a:spcBef>
              <a:buFont typeface="Arial"/>
              <a:buChar char="•"/>
              <a:defRPr sz="1800" kern="1200">
                <a:solidFill>
                  <a:schemeClr val="tx1"/>
                </a:solidFill>
                <a:latin typeface="+mn-lt"/>
                <a:ea typeface="+mn-lt"/>
                <a:cs typeface="+mn-lt"/>
              </a:defRPr>
            </a:lvl8pPr>
            <a:lvl9pPr marL="3886103" indent="-228594" algn="l" defTabSz="914377">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80000"/>
              </a:lnSpc>
              <a:buFont typeface="Wingdings"/>
              <a:buNone/>
            </a:pPr>
            <a:r>
              <a:rPr sz="16600" b="1" spc="-150">
                <a:solidFill>
                  <a:schemeClr val="accent4"/>
                </a:solidFill>
              </a:rPr>
              <a:t>39</a:t>
            </a:r>
            <a:endParaRPr sz="1800" b="1">
              <a:solidFill>
                <a:schemeClr val="accent4"/>
              </a:solidFill>
            </a:endParaRPr>
          </a:p>
        </p:txBody>
      </p:sp>
      <p:sp>
        <p:nvSpPr>
          <p:cNvPr id="10" name="ZoneTexte 9">
            <a:extLst xmlns:a="http://schemas.openxmlformats.org/drawingml/2006/main">
              <a:ext uri="{FF2B5EF4-FFF2-40B4-BE49-F238E27FC236}">
                <a16:creationId xmlns:a16="http://schemas.microsoft.com/office/drawing/2014/main" id="{22C31FA4-72FE-DB72-6C3D-F1275D80996B}"/>
              </a:ext>
            </a:extLst>
          </p:cNvPr>
          <p:cNvSpPr>
            <a:spLocks xmlns:a="http://schemas.openxmlformats.org/drawingml/2006/main" noGrp="1"/>
          </p:cNvSpPr>
          <p:nvPr/>
        </p:nvSpPr>
        <p:spPr>
          <a:xfrm xmlns:a="http://schemas.openxmlformats.org/drawingml/2006/main">
            <a:off x="785461" y="5522234"/>
            <a:ext cx="2420262" cy="110799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pPr>
            <a:r>
              <a:rPr sz="2200" b="1">
                <a:solidFill>
                  <a:schemeClr val="accent4"/>
                </a:solidFill>
              </a:rPr>
              <a:t>NEW STARTUPS</a:t>
            </a:r>
          </a:p>
          <a:p xmlns:a="http://schemas.openxmlformats.org/drawingml/2006/main">
            <a:pPr algn="r">
              <a:buNone/>
            </a:pPr>
            <a:r>
              <a:rPr sz="2200">
                <a:solidFill>
                  <a:schemeClr val="accent4"/>
                </a:solidFill>
              </a:rPr>
              <a:t>IN 2025 ON </a:t>
            </a:r>
            <a:r>
              <a:rPr sz="2200" b="1">
                <a:solidFill>
                  <a:schemeClr val="accent4"/>
                </a:solidFill>
              </a:rPr>
              <a:t>576</a:t>
            </a:r>
            <a:br/>
            <a:r>
              <a:rPr sz="2200">
                <a:solidFill>
                  <a:schemeClr val="accent4"/>
                </a:solidFill>
              </a:rPr>
              <a:t>IN TOTAL</a:t>
            </a:r>
          </a:p>
        </p:txBody>
      </p:sp>
      <p:sp>
        <p:nvSpPr>
          <p:cNvPr id="30" name="ZoneTexte 29">
            <a:extLst xmlns:a="http://schemas.openxmlformats.org/drawingml/2006/main">
              <a:ext uri="{FF2B5EF4-FFF2-40B4-BE49-F238E27FC236}">
                <a16:creationId xmlns:a16="http://schemas.microsoft.com/office/drawing/2014/main" id="{F8AAA261-FAD1-007E-65A0-C70D88DA14AC}"/>
              </a:ext>
            </a:extLst>
          </p:cNvPr>
          <p:cNvSpPr>
            <a:spLocks xmlns:a="http://schemas.openxmlformats.org/drawingml/2006/main" noGrp="1"/>
          </p:cNvSpPr>
          <p:nvPr/>
        </p:nvSpPr>
        <p:spPr>
          <a:xfrm xmlns:a="http://schemas.openxmlformats.org/drawingml/2006/main">
            <a:off x="7683125" y="4244391"/>
            <a:ext cx="4286398" cy="209288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algn="r" defTabSz="914377">
              <a:lnSpc>
                <a:spcPct val="100000"/>
              </a:lnSpc>
              <a:spcBef>
                <a:spcPts val="0"/>
              </a:spcBef>
              <a:spcAft>
                <a:spcPts val="0"/>
              </a:spcAft>
              <a:buClr>
                <a:srgbClr val="FF0000"/>
              </a:buClr>
              <a:buSzTx/>
              <a:buFont typeface="Wingdings"/>
              <a:buNone/>
            </a:pPr>
            <a:r>
              <a:rPr sz="13000" b="1" i="0" u="none" cap="none" spc="-150">
                <a:ln>
                  <a:noFill/>
                </a:ln>
                <a:solidFill>
                  <a:srgbClr val="FFFFFF"/>
                </a:solidFill>
                <a:latin typeface="Arial"/>
                <a:ea typeface="Arial"/>
                <a:cs typeface="Arial"/>
              </a:rPr>
              <a:t>163</a:t>
            </a:r>
          </a:p>
        </p:txBody>
      </p:sp>
      <p:sp>
        <p:nvSpPr>
          <p:cNvPr id="16" name="ZoneTexte 15">
            <a:extLst xmlns:a="http://schemas.openxmlformats.org/drawingml/2006/main">
              <a:ext uri="{FF2B5EF4-FFF2-40B4-BE49-F238E27FC236}">
                <a16:creationId xmlns:a16="http://schemas.microsoft.com/office/drawing/2014/main" id="{32E77ADF-B608-3DB6-1E22-54398E20FB3F}"/>
              </a:ext>
            </a:extLst>
          </p:cNvPr>
          <p:cNvSpPr>
            <a:spLocks xmlns:a="http://schemas.openxmlformats.org/drawingml/2006/main" noGrp="1"/>
          </p:cNvSpPr>
          <p:nvPr/>
        </p:nvSpPr>
        <p:spPr>
          <a:xfrm xmlns:a="http://schemas.openxmlformats.org/drawingml/2006/main">
            <a:off x="3532215" y="3126748"/>
            <a:ext cx="2563785" cy="73866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defTabSz="914377">
              <a:lnSpc>
                <a:spcPct val="100000"/>
              </a:lnSpc>
              <a:spcBef>
                <a:spcPts val="0"/>
              </a:spcBef>
              <a:spcAft>
                <a:spcPts val="0"/>
              </a:spcAft>
              <a:buClrTx/>
              <a:buSzTx/>
              <a:buFont typeface="Wingdings"/>
              <a:buNone/>
            </a:pPr>
            <a:r>
              <a:rPr sz="1400" i="0" u="none" cap="none" spc="0">
                <a:ln>
                  <a:noFill/>
                </a:ln>
                <a:solidFill>
                  <a:srgbClr val="FFFFFF"/>
                </a:solidFill>
                <a:latin typeface="Arial"/>
                <a:ea typeface="Arial"/>
                <a:cs typeface="Arial"/>
              </a:rPr>
              <a:t>RAISED FROM INDUSTRIAL CONTRACTS (DIRECT FUNDING</a:t>
            </a:r>
          </a:p>
        </p:txBody>
      </p:sp>
      <p:sp>
        <p:nvSpPr>
          <p:cNvPr id="18" name="ZoneTexte 17">
            <a:extLst xmlns:a="http://schemas.openxmlformats.org/drawingml/2006/main">
              <a:ext uri="{FF2B5EF4-FFF2-40B4-BE49-F238E27FC236}">
                <a16:creationId xmlns:a16="http://schemas.microsoft.com/office/drawing/2014/main" id="{2C07A2FB-A257-40B8-B2C2-79E0B2E24960}"/>
              </a:ext>
            </a:extLst>
          </p:cNvPr>
          <p:cNvSpPr>
            <a:spLocks xmlns:a="http://schemas.openxmlformats.org/drawingml/2006/main" noGrp="1"/>
          </p:cNvSpPr>
          <p:nvPr/>
        </p:nvSpPr>
        <p:spPr>
          <a:xfrm xmlns:a="http://schemas.openxmlformats.org/drawingml/2006/main">
            <a:off x="3497641" y="2270652"/>
            <a:ext cx="3548819" cy="92333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indent="0">
              <a:lnSpc>
                <a:spcPct val="100000"/>
              </a:lnSpc>
              <a:spcBef>
                <a:spcPts val="0"/>
              </a:spcBef>
              <a:buFont typeface="Wingdings"/>
              <a:buNone/>
            </a:pPr>
            <a:r>
              <a:rPr sz="5400" b="1" spc="-150">
                <a:solidFill>
                  <a:schemeClr val="bg1"/>
                </a:solidFill>
              </a:rPr>
              <a:t>21.3 MCHF</a:t>
            </a:r>
          </a:p>
        </p:txBody>
      </p:sp>
      <p:pic>
        <p:nvPicPr>
          <p:cNvPr id="56" name="Picture 16"/>
          <p:cNvPicPr>
            <a:picLocks xmlns:a="http://schemas.openxmlformats.org/drawingml/2006/main" noChangeAspect="1"/>
          </p:cNvPicPr>
          <p:nvPr/>
        </p:nvPicPr>
        <p:blipFill>
          <a:blip xmlns:r="http://schemas.openxmlformats.org/officeDocument/2006/relationships" xmlns:a="http://schemas.openxmlformats.org/drawingml/2006/main" r:embed="R8aa8498c0fc7408c">
            <a:biLevel thresh="50000"/>
          </a:blip>
          <a:stretch xmlns:a="http://schemas.openxmlformats.org/drawingml/2006/main">
            <a:fillRect l="0" t="0" r="0" b="0"/>
          </a:stretch>
        </p:blipFill>
        <p:spPr>
          <a:xfrm xmlns:a="http://schemas.openxmlformats.org/drawingml/2006/main">
            <a:off x="8535420" y="764554"/>
            <a:ext cx="594859" cy="400280"/>
          </a:xfrm>
          <a:prstGeom xmlns:a="http://schemas.openxmlformats.org/drawingml/2006/main" prst="rect">
            <a:avLst/>
          </a:prstGeom>
        </p:spPr>
      </p:pic>
      <p:pic>
        <p:nvPicPr>
          <p:cNvPr id="57" name="Graphique 24"/>
          <p:cNvPicPr>
            <a:picLocks xmlns:a="http://schemas.openxmlformats.org/drawingml/2006/main" noChangeAspect="1"/>
          </p:cNvPicPr>
          <p:nvPr/>
        </p:nvPicPr>
        <p:blipFill>
          <a:blip xmlns:r="http://schemas.openxmlformats.org/officeDocument/2006/relationships" xmlns:a="http://schemas.openxmlformats.org/drawingml/2006/main" r:embed="Rae4aa5e9f313403f">
            <a:extLst>
              <a:ext uri="{96DAC541-7B7A-43D3-8B79-37D633B846F1}">
                <asvg:svgBlip xmlns:asvg="http://schemas.microsoft.com/office/drawing/2016/SVG/main" r:embed="R6a4b0e0076894cd6"/>
              </a:ext>
            </a:extLst>
          </a:blip>
          <a:stretch xmlns:a="http://schemas.openxmlformats.org/drawingml/2006/main">
            <a:fillRect l="0" t="0" r="0" b="0"/>
          </a:stretch>
        </p:blipFill>
        <p:spPr>
          <a:xfrm xmlns:a="http://schemas.openxmlformats.org/drawingml/2006/main">
            <a:off x="285435" y="3199012"/>
            <a:ext cx="1023819" cy="877559"/>
          </a:xfrm>
          <a:prstGeom xmlns:a="http://schemas.openxmlformats.org/drawingml/2006/main" prst="rect">
            <a:avLst/>
          </a:prstGeom>
        </p:spPr>
      </p:pic>
      <p:pic>
        <p:nvPicPr>
          <p:cNvPr id="58" name="Graphique 28"/>
          <p:cNvPicPr>
            <a:picLocks xmlns:a="http://schemas.openxmlformats.org/drawingml/2006/main" noChangeAspect="1"/>
          </p:cNvPicPr>
          <p:nvPr/>
        </p:nvPicPr>
        <p:blipFill>
          <a:blip xmlns:r="http://schemas.openxmlformats.org/officeDocument/2006/relationships" xmlns:a="http://schemas.openxmlformats.org/drawingml/2006/main" r:embed="R0c2a024ad1804ee8">
            <a:extLst>
              <a:ext uri="{96DAC541-7B7A-43D3-8B79-37D633B846F1}">
                <asvg:svgBlip xmlns:asvg="http://schemas.microsoft.com/office/drawing/2016/SVG/main" r:embed="Rc822d252c270412b"/>
              </a:ext>
            </a:extLst>
          </a:blip>
          <a:stretch xmlns:a="http://schemas.openxmlformats.org/drawingml/2006/main">
            <a:fillRect l="0" t="0" r="0" b="0"/>
          </a:stretch>
        </p:blipFill>
        <p:spPr>
          <a:xfrm xmlns:a="http://schemas.openxmlformats.org/drawingml/2006/main">
            <a:off x="3406844" y="396407"/>
            <a:ext cx="1003788" cy="860390"/>
          </a:xfrm>
          <a:prstGeom xmlns:a="http://schemas.openxmlformats.org/drawingml/2006/main" prst="rect">
            <a:avLst/>
          </a:prstGeom>
        </p:spPr>
      </p:pic>
      <p:sp>
        <p:nvSpPr>
          <p:cNvPr id="32" name="ZoneTexte 31">
            <a:extLst xmlns:a="http://schemas.openxmlformats.org/drawingml/2006/main">
              <a:ext uri="{FF2B5EF4-FFF2-40B4-BE49-F238E27FC236}">
                <a16:creationId xmlns:a16="http://schemas.microsoft.com/office/drawing/2014/main" id="{3CECC606-92DC-AA4A-4A8F-362F2DE87E27}"/>
              </a:ext>
            </a:extLst>
          </p:cNvPr>
          <p:cNvSpPr>
            <a:spLocks xmlns:a="http://schemas.openxmlformats.org/drawingml/2006/main" noGrp="1"/>
          </p:cNvSpPr>
          <p:nvPr/>
        </p:nvSpPr>
        <p:spPr>
          <a:xfrm xmlns:a="http://schemas.openxmlformats.org/drawingml/2006/main">
            <a:off x="3532215" y="4721596"/>
            <a:ext cx="2563785"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defTabSz="914377">
              <a:lnSpc>
                <a:spcPct val="100000"/>
              </a:lnSpc>
              <a:spcBef>
                <a:spcPts val="0"/>
              </a:spcBef>
              <a:spcAft>
                <a:spcPts val="0"/>
              </a:spcAft>
              <a:buClrTx/>
              <a:buSzTx/>
              <a:buFont typeface="Wingdings"/>
              <a:buNone/>
            </a:pPr>
            <a:r>
              <a:rPr sz="1400" i="0" u="none" cap="none" spc="0">
                <a:ln>
                  <a:noFill/>
                </a:ln>
                <a:solidFill>
                  <a:srgbClr val="FFFFFF"/>
                </a:solidFill>
                <a:latin typeface="Arial"/>
                <a:ea typeface="Arial"/>
                <a:cs typeface="Arial"/>
              </a:rPr>
              <a:t>RAISED FROM INNOSUISSE PROJECTS </a:t>
            </a:r>
          </a:p>
        </p:txBody>
      </p:sp>
      <p:sp>
        <p:nvSpPr>
          <p:cNvPr id="33" name="ZoneTexte 32">
            <a:extLst xmlns:a="http://schemas.openxmlformats.org/drawingml/2006/main">
              <a:ext uri="{FF2B5EF4-FFF2-40B4-BE49-F238E27FC236}">
                <a16:creationId xmlns:a16="http://schemas.microsoft.com/office/drawing/2014/main" id="{7D04CD69-2852-DAB5-DF99-04DFD34BF323}"/>
              </a:ext>
            </a:extLst>
          </p:cNvPr>
          <p:cNvSpPr>
            <a:spLocks xmlns:a="http://schemas.openxmlformats.org/drawingml/2006/main" noGrp="1"/>
          </p:cNvSpPr>
          <p:nvPr/>
        </p:nvSpPr>
        <p:spPr>
          <a:xfrm xmlns:a="http://schemas.openxmlformats.org/drawingml/2006/main">
            <a:off x="3497641" y="3865500"/>
            <a:ext cx="3634997" cy="92333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indent="0">
              <a:lnSpc>
                <a:spcPct val="100000"/>
              </a:lnSpc>
              <a:spcBef>
                <a:spcPts val="0"/>
              </a:spcBef>
              <a:buFont typeface="Wingdings"/>
              <a:buNone/>
            </a:pPr>
            <a:r>
              <a:rPr sz="5400" b="1" spc="-150">
                <a:solidFill>
                  <a:schemeClr val="bg1"/>
                </a:solidFill>
              </a:rPr>
              <a:t>8.8 MCHF</a:t>
            </a:r>
          </a:p>
        </p:txBody>
      </p:sp>
      <p:pic>
        <p:nvPicPr>
          <p:cNvPr id="61" name="Image 33"/>
          <p:cNvPicPr>
            <a:picLocks xmlns:a="http://schemas.openxmlformats.org/drawingml/2006/main" noChangeAspect="1"/>
          </p:cNvPicPr>
          <p:nvPr/>
        </p:nvPicPr>
        <p:blipFill>
          <a:blip xmlns:r="http://schemas.openxmlformats.org/officeDocument/2006/relationships" xmlns:a="http://schemas.openxmlformats.org/drawingml/2006/main" r:embed="Rd7465689c3904c2b"/>
          <a:stretch xmlns:a="http://schemas.openxmlformats.org/drawingml/2006/main">
            <a:fillRect l="0" t="0" r="0" b="0"/>
          </a:stretch>
        </p:blipFill>
        <p:spPr>
          <a:xfrm xmlns:a="http://schemas.openxmlformats.org/drawingml/2006/main">
            <a:off x="6191922" y="0"/>
            <a:ext cx="2979998" cy="6858000"/>
          </a:xfrm>
          <a:prstGeom xmlns:a="http://schemas.openxmlformats.org/drawingml/2006/main" prst="rect">
            <a:avLst/>
          </a:prstGeom>
          <a:effectLst xmlns:a="http://schemas.openxmlformats.org/drawingml/2006/main">
            <a:outerShdw blurRad="199071" dist="287649" dir="3420000" sx="98350" sy="98350" algn="tl" rotWithShape="0">
              <a:prstClr val="black">
                <a:alpha val="32969"/>
              </a:prstClr>
            </a:outerShdw>
          </a:effectLst>
        </p:spPr>
      </p:pic>
      <p:sp>
        <p:nvSpPr>
          <p:cNvPr id="35" name="ZoneTexte 34">
            <a:extLst xmlns:a="http://schemas.openxmlformats.org/drawingml/2006/main">
              <a:ext uri="{FF2B5EF4-FFF2-40B4-BE49-F238E27FC236}">
                <a16:creationId xmlns:a16="http://schemas.microsoft.com/office/drawing/2014/main" id="{4D36D17D-A9C1-D120-B1B7-34CAFC47FF99}"/>
              </a:ext>
            </a:extLst>
          </p:cNvPr>
          <p:cNvSpPr>
            <a:spLocks xmlns:a="http://schemas.openxmlformats.org/drawingml/2006/main" noGrp="1"/>
          </p:cNvSpPr>
          <p:nvPr/>
        </p:nvSpPr>
        <p:spPr>
          <a:xfrm xmlns:a="http://schemas.openxmlformats.org/drawingml/2006/main">
            <a:off x="3532215" y="1953092"/>
            <a:ext cx="2974383" cy="30777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defTabSz="914377">
              <a:lnSpc>
                <a:spcPct val="100000"/>
              </a:lnSpc>
              <a:spcBef>
                <a:spcPts val="0"/>
              </a:spcBef>
              <a:spcAft>
                <a:spcPts val="0"/>
              </a:spcAft>
              <a:buClrTx/>
              <a:buSzTx/>
              <a:buFont typeface="Wingdings"/>
              <a:buNone/>
            </a:pPr>
            <a:r>
              <a:rPr sz="1400" i="0" u="none" cap="none" spc="0">
                <a:ln>
                  <a:noFill/>
                </a:ln>
                <a:solidFill>
                  <a:srgbClr val="FFFFFF"/>
                </a:solidFill>
                <a:latin typeface="Arial"/>
                <a:ea typeface="Arial"/>
                <a:cs typeface="Arial"/>
              </a:rPr>
              <a:t>RAISED BY EPFL STARTUPS</a:t>
            </a:r>
          </a:p>
        </p:txBody>
      </p:sp>
      <p:sp>
        <p:nvSpPr>
          <p:cNvPr id="36" name="ZoneTexte 35">
            <a:extLst xmlns:a="http://schemas.openxmlformats.org/drawingml/2006/main">
              <a:ext uri="{FF2B5EF4-FFF2-40B4-BE49-F238E27FC236}">
                <a16:creationId xmlns:a16="http://schemas.microsoft.com/office/drawing/2014/main" id="{3BCB0197-71A1-957B-58C8-4752011DC311}"/>
              </a:ext>
            </a:extLst>
          </p:cNvPr>
          <p:cNvSpPr>
            <a:spLocks xmlns:a="http://schemas.openxmlformats.org/drawingml/2006/main" noGrp="1"/>
          </p:cNvSpPr>
          <p:nvPr/>
        </p:nvSpPr>
        <p:spPr>
          <a:xfrm xmlns:a="http://schemas.openxmlformats.org/drawingml/2006/main">
            <a:off x="3497641" y="1096996"/>
            <a:ext cx="3461959" cy="92333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indent="0">
              <a:lnSpc>
                <a:spcPct val="100000"/>
              </a:lnSpc>
              <a:spcBef>
                <a:spcPts val="0"/>
              </a:spcBef>
              <a:buFont typeface="Wingdings"/>
              <a:buNone/>
            </a:pPr>
            <a:r>
              <a:rPr sz="5400" b="1" spc="-150">
                <a:solidFill>
                  <a:schemeClr val="bg1"/>
                </a:solidFill>
              </a:rPr>
              <a:t>592 MCHF</a:t>
            </a:r>
          </a:p>
        </p:txBody>
      </p:sp>
      <p:pic>
        <p:nvPicPr>
          <p:cNvPr id="64" name="Picture 13"/>
          <p:cNvPicPr>
            <a:picLocks xmlns:a="http://schemas.openxmlformats.org/drawingml/2006/main" noChangeAspect="1"/>
          </p:cNvPicPr>
          <p:nvPr/>
        </p:nvPicPr>
        <p:blipFill>
          <a:blip xmlns:r="http://schemas.openxmlformats.org/officeDocument/2006/relationships" xmlns:a="http://schemas.openxmlformats.org/drawingml/2006/main" r:embed="R43aa6d5d490b421e">
            <a:biLevel thresh="50000"/>
          </a:blip>
          <a:stretch xmlns:a="http://schemas.openxmlformats.org/drawingml/2006/main">
            <a:fillRect l="0" t="0" r="0" b="0"/>
          </a:stretch>
        </p:blipFill>
        <p:spPr>
          <a:xfrm xmlns:a="http://schemas.openxmlformats.org/drawingml/2006/main">
            <a:off x="8995400" y="6115621"/>
            <a:ext cx="362552" cy="383631"/>
          </a:xfrm>
          <a:prstGeom xmlns:a="http://schemas.openxmlformats.org/drawingml/2006/main" prst="rect">
            <a:avLst/>
          </a:prstGeom>
        </p:spPr>
      </p:pic>
      <p:pic>
        <p:nvPicPr>
          <p:cNvPr id="65" name="Picture 15"/>
          <p:cNvPicPr>
            <a:picLocks xmlns:a="http://schemas.openxmlformats.org/drawingml/2006/main" noChangeAspect="1"/>
          </p:cNvPicPr>
          <p:nvPr/>
        </p:nvPicPr>
        <p:blipFill>
          <a:blip xmlns:r="http://schemas.openxmlformats.org/officeDocument/2006/relationships" xmlns:a="http://schemas.openxmlformats.org/drawingml/2006/main" r:embed="R3ee93453080040ba">
            <a:biLevel thresh="50000"/>
          </a:blip>
          <a:stretch xmlns:a="http://schemas.openxmlformats.org/drawingml/2006/main">
            <a:fillRect l="0" t="0" r="0" b="0"/>
          </a:stretch>
        </p:blipFill>
        <p:spPr>
          <a:xfrm xmlns:a="http://schemas.openxmlformats.org/drawingml/2006/main">
            <a:off x="9266748" y="2692288"/>
            <a:ext cx="387133" cy="387133"/>
          </a:xfrm>
          <a:prstGeom xmlns:a="http://schemas.openxmlformats.org/drawingml/2006/main" prst="rect">
            <a:avLst/>
          </a:prstGeom>
        </p:spPr>
      </p:pic>
      <p:sp>
        <p:nvSpPr>
          <p:cNvPr id="9" name="ZoneTexte 8">
            <a:extLst xmlns:a="http://schemas.openxmlformats.org/drawingml/2006/main">
              <a:ext uri="{FF2B5EF4-FFF2-40B4-BE49-F238E27FC236}">
                <a16:creationId xmlns:a16="http://schemas.microsoft.com/office/drawing/2014/main" id="{2D2EE7FF-86F3-D98F-4128-7F324E259649}"/>
              </a:ext>
            </a:extLst>
          </p:cNvPr>
          <p:cNvSpPr>
            <a:spLocks xmlns:a="http://schemas.openxmlformats.org/drawingml/2006/main" noGrp="1"/>
          </p:cNvSpPr>
          <p:nvPr/>
        </p:nvSpPr>
        <p:spPr>
          <a:xfrm xmlns:a="http://schemas.openxmlformats.org/drawingml/2006/main">
            <a:off x="3532215" y="6075662"/>
            <a:ext cx="2563785" cy="5232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marR="0" lvl="0" indent="0" defTabSz="914377">
              <a:lnSpc>
                <a:spcPct val="100000"/>
              </a:lnSpc>
              <a:spcBef>
                <a:spcPts val="0"/>
              </a:spcBef>
              <a:spcAft>
                <a:spcPts val="0"/>
              </a:spcAft>
              <a:buClrTx/>
              <a:buSzTx/>
              <a:buFont typeface="Wingdings"/>
              <a:buNone/>
            </a:pPr>
            <a:r>
              <a:rPr sz="1400" i="0" u="none" cap="none" spc="0">
                <a:ln>
                  <a:noFill/>
                </a:ln>
                <a:solidFill>
                  <a:srgbClr val="FFFFFF"/>
                </a:solidFill>
                <a:latin typeface="Arial"/>
                <a:ea typeface="Arial"/>
                <a:cs typeface="Arial"/>
              </a:rPr>
              <a:t>COMPANIES ENGAGING WITH EPFL LAB</a:t>
            </a:r>
          </a:p>
        </p:txBody>
      </p:sp>
      <p:sp>
        <p:nvSpPr>
          <p:cNvPr id="14" name="ZoneTexte 13">
            <a:extLst xmlns:a="http://schemas.openxmlformats.org/drawingml/2006/main">
              <a:ext uri="{FF2B5EF4-FFF2-40B4-BE49-F238E27FC236}">
                <a16:creationId xmlns:a16="http://schemas.microsoft.com/office/drawing/2014/main" id="{61C2DA3B-C536-73C4-CE7B-91D91840458F}"/>
              </a:ext>
            </a:extLst>
          </p:cNvPr>
          <p:cNvSpPr>
            <a:spLocks xmlns:a="http://schemas.openxmlformats.org/drawingml/2006/main" noGrp="1"/>
          </p:cNvSpPr>
          <p:nvPr/>
        </p:nvSpPr>
        <p:spPr>
          <a:xfrm xmlns:a="http://schemas.openxmlformats.org/drawingml/2006/main">
            <a:off x="3497641" y="5219566"/>
            <a:ext cx="3634997" cy="92333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marL="0" indent="0">
              <a:lnSpc>
                <a:spcPct val="100000"/>
              </a:lnSpc>
              <a:spcBef>
                <a:spcPts val="0"/>
              </a:spcBef>
              <a:buFont typeface="Wingdings"/>
              <a:buNone/>
            </a:pPr>
            <a:r>
              <a:rPr sz="5400" b="1" spc="-150">
                <a:solidFill>
                  <a:schemeClr val="bg1"/>
                </a:solidFill>
              </a:rPr>
              <a:t>149</a:t>
            </a:r>
          </a:p>
        </p:txBody>
      </p:sp>
    </p:spTree>
    <p:extLst>
      <p:ext uri="{BB962C8B-B14F-4D97-AF65-F5344CB8AC3E}">
        <p14:creationId xmlns:p14="http://schemas.microsoft.com/office/powerpoint/2010/main" val="4090378420"/>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8" name="Espace réservé du contenu 7">
            <a:extLst xmlns:a="http://schemas.openxmlformats.org/drawingml/2006/main">
              <a:ext uri="{FF2B5EF4-FFF2-40B4-BE49-F238E27FC236}">
                <a16:creationId xmlns:a16="http://schemas.microsoft.com/office/drawing/2014/main" id="{95B38E6A-894B-9D07-BE3B-95F52F97B0EF}"/>
              </a:ext>
            </a:extLst>
          </p:cNvPr>
          <p:cNvSpPr>
            <a:spLocks xmlns:a="http://schemas.openxmlformats.org/drawingml/2006/main" noGrp="1"/>
          </p:cNvSpPr>
          <p:nvPr>
            <p:ph idx="1"/>
          </p:nvPr>
        </p:nvSpPr>
        <p:spPr>
          <a:xfrm xmlns:a="http://schemas.openxmlformats.org/drawingml/2006/main">
            <a:off x="550863" y="3429000"/>
            <a:ext cx="3744912" cy="3095625"/>
          </a:xfrm>
        </p:spPr>
        <p:txBody>
          <a:bodyPr xmlns:a="http://schemas.openxmlformats.org/drawingml/2006/main">
            <a:normAutofit/>
          </a:bodyPr>
          <a:lstStyle xmlns:a="http://schemas.openxmlformats.org/drawingml/2006/main"/>
          <a:p xmlns:a="http://schemas.openxmlformats.org/drawingml/2006/main">
            <a:pPr marL="0" indent="0">
              <a:buNone/>
            </a:pPr>
            <a:r>
              <a:rPr b="1"/>
              <a:t>Challenge: to translate </a:t>
            </a:r>
            <a:r>
              <a:rPr b="1"/>
              <a:t>research</a:t>
            </a:r>
            <a:r>
              <a:rPr b="1"/>
              <a:t> </a:t>
            </a:r>
            <a:r>
              <a:rPr b="1"/>
              <a:t>into</a:t>
            </a:r>
            <a:r>
              <a:rPr b="1"/>
              <a:t> solution </a:t>
            </a:r>
            <a:r>
              <a:rPr b="1"/>
              <a:t>with</a:t>
            </a:r>
            <a:r>
              <a:rPr b="1"/>
              <a:t> real impact </a:t>
            </a:r>
          </a:p>
          <a:p xmlns:a="http://schemas.openxmlformats.org/drawingml/2006/main">
            <a:r>
              <a:rPr sz="2000"/>
              <a:t>We</a:t>
            </a:r>
            <a:r>
              <a:rPr sz="2000"/>
              <a:t> </a:t>
            </a:r>
            <a:r>
              <a:rPr sz="2000"/>
              <a:t>need</a:t>
            </a:r>
            <a:r>
              <a:rPr sz="2000"/>
              <a:t> to </a:t>
            </a:r>
            <a:r>
              <a:rPr sz="2000"/>
              <a:t>accelerate</a:t>
            </a:r>
            <a:r>
              <a:rPr sz="2000"/>
              <a:t> the </a:t>
            </a:r>
            <a:r>
              <a:rPr sz="2000"/>
              <a:t>societal</a:t>
            </a:r>
            <a:r>
              <a:rPr sz="2000"/>
              <a:t> adoption of </a:t>
            </a:r>
            <a:r>
              <a:rPr sz="2000"/>
              <a:t>academic</a:t>
            </a:r>
            <a:r>
              <a:rPr sz="2000"/>
              <a:t> </a:t>
            </a:r>
            <a:r>
              <a:rPr sz="2000"/>
              <a:t>research</a:t>
            </a:r>
            <a:r>
              <a:rPr sz="2000"/>
              <a:t> </a:t>
            </a:r>
            <a:r>
              <a:rPr sz="2000"/>
              <a:t>through</a:t>
            </a:r>
            <a:r>
              <a:rPr sz="2000"/>
              <a:t> efficient commercial translation of disruptive </a:t>
            </a:r>
            <a:r>
              <a:rPr sz="2000"/>
              <a:t>research</a:t>
            </a:r>
            <a:endParaRPr sz="2000"/>
          </a:p>
        </p:txBody>
      </p:sp>
      <p:sp>
        <p:nvSpPr>
          <p:cNvPr id="2" name="Title 1">
            <a:extLst xmlns:a="http://schemas.openxmlformats.org/drawingml/2006/main">
              <a:ext uri="{FF2B5EF4-FFF2-40B4-BE49-F238E27FC236}">
                <a16:creationId xmlns:a16="http://schemas.microsoft.com/office/drawing/2014/main" id="{27AA4FCC-6AE7-B7A9-2930-A45FE9BEF74C}"/>
              </a:ext>
            </a:extLst>
          </p:cNvPr>
          <p:cNvSpPr>
            <a:spLocks xmlns:a="http://schemas.openxmlformats.org/drawingml/2006/main" noGrp="1"/>
          </p:cNvSpPr>
          <p:nvPr>
            <p:ph type="title" idx="0"/>
          </p:nvPr>
        </p:nvSpPr>
        <p:spPr>
          <a:xfrm xmlns:a="http://schemas.openxmlformats.org/drawingml/2006/main">
            <a:off x="526000" y="635473"/>
            <a:ext cx="5498563" cy="2106613"/>
          </a:xfrm>
        </p:spPr>
        <p:txBody>
          <a:bodyPr xmlns:a="http://schemas.openxmlformats.org/drawingml/2006/main">
            <a:normAutofit/>
          </a:bodyPr>
          <a:lstStyle xmlns:a="http://schemas.openxmlformats.org/drawingml/2006/main"/>
          <a:p xmlns:a="http://schemas.openxmlformats.org/drawingml/2006/main">
            <a:r>
              <a:t>EPF’s as a Source of Disruptive Tech and Science Research</a:t>
            </a:r>
            <a:endParaRPr/>
          </a:p>
        </p:txBody>
      </p:sp>
      <p:pic>
        <p:nvPicPr>
          <p:cNvPr id="12" name="Picture 6"/>
          <p:cNvPicPr>
            <a:picLocks xmlns:a="http://schemas.openxmlformats.org/drawingml/2006/main" noChangeAspect="1"/>
          </p:cNvPicPr>
          <p:nvPr/>
        </p:nvPicPr>
        <p:blipFill rotWithShape="1">
          <a:blip xmlns:r="http://schemas.openxmlformats.org/officeDocument/2006/relationships" xmlns:a="http://schemas.openxmlformats.org/drawingml/2006/main" r:embed="R89a60c726f4d4dd9"/>
          <a:srcRect xmlns:a="http://schemas.openxmlformats.org/drawingml/2006/main" l="0" t="0" r="0" b="0"/>
          <a:stretch xmlns:a="http://schemas.openxmlformats.org/drawingml/2006/main"/>
        </p:blipFill>
        <p:spPr>
          <a:xfrm xmlns:a="http://schemas.openxmlformats.org/drawingml/2006/main">
            <a:off x="4597400" y="2596441"/>
            <a:ext cx="7346875" cy="4261559"/>
          </a:xfrm>
          <a:prstGeom xmlns:a="http://schemas.openxmlformats.org/drawingml/2006/main" prst="rect">
            <a:avLst/>
          </a:prstGeom>
        </p:spPr>
      </p:pic>
      <p:sp>
        <p:nvSpPr>
          <p:cNvPr id="3" name="Espace réservé de la date 2">
            <a:extLst xmlns:a="http://schemas.openxmlformats.org/drawingml/2006/main">
              <a:ext uri="{FF2B5EF4-FFF2-40B4-BE49-F238E27FC236}">
                <a16:creationId xmlns:a16="http://schemas.microsoft.com/office/drawing/2014/main" id="{3D7092DD-A445-C3B6-5D81-4A3A3533AD6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4" name="Espace réservé du pied de page 3">
            <a:extLst xmlns:a="http://schemas.openxmlformats.org/drawingml/2006/main">
              <a:ext uri="{FF2B5EF4-FFF2-40B4-BE49-F238E27FC236}">
                <a16:creationId xmlns:a16="http://schemas.microsoft.com/office/drawing/2014/main" id="{7957E87A-4F3D-AB67-3AB1-5CC05C351B2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Espace réservé du numéro de diapositive 4">
            <a:extLst xmlns:a="http://schemas.openxmlformats.org/drawingml/2006/main">
              <a:ext uri="{FF2B5EF4-FFF2-40B4-BE49-F238E27FC236}">
                <a16:creationId xmlns:a16="http://schemas.microsoft.com/office/drawing/2014/main" id="{53B8DDDC-0CD8-FE5F-FD3E-BEED3A5FA8F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1E1CD7C-2161-7D43-862E-CE4C333CD873}" type="slidenum">
              <a:t>54</a:t>
            </a:fld>
            <a:endParaRPr/>
          </a:p>
        </p:txBody>
      </p:sp>
    </p:spTree>
    <p:extLst>
      <p:ext uri="{BB962C8B-B14F-4D97-AF65-F5344CB8AC3E}">
        <p14:creationId xmlns:p14="http://schemas.microsoft.com/office/powerpoint/2010/main" val="1925764824"/>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8" name="Espace réservé du contenu 7">
            <a:extLst xmlns:a="http://schemas.openxmlformats.org/drawingml/2006/main">
              <a:ext uri="{FF2B5EF4-FFF2-40B4-BE49-F238E27FC236}">
                <a16:creationId xmlns:a16="http://schemas.microsoft.com/office/drawing/2014/main" id="{95B38E6A-894B-9D07-BE3B-95F52F97B0EF}"/>
              </a:ext>
            </a:extLst>
          </p:cNvPr>
          <p:cNvSpPr>
            <a:spLocks xmlns:a="http://schemas.openxmlformats.org/drawingml/2006/main" noGrp="1"/>
          </p:cNvSpPr>
          <p:nvPr>
            <p:ph idx="1"/>
          </p:nvPr>
        </p:nvSpPr>
        <p:spPr>
          <a:xfrm xmlns:a="http://schemas.openxmlformats.org/drawingml/2006/main">
            <a:off x="550863" y="3429000"/>
            <a:ext cx="3744912" cy="3095625"/>
          </a:xfrm>
        </p:spPr>
        <p:txBody>
          <a:bodyPr xmlns:a="http://schemas.openxmlformats.org/drawingml/2006/main">
            <a:normAutofit/>
          </a:bodyPr>
          <a:lstStyle xmlns:a="http://schemas.openxmlformats.org/drawingml/2006/main"/>
          <a:p xmlns:a="http://schemas.openxmlformats.org/drawingml/2006/main">
            <a:pPr marL="0" indent="0">
              <a:buNone/>
            </a:pPr>
            <a:r>
              <a:rPr b="1"/>
              <a:t>Challenge: to translate </a:t>
            </a:r>
            <a:r>
              <a:rPr b="1"/>
              <a:t>research</a:t>
            </a:r>
            <a:r>
              <a:rPr b="1"/>
              <a:t> </a:t>
            </a:r>
            <a:r>
              <a:rPr b="1"/>
              <a:t>into</a:t>
            </a:r>
            <a:r>
              <a:rPr b="1"/>
              <a:t> solution </a:t>
            </a:r>
            <a:r>
              <a:rPr b="1"/>
              <a:t>with</a:t>
            </a:r>
            <a:r>
              <a:rPr b="1"/>
              <a:t> real impact </a:t>
            </a:r>
          </a:p>
          <a:p xmlns:a="http://schemas.openxmlformats.org/drawingml/2006/main">
            <a:r>
              <a:rPr sz="2000"/>
              <a:t>We</a:t>
            </a:r>
            <a:r>
              <a:rPr sz="2000"/>
              <a:t> </a:t>
            </a:r>
            <a:r>
              <a:rPr sz="2000"/>
              <a:t>need</a:t>
            </a:r>
            <a:r>
              <a:rPr sz="2000"/>
              <a:t> to </a:t>
            </a:r>
            <a:r>
              <a:rPr sz="2000"/>
              <a:t>accelerate</a:t>
            </a:r>
            <a:r>
              <a:rPr sz="2000"/>
              <a:t> the </a:t>
            </a:r>
            <a:r>
              <a:rPr sz="2000"/>
              <a:t>societal</a:t>
            </a:r>
            <a:r>
              <a:rPr sz="2000"/>
              <a:t> adoption of </a:t>
            </a:r>
            <a:r>
              <a:rPr sz="2000"/>
              <a:t>academic</a:t>
            </a:r>
            <a:r>
              <a:rPr sz="2000"/>
              <a:t> </a:t>
            </a:r>
            <a:r>
              <a:rPr sz="2000"/>
              <a:t>research</a:t>
            </a:r>
            <a:r>
              <a:rPr sz="2000"/>
              <a:t> </a:t>
            </a:r>
            <a:r>
              <a:rPr sz="2000"/>
              <a:t>through</a:t>
            </a:r>
            <a:r>
              <a:rPr sz="2000"/>
              <a:t> efficient commercial translation of disruptive </a:t>
            </a:r>
            <a:r>
              <a:rPr sz="2000"/>
              <a:t>research</a:t>
            </a:r>
            <a:endParaRPr sz="2000"/>
          </a:p>
        </p:txBody>
      </p:sp>
      <p:sp>
        <p:nvSpPr>
          <p:cNvPr id="2" name="Title 1">
            <a:extLst xmlns:a="http://schemas.openxmlformats.org/drawingml/2006/main">
              <a:ext uri="{FF2B5EF4-FFF2-40B4-BE49-F238E27FC236}">
                <a16:creationId xmlns:a16="http://schemas.microsoft.com/office/drawing/2014/main" id="{27AA4FCC-6AE7-B7A9-2930-A45FE9BEF74C}"/>
              </a:ext>
            </a:extLst>
          </p:cNvPr>
          <p:cNvSpPr>
            <a:spLocks xmlns:a="http://schemas.openxmlformats.org/drawingml/2006/main" noGrp="1"/>
          </p:cNvSpPr>
          <p:nvPr>
            <p:ph type="title" idx="0"/>
          </p:nvPr>
        </p:nvSpPr>
        <p:spPr>
          <a:xfrm xmlns:a="http://schemas.openxmlformats.org/drawingml/2006/main">
            <a:off x="526000" y="635473"/>
            <a:ext cx="5498563" cy="2106613"/>
          </a:xfrm>
        </p:spPr>
        <p:txBody>
          <a:bodyPr xmlns:a="http://schemas.openxmlformats.org/drawingml/2006/main">
            <a:normAutofit/>
          </a:bodyPr>
          <a:lstStyle xmlns:a="http://schemas.openxmlformats.org/drawingml/2006/main"/>
          <a:p xmlns:a="http://schemas.openxmlformats.org/drawingml/2006/main">
            <a:r>
              <a:t>EPF’s as a Source of Disruptive Tech and Science Research</a:t>
            </a:r>
            <a:endParaRPr/>
          </a:p>
        </p:txBody>
      </p:sp>
      <p:pic>
        <p:nvPicPr>
          <p:cNvPr id="12" name="Picture 6"/>
          <p:cNvPicPr>
            <a:picLocks xmlns:a="http://schemas.openxmlformats.org/drawingml/2006/main" noChangeAspect="1"/>
          </p:cNvPicPr>
          <p:nvPr/>
        </p:nvPicPr>
        <p:blipFill rotWithShape="1">
          <a:blip xmlns:r="http://schemas.openxmlformats.org/officeDocument/2006/relationships" xmlns:a="http://schemas.openxmlformats.org/drawingml/2006/main" r:embed="Ra411d4d530444bc7"/>
          <a:srcRect xmlns:a="http://schemas.openxmlformats.org/drawingml/2006/main" l="0" t="0" r="0" b="0"/>
          <a:stretch xmlns:a="http://schemas.openxmlformats.org/drawingml/2006/main"/>
        </p:blipFill>
        <p:spPr>
          <a:xfrm xmlns:a="http://schemas.openxmlformats.org/drawingml/2006/main">
            <a:off x="4597400" y="2596441"/>
            <a:ext cx="7346875" cy="4261559"/>
          </a:xfrm>
          <a:prstGeom xmlns:a="http://schemas.openxmlformats.org/drawingml/2006/main" prst="rect">
            <a:avLst/>
          </a:prstGeom>
        </p:spPr>
      </p:pic>
      <p:sp>
        <p:nvSpPr>
          <p:cNvPr id="3" name="Espace réservé de la date 2">
            <a:extLst xmlns:a="http://schemas.openxmlformats.org/drawingml/2006/main">
              <a:ext uri="{FF2B5EF4-FFF2-40B4-BE49-F238E27FC236}">
                <a16:creationId xmlns:a16="http://schemas.microsoft.com/office/drawing/2014/main" id="{3D7092DD-A445-C3B6-5D81-4A3A3533AD6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4" name="Espace réservé du pied de page 3">
            <a:extLst xmlns:a="http://schemas.openxmlformats.org/drawingml/2006/main">
              <a:ext uri="{FF2B5EF4-FFF2-40B4-BE49-F238E27FC236}">
                <a16:creationId xmlns:a16="http://schemas.microsoft.com/office/drawing/2014/main" id="{7957E87A-4F3D-AB67-3AB1-5CC05C351B2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Espace réservé du numéro de diapositive 4">
            <a:extLst xmlns:a="http://schemas.openxmlformats.org/drawingml/2006/main">
              <a:ext uri="{FF2B5EF4-FFF2-40B4-BE49-F238E27FC236}">
                <a16:creationId xmlns:a16="http://schemas.microsoft.com/office/drawing/2014/main" id="{53B8DDDC-0CD8-FE5F-FD3E-BEED3A5FA8F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1E1CD7C-2161-7D43-862E-CE4C333CD873}" type="slidenum">
              <a:t>54</a:t>
            </a:fld>
            <a:endParaRPr/>
          </a:p>
        </p:txBody>
      </p:sp>
    </p:spTree>
    <p:extLst>
      <p:ext uri="{BB962C8B-B14F-4D97-AF65-F5344CB8AC3E}">
        <p14:creationId xmlns:p14="http://schemas.microsoft.com/office/powerpoint/2010/main" val="1925764824"/>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pic>
        <p:nvPicPr>
          <p:cNvPr id="12" name="Image 8"/>
          <p:cNvPicPr>
            <a:picLocks xmlns:a="http://schemas.openxmlformats.org/drawingml/2006/main" noChangeAspect="1"/>
          </p:cNvPicPr>
          <p:nvPr/>
        </p:nvPicPr>
        <p:blipFill>
          <a:blip xmlns:r="http://schemas.openxmlformats.org/officeDocument/2006/relationships" xmlns:a="http://schemas.openxmlformats.org/drawingml/2006/main" r:embed="Rc564f71c4dde433a"/>
          <a:stretch xmlns:a="http://schemas.openxmlformats.org/drawingml/2006/main">
            <a:fillRect l="0" t="0" r="0" b="0"/>
          </a:stretch>
        </p:blipFill>
        <p:spPr>
          <a:xfrm xmlns:a="http://schemas.openxmlformats.org/drawingml/2006/main">
            <a:off x="6167437" y="3453507"/>
            <a:ext cx="5487987" cy="3086993"/>
          </a:xfrm>
          <a:prstGeom xmlns:a="http://schemas.openxmlformats.org/drawingml/2006/main" prst="rect">
            <a:avLst/>
          </a:prstGeom>
        </p:spPr>
      </p:pic>
      <p:sp>
        <p:nvSpPr>
          <p:cNvPr id="2" name="Espace réservé du contenu 1">
            <a:extLst xmlns:a="http://schemas.openxmlformats.org/drawingml/2006/main">
              <a:ext uri="{FF2B5EF4-FFF2-40B4-BE49-F238E27FC236}">
                <a16:creationId xmlns:a16="http://schemas.microsoft.com/office/drawing/2014/main" id="{1B7B5C50-ACC5-3FE1-23CD-746F2164275A}"/>
              </a:ext>
            </a:extLst>
          </p:cNvPr>
          <p:cNvSpPr>
            <a:spLocks xmlns:a="http://schemas.openxmlformats.org/drawingml/2006/main" noGrp="1"/>
          </p:cNvSpPr>
          <p:nvPr>
            <p:ph idx="13"/>
          </p:nvPr>
        </p:nvSpPr>
        <p:spPr>
          <a:xfrm xmlns:a="http://schemas.openxmlformats.org/drawingml/2006/main">
            <a:off x="550864" y="2256730"/>
            <a:ext cx="5473699" cy="1176204"/>
          </a:xfrm>
        </p:spPr>
        <p:txBody>
          <a:bodyPr xmlns:a="http://schemas.openxmlformats.org/drawingml/2006/main"/>
          <a:lstStyle xmlns:a="http://schemas.openxmlformats.org/drawingml/2006/main"/>
          <a:p xmlns:a="http://schemas.openxmlformats.org/drawingml/2006/main">
            <a:r>
              <a:rPr b="1"/>
              <a:t>Robotics</a:t>
            </a:r>
            <a:r>
              <a:rPr b="1"/>
              <a:t> and spinal stimulation restore </a:t>
            </a:r>
            <a:r>
              <a:rPr b="1"/>
              <a:t>movement</a:t>
            </a:r>
            <a:r>
              <a:rPr b="1"/>
              <a:t> in </a:t>
            </a:r>
            <a:r>
              <a:rPr b="1"/>
              <a:t>paralysis</a:t>
            </a:r>
            <a:endParaRPr b="1"/>
          </a:p>
          <a:p xmlns:a="http://schemas.openxmlformats.org/drawingml/2006/main">
            <a:r>
              <a:t>Prof. Grégoire Courtine</a:t>
            </a:r>
          </a:p>
        </p:txBody>
      </p:sp>
      <p:sp>
        <p:nvSpPr>
          <p:cNvPr id="3" name="Titre 2">
            <a:extLst xmlns:a="http://schemas.openxmlformats.org/drawingml/2006/main">
              <a:ext uri="{FF2B5EF4-FFF2-40B4-BE49-F238E27FC236}">
                <a16:creationId xmlns:a16="http://schemas.microsoft.com/office/drawing/2014/main" id="{551A9827-522F-1D21-35E9-17B3C5C698E4}"/>
              </a:ext>
            </a:extLst>
          </p:cNvPr>
          <p:cNvSpPr>
            <a:spLocks xmlns:a="http://schemas.openxmlformats.org/drawingml/2006/main" noGrp="1"/>
          </p:cNvSpPr>
          <p:nvPr>
            <p:ph type="title" idx="0"/>
          </p:nvPr>
        </p:nvSpPr>
        <p:spPr>
          <a:xfrm xmlns:a="http://schemas.openxmlformats.org/drawingml/2006/main">
            <a:off x="526000" y="628493"/>
            <a:ext cx="4537075" cy="1487213"/>
          </a:xfrm>
        </p:spPr>
        <p:txBody>
          <a:bodyPr xmlns:a="http://schemas.openxmlformats.org/drawingml/2006/main"/>
          <a:lstStyle xmlns:a="http://schemas.openxmlformats.org/drawingml/2006/main"/>
          <a:p xmlns:a="http://schemas.openxmlformats.org/drawingml/2006/main">
            <a:r>
              <a:t>Research</a:t>
            </a:r>
            <a:br/>
            <a:r>
              <a:rPr sz="3200" b="0"/>
              <a:t>NEURO</a:t>
            </a:r>
            <a:endParaRPr b="0"/>
          </a:p>
        </p:txBody>
      </p:sp>
      <p:sp>
        <p:nvSpPr>
          <p:cNvPr id="4" name="Espace réservé du contenu 3">
            <a:extLst xmlns:a="http://schemas.openxmlformats.org/drawingml/2006/main">
              <a:ext uri="{FF2B5EF4-FFF2-40B4-BE49-F238E27FC236}">
                <a16:creationId xmlns:a16="http://schemas.microsoft.com/office/drawing/2014/main" id="{50604A04-8657-C0F7-FE2C-43C7B72A2508}"/>
              </a:ext>
            </a:extLst>
          </p:cNvPr>
          <p:cNvSpPr>
            <a:spLocks xmlns:a="http://schemas.openxmlformats.org/drawingml/2006/main" noGrp="1"/>
          </p:cNvSpPr>
          <p:nvPr>
            <p:ph idx="14"/>
          </p:nvPr>
        </p:nvSpPr>
        <p:spPr>
          <a:xfrm xmlns:a="http://schemas.openxmlformats.org/drawingml/2006/main">
            <a:off x="6181726" y="2270589"/>
            <a:ext cx="5473699" cy="1181495"/>
          </a:xfrm>
        </p:spPr>
        <p:txBody>
          <a:bodyPr xmlns:a="http://schemas.openxmlformats.org/drawingml/2006/main"/>
          <a:lstStyle xmlns:a="http://schemas.openxmlformats.org/drawingml/2006/main"/>
          <a:p xmlns:a="http://schemas.openxmlformats.org/drawingml/2006/main">
            <a:r>
              <a:rPr b="1"/>
              <a:t>Soft </a:t>
            </a:r>
            <a:r>
              <a:rPr b="1"/>
              <a:t>brainstem</a:t>
            </a:r>
            <a:r>
              <a:rPr b="1"/>
              <a:t> implant </a:t>
            </a:r>
            <a:r>
              <a:rPr b="1"/>
              <a:t>delivers</a:t>
            </a:r>
            <a:r>
              <a:rPr b="1"/>
              <a:t> </a:t>
            </a:r>
            <a:br/>
            <a:r>
              <a:rPr b="1"/>
              <a:t>high-</a:t>
            </a:r>
            <a:r>
              <a:rPr b="1"/>
              <a:t>resolution</a:t>
            </a:r>
            <a:r>
              <a:rPr b="1"/>
              <a:t> </a:t>
            </a:r>
            <a:r>
              <a:rPr b="1"/>
              <a:t>hearing</a:t>
            </a:r>
            <a:endParaRPr b="1"/>
          </a:p>
          <a:p xmlns:a="http://schemas.openxmlformats.org/drawingml/2006/main">
            <a:r>
              <a:t>Prof. Stéphanie Lacour</a:t>
            </a:r>
          </a:p>
        </p:txBody>
      </p:sp>
      <p:sp>
        <p:nvSpPr>
          <p:cNvPr id="5" name="Espace réservé de la date 4">
            <a:extLst xmlns:a="http://schemas.openxmlformats.org/drawingml/2006/main">
              <a:ext uri="{FF2B5EF4-FFF2-40B4-BE49-F238E27FC236}">
                <a16:creationId xmlns:a16="http://schemas.microsoft.com/office/drawing/2014/main" id="{E92DBC4C-00A6-45F8-350D-9BDEACDDCE06}"/>
              </a:ext>
            </a:extLst>
          </p:cNvPr>
          <p:cNvSpPr>
            <a:spLocks xmlns:a="http://schemas.openxmlformats.org/drawingml/2006/main" noGrp="1"/>
          </p:cNvSpPr>
          <p:nvPr>
            <p:ph type="dt" idx="15"/>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6" name="Espace réservé du pied de page 5">
            <a:extLst xmlns:a="http://schemas.openxmlformats.org/drawingml/2006/main">
              <a:ext uri="{FF2B5EF4-FFF2-40B4-BE49-F238E27FC236}">
                <a16:creationId xmlns:a16="http://schemas.microsoft.com/office/drawing/2014/main" id="{01FB229D-C9CE-792B-7082-D1B0E8291476}"/>
              </a:ext>
            </a:extLst>
          </p:cNvPr>
          <p:cNvSpPr>
            <a:spLocks xmlns:a="http://schemas.openxmlformats.org/drawingml/2006/main" noGrp="1"/>
          </p:cNvSpPr>
          <p:nvPr>
            <p:ph type="ftr" idx="16"/>
          </p:nvPr>
        </p:nvSpPr>
        <p:spPr/>
        <p:txBody>
          <a:bodyPr xmlns:a="http://schemas.openxmlformats.org/drawingml/2006/main"/>
          <a:lstStyle xmlns:a="http://schemas.openxmlformats.org/drawingml/2006/main"/>
          <a:p xmlns:a="http://schemas.openxmlformats.org/drawingml/2006/main">
            <a:endParaRPr/>
          </a:p>
        </p:txBody>
      </p:sp>
      <p:sp>
        <p:nvSpPr>
          <p:cNvPr id="7" name="Espace réservé du numéro de diapositive 6">
            <a:extLst xmlns:a="http://schemas.openxmlformats.org/drawingml/2006/main">
              <a:ext uri="{FF2B5EF4-FFF2-40B4-BE49-F238E27FC236}">
                <a16:creationId xmlns:a16="http://schemas.microsoft.com/office/drawing/2014/main" id="{DA8843EF-6751-563D-2127-5E5085AE2778}"/>
              </a:ext>
            </a:extLst>
          </p:cNvPr>
          <p:cNvSpPr>
            <a:spLocks xmlns:a="http://schemas.openxmlformats.org/drawingml/2006/main" noGrp="1"/>
          </p:cNvSpPr>
          <p:nvPr>
            <p:ph type="sldNum" idx="17"/>
          </p:nvPr>
        </p:nvSpPr>
        <p:spPr/>
        <p:txBody>
          <a:bodyPr xmlns:a="http://schemas.openxmlformats.org/drawingml/2006/main"/>
          <a:lstStyle xmlns:a="http://schemas.openxmlformats.org/drawingml/2006/main"/>
          <a:p xmlns:a="http://schemas.openxmlformats.org/drawingml/2006/main">
            <a:fld id="{E1E1CD7C-2161-7D43-862E-CE4C333CD873}" type="slidenum">
              <a:t>37</a:t>
            </a:fld>
            <a:endParaRPr/>
          </a:p>
        </p:txBody>
      </p:sp>
      <p:pic>
        <p:nvPicPr>
          <p:cNvPr id="19" name="Picture 2"/>
          <p:cNvPicPr>
            <a:picLocks xmlns:a="http://schemas.openxmlformats.org/drawingml/2006/main" noChangeAspect="1"/>
          </p:cNvPicPr>
          <p:nvPr/>
        </p:nvPicPr>
        <p:blipFill>
          <a:blip xmlns:r="http://schemas.openxmlformats.org/officeDocument/2006/relationships" xmlns:a="http://schemas.openxmlformats.org/drawingml/2006/main" r:embed="Rde8a674b63ce4431"/>
          <a:srcRect xmlns:a="http://schemas.openxmlformats.org/drawingml/2006/main" l="0" t="0" r="0" b="0"/>
          <a:stretch xmlns:a="http://schemas.openxmlformats.org/drawingml/2006/main">
            <a:fillRect l="0" t="0" r="0" b="0"/>
          </a:stretch>
        </p:blipFill>
        <p:spPr>
          <a:xfrm xmlns:a="http://schemas.openxmlformats.org/drawingml/2006/main">
            <a:off x="550864" y="3452084"/>
            <a:ext cx="5473699" cy="3072541"/>
          </a:xfrm>
          <a:prstGeom xmlns:a="http://schemas.openxmlformats.org/drawingml/2006/main" prst="rect">
            <a:avLst/>
          </a:prstGeom>
        </p:spPr>
      </p:pic>
      <p:pic>
        <p:nvPicPr>
          <p:cNvPr id="20" name="Picture 4"/>
          <p:cNvPicPr>
            <a:picLocks xmlns:a="http://schemas.openxmlformats.org/drawingml/2006/main" noChangeAspect="1"/>
          </p:cNvPicPr>
          <p:nvPr/>
        </p:nvPicPr>
        <p:blipFill>
          <a:blip xmlns:r="http://schemas.openxmlformats.org/officeDocument/2006/relationships" xmlns:a="http://schemas.openxmlformats.org/drawingml/2006/main" r:embed="R74d9c65198b745a9"/>
          <a:srcRect xmlns:a="http://schemas.openxmlformats.org/drawingml/2006/main" l="0" t="0" r="0" b="0"/>
          <a:stretch xmlns:a="http://schemas.openxmlformats.org/drawingml/2006/main">
            <a:fillRect l="0" t="0" r="0" b="0"/>
          </a:stretch>
        </p:blipFill>
        <p:spPr>
          <a:xfrm xmlns:a="http://schemas.openxmlformats.org/drawingml/2006/main">
            <a:off x="13343490" y="3468307"/>
            <a:ext cx="5444798" cy="3056318"/>
          </a:xfrm>
          <a:prstGeom xmlns:a="http://schemas.openxmlformats.org/drawingml/2006/main" prst="rect">
            <a:avLst/>
          </a:prstGeom>
          <a:ln xmlns:a="http://schemas.openxmlformats.org/drawingml/2006/main">
            <a:solidFill>
              <a:schemeClr val="tx1"/>
            </a:solidFill>
          </a:ln>
        </p:spPr>
      </p:pic>
      <p:pic>
        <p:nvPicPr>
          <p:cNvPr id="21" name="Image 9"/>
          <p:cNvPicPr>
            <a:picLocks xmlns:a="http://schemas.openxmlformats.org/drawingml/2006/main" noChangeAspect="1"/>
          </p:cNvPicPr>
          <p:nvPr/>
        </p:nvPicPr>
        <p:blipFill>
          <a:blip xmlns:r="http://schemas.openxmlformats.org/officeDocument/2006/relationships" xmlns:a="http://schemas.openxmlformats.org/drawingml/2006/main" r:embed="R7b59eaae06284562"/>
          <a:srcRect xmlns:a="http://schemas.openxmlformats.org/drawingml/2006/main" l="0" t="0" r="0" b="0"/>
          <a:stretch xmlns:a="http://schemas.openxmlformats.org/drawingml/2006/main"/>
        </p:blipFill>
        <p:spPr>
          <a:xfrm xmlns:a="http://schemas.openxmlformats.org/drawingml/2006/main">
            <a:off x="9259410" y="5289626"/>
            <a:ext cx="2280069" cy="1136009"/>
          </a:xfrm>
          <a:prstGeom xmlns:a="http://schemas.openxmlformats.org/drawingml/2006/main" prst="rect">
            <a:avLst/>
          </a:prstGeom>
        </p:spPr>
      </p:pic>
    </p:spTree>
    <p:extLst>
      <p:ext uri="{BB962C8B-B14F-4D97-AF65-F5344CB8AC3E}">
        <p14:creationId xmlns:p14="http://schemas.microsoft.com/office/powerpoint/2010/main" val="2103692398"/>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pic>
        <p:nvPicPr>
          <p:cNvPr id="12" name="Image 8"/>
          <p:cNvPicPr>
            <a:picLocks xmlns:a="http://schemas.openxmlformats.org/drawingml/2006/main" noChangeAspect="1"/>
          </p:cNvPicPr>
          <p:nvPr/>
        </p:nvPicPr>
        <p:blipFill>
          <a:blip xmlns:r="http://schemas.openxmlformats.org/officeDocument/2006/relationships" xmlns:a="http://schemas.openxmlformats.org/drawingml/2006/main" r:embed="R2eb995e1d8e548ad"/>
          <a:stretch xmlns:a="http://schemas.openxmlformats.org/drawingml/2006/main">
            <a:fillRect l="0" t="0" r="0" b="0"/>
          </a:stretch>
        </p:blipFill>
        <p:spPr>
          <a:xfrm xmlns:a="http://schemas.openxmlformats.org/drawingml/2006/main">
            <a:off x="6167437" y="3453507"/>
            <a:ext cx="5487987" cy="3086993"/>
          </a:xfrm>
          <a:prstGeom xmlns:a="http://schemas.openxmlformats.org/drawingml/2006/main" prst="rect">
            <a:avLst/>
          </a:prstGeom>
        </p:spPr>
      </p:pic>
      <p:sp>
        <p:nvSpPr>
          <p:cNvPr id="2" name="Espace réservé du contenu 1">
            <a:extLst xmlns:a="http://schemas.openxmlformats.org/drawingml/2006/main">
              <a:ext uri="{FF2B5EF4-FFF2-40B4-BE49-F238E27FC236}">
                <a16:creationId xmlns:a16="http://schemas.microsoft.com/office/drawing/2014/main" id="{1B7B5C50-ACC5-3FE1-23CD-746F2164275A}"/>
              </a:ext>
            </a:extLst>
          </p:cNvPr>
          <p:cNvSpPr>
            <a:spLocks xmlns:a="http://schemas.openxmlformats.org/drawingml/2006/main" noGrp="1"/>
          </p:cNvSpPr>
          <p:nvPr>
            <p:ph idx="13"/>
          </p:nvPr>
        </p:nvSpPr>
        <p:spPr>
          <a:xfrm xmlns:a="http://schemas.openxmlformats.org/drawingml/2006/main">
            <a:off x="550864" y="2256730"/>
            <a:ext cx="5473699" cy="1176204"/>
          </a:xfrm>
        </p:spPr>
        <p:txBody>
          <a:bodyPr xmlns:a="http://schemas.openxmlformats.org/drawingml/2006/main"/>
          <a:lstStyle xmlns:a="http://schemas.openxmlformats.org/drawingml/2006/main"/>
          <a:p xmlns:a="http://schemas.openxmlformats.org/drawingml/2006/main">
            <a:r>
              <a:rPr b="1"/>
              <a:t>Robotics</a:t>
            </a:r>
            <a:r>
              <a:rPr b="1"/>
              <a:t> and spinal stimulation restore </a:t>
            </a:r>
            <a:r>
              <a:rPr b="1"/>
              <a:t>movement</a:t>
            </a:r>
            <a:r>
              <a:rPr b="1"/>
              <a:t> in </a:t>
            </a:r>
            <a:r>
              <a:rPr b="1"/>
              <a:t>paralysis</a:t>
            </a:r>
            <a:endParaRPr b="1"/>
          </a:p>
          <a:p xmlns:a="http://schemas.openxmlformats.org/drawingml/2006/main">
            <a:r>
              <a:t>Prof. Grégoire Courtine</a:t>
            </a:r>
          </a:p>
        </p:txBody>
      </p:sp>
      <p:sp>
        <p:nvSpPr>
          <p:cNvPr id="3" name="Titre 2">
            <a:extLst xmlns:a="http://schemas.openxmlformats.org/drawingml/2006/main">
              <a:ext uri="{FF2B5EF4-FFF2-40B4-BE49-F238E27FC236}">
                <a16:creationId xmlns:a16="http://schemas.microsoft.com/office/drawing/2014/main" id="{551A9827-522F-1D21-35E9-17B3C5C698E4}"/>
              </a:ext>
            </a:extLst>
          </p:cNvPr>
          <p:cNvSpPr>
            <a:spLocks xmlns:a="http://schemas.openxmlformats.org/drawingml/2006/main" noGrp="1"/>
          </p:cNvSpPr>
          <p:nvPr>
            <p:ph type="title" idx="0"/>
          </p:nvPr>
        </p:nvSpPr>
        <p:spPr>
          <a:xfrm xmlns:a="http://schemas.openxmlformats.org/drawingml/2006/main">
            <a:off x="526000" y="628493"/>
            <a:ext cx="4537075" cy="1487213"/>
          </a:xfrm>
        </p:spPr>
        <p:txBody>
          <a:bodyPr xmlns:a="http://schemas.openxmlformats.org/drawingml/2006/main"/>
          <a:lstStyle xmlns:a="http://schemas.openxmlformats.org/drawingml/2006/main"/>
          <a:p xmlns:a="http://schemas.openxmlformats.org/drawingml/2006/main">
            <a:r>
              <a:t>Research</a:t>
            </a:r>
            <a:br/>
            <a:r>
              <a:rPr sz="3200" b="0"/>
              <a:t>NEURO</a:t>
            </a:r>
            <a:endParaRPr b="0"/>
          </a:p>
        </p:txBody>
      </p:sp>
      <p:sp>
        <p:nvSpPr>
          <p:cNvPr id="4" name="Espace réservé du contenu 3">
            <a:extLst xmlns:a="http://schemas.openxmlformats.org/drawingml/2006/main">
              <a:ext uri="{FF2B5EF4-FFF2-40B4-BE49-F238E27FC236}">
                <a16:creationId xmlns:a16="http://schemas.microsoft.com/office/drawing/2014/main" id="{50604A04-8657-C0F7-FE2C-43C7B72A2508}"/>
              </a:ext>
            </a:extLst>
          </p:cNvPr>
          <p:cNvSpPr>
            <a:spLocks xmlns:a="http://schemas.openxmlformats.org/drawingml/2006/main" noGrp="1"/>
          </p:cNvSpPr>
          <p:nvPr>
            <p:ph idx="14"/>
          </p:nvPr>
        </p:nvSpPr>
        <p:spPr>
          <a:xfrm xmlns:a="http://schemas.openxmlformats.org/drawingml/2006/main">
            <a:off x="6181726" y="2270589"/>
            <a:ext cx="5473699" cy="1181495"/>
          </a:xfrm>
        </p:spPr>
        <p:txBody>
          <a:bodyPr xmlns:a="http://schemas.openxmlformats.org/drawingml/2006/main"/>
          <a:lstStyle xmlns:a="http://schemas.openxmlformats.org/drawingml/2006/main"/>
          <a:p xmlns:a="http://schemas.openxmlformats.org/drawingml/2006/main">
            <a:r>
              <a:rPr b="1"/>
              <a:t>Soft </a:t>
            </a:r>
            <a:r>
              <a:rPr b="1"/>
              <a:t>brainstem</a:t>
            </a:r>
            <a:r>
              <a:rPr b="1"/>
              <a:t> implant </a:t>
            </a:r>
            <a:r>
              <a:rPr b="1"/>
              <a:t>delivers</a:t>
            </a:r>
            <a:r>
              <a:rPr b="1"/>
              <a:t> </a:t>
            </a:r>
            <a:br/>
            <a:r>
              <a:rPr b="1"/>
              <a:t>high-</a:t>
            </a:r>
            <a:r>
              <a:rPr b="1"/>
              <a:t>resolution</a:t>
            </a:r>
            <a:r>
              <a:rPr b="1"/>
              <a:t> </a:t>
            </a:r>
            <a:r>
              <a:rPr b="1"/>
              <a:t>hearing</a:t>
            </a:r>
            <a:endParaRPr b="1"/>
          </a:p>
          <a:p xmlns:a="http://schemas.openxmlformats.org/drawingml/2006/main">
            <a:r>
              <a:t>Prof. Stéphanie Lacour</a:t>
            </a:r>
          </a:p>
        </p:txBody>
      </p:sp>
      <p:sp>
        <p:nvSpPr>
          <p:cNvPr id="5" name="Espace réservé de la date 4">
            <a:extLst xmlns:a="http://schemas.openxmlformats.org/drawingml/2006/main">
              <a:ext uri="{FF2B5EF4-FFF2-40B4-BE49-F238E27FC236}">
                <a16:creationId xmlns:a16="http://schemas.microsoft.com/office/drawing/2014/main" id="{E92DBC4C-00A6-45F8-350D-9BDEACDDCE06}"/>
              </a:ext>
            </a:extLst>
          </p:cNvPr>
          <p:cNvSpPr>
            <a:spLocks xmlns:a="http://schemas.openxmlformats.org/drawingml/2006/main" noGrp="1"/>
          </p:cNvSpPr>
          <p:nvPr>
            <p:ph type="dt" idx="15"/>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6" name="Espace réservé du pied de page 5">
            <a:extLst xmlns:a="http://schemas.openxmlformats.org/drawingml/2006/main">
              <a:ext uri="{FF2B5EF4-FFF2-40B4-BE49-F238E27FC236}">
                <a16:creationId xmlns:a16="http://schemas.microsoft.com/office/drawing/2014/main" id="{01FB229D-C9CE-792B-7082-D1B0E8291476}"/>
              </a:ext>
            </a:extLst>
          </p:cNvPr>
          <p:cNvSpPr>
            <a:spLocks xmlns:a="http://schemas.openxmlformats.org/drawingml/2006/main" noGrp="1"/>
          </p:cNvSpPr>
          <p:nvPr>
            <p:ph type="ftr" idx="16"/>
          </p:nvPr>
        </p:nvSpPr>
        <p:spPr/>
        <p:txBody>
          <a:bodyPr xmlns:a="http://schemas.openxmlformats.org/drawingml/2006/main"/>
          <a:lstStyle xmlns:a="http://schemas.openxmlformats.org/drawingml/2006/main"/>
          <a:p xmlns:a="http://schemas.openxmlformats.org/drawingml/2006/main">
            <a:endParaRPr/>
          </a:p>
        </p:txBody>
      </p:sp>
      <p:sp>
        <p:nvSpPr>
          <p:cNvPr id="7" name="Espace réservé du numéro de diapositive 6">
            <a:extLst xmlns:a="http://schemas.openxmlformats.org/drawingml/2006/main">
              <a:ext uri="{FF2B5EF4-FFF2-40B4-BE49-F238E27FC236}">
                <a16:creationId xmlns:a16="http://schemas.microsoft.com/office/drawing/2014/main" id="{DA8843EF-6751-563D-2127-5E5085AE2778}"/>
              </a:ext>
            </a:extLst>
          </p:cNvPr>
          <p:cNvSpPr>
            <a:spLocks xmlns:a="http://schemas.openxmlformats.org/drawingml/2006/main" noGrp="1"/>
          </p:cNvSpPr>
          <p:nvPr>
            <p:ph type="sldNum" idx="17"/>
          </p:nvPr>
        </p:nvSpPr>
        <p:spPr/>
        <p:txBody>
          <a:bodyPr xmlns:a="http://schemas.openxmlformats.org/drawingml/2006/main"/>
          <a:lstStyle xmlns:a="http://schemas.openxmlformats.org/drawingml/2006/main"/>
          <a:p xmlns:a="http://schemas.openxmlformats.org/drawingml/2006/main">
            <a:fld id="{E1E1CD7C-2161-7D43-862E-CE4C333CD873}" type="slidenum">
              <a:t>37</a:t>
            </a:fld>
            <a:endParaRPr/>
          </a:p>
        </p:txBody>
      </p:sp>
      <p:pic>
        <p:nvPicPr>
          <p:cNvPr id="19" name="Picture 2"/>
          <p:cNvPicPr>
            <a:picLocks xmlns:a="http://schemas.openxmlformats.org/drawingml/2006/main" noChangeAspect="1"/>
          </p:cNvPicPr>
          <p:nvPr/>
        </p:nvPicPr>
        <p:blipFill>
          <a:blip xmlns:r="http://schemas.openxmlformats.org/officeDocument/2006/relationships" xmlns:a="http://schemas.openxmlformats.org/drawingml/2006/main" r:embed="R3bbdd15b373c4c85"/>
          <a:srcRect xmlns:a="http://schemas.openxmlformats.org/drawingml/2006/main" l="0" t="0" r="0" b="0"/>
          <a:stretch xmlns:a="http://schemas.openxmlformats.org/drawingml/2006/main">
            <a:fillRect l="0" t="0" r="0" b="0"/>
          </a:stretch>
        </p:blipFill>
        <p:spPr>
          <a:xfrm xmlns:a="http://schemas.openxmlformats.org/drawingml/2006/main">
            <a:off x="550864" y="3452084"/>
            <a:ext cx="5473699" cy="3072541"/>
          </a:xfrm>
          <a:prstGeom xmlns:a="http://schemas.openxmlformats.org/drawingml/2006/main" prst="rect">
            <a:avLst/>
          </a:prstGeom>
        </p:spPr>
      </p:pic>
      <p:pic>
        <p:nvPicPr>
          <p:cNvPr id="20" name="Picture 4"/>
          <p:cNvPicPr>
            <a:picLocks xmlns:a="http://schemas.openxmlformats.org/drawingml/2006/main" noChangeAspect="1"/>
          </p:cNvPicPr>
          <p:nvPr/>
        </p:nvPicPr>
        <p:blipFill>
          <a:blip xmlns:r="http://schemas.openxmlformats.org/officeDocument/2006/relationships" xmlns:a="http://schemas.openxmlformats.org/drawingml/2006/main" r:embed="R6263bd654ca642c5"/>
          <a:srcRect xmlns:a="http://schemas.openxmlformats.org/drawingml/2006/main" l="0" t="0" r="0" b="0"/>
          <a:stretch xmlns:a="http://schemas.openxmlformats.org/drawingml/2006/main">
            <a:fillRect l="0" t="0" r="0" b="0"/>
          </a:stretch>
        </p:blipFill>
        <p:spPr>
          <a:xfrm xmlns:a="http://schemas.openxmlformats.org/drawingml/2006/main">
            <a:off x="13343490" y="3468307"/>
            <a:ext cx="5444798" cy="3056318"/>
          </a:xfrm>
          <a:prstGeom xmlns:a="http://schemas.openxmlformats.org/drawingml/2006/main" prst="rect">
            <a:avLst/>
          </a:prstGeom>
          <a:ln xmlns:a="http://schemas.openxmlformats.org/drawingml/2006/main">
            <a:solidFill>
              <a:schemeClr val="tx1"/>
            </a:solidFill>
          </a:ln>
        </p:spPr>
      </p:pic>
      <p:pic>
        <p:nvPicPr>
          <p:cNvPr id="21" name="Image 9"/>
          <p:cNvPicPr>
            <a:picLocks xmlns:a="http://schemas.openxmlformats.org/drawingml/2006/main" noChangeAspect="1"/>
          </p:cNvPicPr>
          <p:nvPr/>
        </p:nvPicPr>
        <p:blipFill>
          <a:blip xmlns:r="http://schemas.openxmlformats.org/officeDocument/2006/relationships" xmlns:a="http://schemas.openxmlformats.org/drawingml/2006/main" r:embed="R71930595faef4bfc"/>
          <a:srcRect xmlns:a="http://schemas.openxmlformats.org/drawingml/2006/main" l="0" t="0" r="0" b="0"/>
          <a:stretch xmlns:a="http://schemas.openxmlformats.org/drawingml/2006/main"/>
        </p:blipFill>
        <p:spPr>
          <a:xfrm xmlns:a="http://schemas.openxmlformats.org/drawingml/2006/main">
            <a:off x="9259410" y="5289626"/>
            <a:ext cx="2280069" cy="1136009"/>
          </a:xfrm>
          <a:prstGeom xmlns:a="http://schemas.openxmlformats.org/drawingml/2006/main" prst="rect">
            <a:avLst/>
          </a:prstGeom>
        </p:spPr>
      </p:pic>
    </p:spTree>
    <p:extLst>
      <p:ext uri="{BB962C8B-B14F-4D97-AF65-F5344CB8AC3E}">
        <p14:creationId xmlns:p14="http://schemas.microsoft.com/office/powerpoint/2010/main" val="2103692398"/>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pic>
        <p:nvPicPr>
          <p:cNvPr id="12" name="Image 8"/>
          <p:cNvPicPr>
            <a:picLocks xmlns:a="http://schemas.openxmlformats.org/drawingml/2006/main" noChangeAspect="1"/>
          </p:cNvPicPr>
          <p:nvPr/>
        </p:nvPicPr>
        <p:blipFill>
          <a:blip xmlns:r="http://schemas.openxmlformats.org/officeDocument/2006/relationships" xmlns:a="http://schemas.openxmlformats.org/drawingml/2006/main" r:embed="R35a682f359c24cbc"/>
          <a:stretch xmlns:a="http://schemas.openxmlformats.org/drawingml/2006/main">
            <a:fillRect l="0" t="0" r="0" b="0"/>
          </a:stretch>
        </p:blipFill>
        <p:spPr>
          <a:xfrm xmlns:a="http://schemas.openxmlformats.org/drawingml/2006/main">
            <a:off x="6167437" y="3453507"/>
            <a:ext cx="5487987" cy="3086993"/>
          </a:xfrm>
          <a:prstGeom xmlns:a="http://schemas.openxmlformats.org/drawingml/2006/main" prst="rect">
            <a:avLst/>
          </a:prstGeom>
        </p:spPr>
      </p:pic>
      <p:sp>
        <p:nvSpPr>
          <p:cNvPr id="2" name="Espace réservé du contenu 1">
            <a:extLst xmlns:a="http://schemas.openxmlformats.org/drawingml/2006/main">
              <a:ext uri="{FF2B5EF4-FFF2-40B4-BE49-F238E27FC236}">
                <a16:creationId xmlns:a16="http://schemas.microsoft.com/office/drawing/2014/main" id="{1B7B5C50-ACC5-3FE1-23CD-746F2164275A}"/>
              </a:ext>
            </a:extLst>
          </p:cNvPr>
          <p:cNvSpPr>
            <a:spLocks xmlns:a="http://schemas.openxmlformats.org/drawingml/2006/main" noGrp="1"/>
          </p:cNvSpPr>
          <p:nvPr>
            <p:ph idx="13"/>
          </p:nvPr>
        </p:nvSpPr>
        <p:spPr>
          <a:xfrm xmlns:a="http://schemas.openxmlformats.org/drawingml/2006/main">
            <a:off x="550864" y="2256730"/>
            <a:ext cx="5473699" cy="1176204"/>
          </a:xfrm>
        </p:spPr>
        <p:txBody>
          <a:bodyPr xmlns:a="http://schemas.openxmlformats.org/drawingml/2006/main"/>
          <a:lstStyle xmlns:a="http://schemas.openxmlformats.org/drawingml/2006/main"/>
          <a:p xmlns:a="http://schemas.openxmlformats.org/drawingml/2006/main">
            <a:r>
              <a:rPr b="1"/>
              <a:t>Robotics</a:t>
            </a:r>
            <a:r>
              <a:rPr b="1"/>
              <a:t> and spinal stimulation restore </a:t>
            </a:r>
            <a:r>
              <a:rPr b="1"/>
              <a:t>movement</a:t>
            </a:r>
            <a:r>
              <a:rPr b="1"/>
              <a:t> in </a:t>
            </a:r>
            <a:r>
              <a:rPr b="1"/>
              <a:t>paralysis</a:t>
            </a:r>
            <a:endParaRPr b="1"/>
          </a:p>
          <a:p xmlns:a="http://schemas.openxmlformats.org/drawingml/2006/main">
            <a:r>
              <a:t>Prof. Grégoire Courtine</a:t>
            </a:r>
          </a:p>
        </p:txBody>
      </p:sp>
      <p:sp>
        <p:nvSpPr>
          <p:cNvPr id="3" name="Titre 2">
            <a:extLst xmlns:a="http://schemas.openxmlformats.org/drawingml/2006/main">
              <a:ext uri="{FF2B5EF4-FFF2-40B4-BE49-F238E27FC236}">
                <a16:creationId xmlns:a16="http://schemas.microsoft.com/office/drawing/2014/main" id="{551A9827-522F-1D21-35E9-17B3C5C698E4}"/>
              </a:ext>
            </a:extLst>
          </p:cNvPr>
          <p:cNvSpPr>
            <a:spLocks xmlns:a="http://schemas.openxmlformats.org/drawingml/2006/main" noGrp="1"/>
          </p:cNvSpPr>
          <p:nvPr>
            <p:ph type="title" idx="0"/>
          </p:nvPr>
        </p:nvSpPr>
        <p:spPr>
          <a:xfrm xmlns:a="http://schemas.openxmlformats.org/drawingml/2006/main">
            <a:off x="526000" y="628493"/>
            <a:ext cx="4537075" cy="1487213"/>
          </a:xfrm>
        </p:spPr>
        <p:txBody>
          <a:bodyPr xmlns:a="http://schemas.openxmlformats.org/drawingml/2006/main"/>
          <a:lstStyle xmlns:a="http://schemas.openxmlformats.org/drawingml/2006/main"/>
          <a:p xmlns:a="http://schemas.openxmlformats.org/drawingml/2006/main">
            <a:r>
              <a:t>Research</a:t>
            </a:r>
            <a:br/>
            <a:r>
              <a:rPr sz="3200" b="0"/>
              <a:t>NEURO</a:t>
            </a:r>
            <a:endParaRPr b="0"/>
          </a:p>
        </p:txBody>
      </p:sp>
      <p:sp>
        <p:nvSpPr>
          <p:cNvPr id="4" name="Espace réservé du contenu 3">
            <a:extLst xmlns:a="http://schemas.openxmlformats.org/drawingml/2006/main">
              <a:ext uri="{FF2B5EF4-FFF2-40B4-BE49-F238E27FC236}">
                <a16:creationId xmlns:a16="http://schemas.microsoft.com/office/drawing/2014/main" id="{50604A04-8657-C0F7-FE2C-43C7B72A2508}"/>
              </a:ext>
            </a:extLst>
          </p:cNvPr>
          <p:cNvSpPr>
            <a:spLocks xmlns:a="http://schemas.openxmlformats.org/drawingml/2006/main" noGrp="1"/>
          </p:cNvSpPr>
          <p:nvPr>
            <p:ph idx="14"/>
          </p:nvPr>
        </p:nvSpPr>
        <p:spPr>
          <a:xfrm xmlns:a="http://schemas.openxmlformats.org/drawingml/2006/main">
            <a:off x="6181726" y="2270589"/>
            <a:ext cx="5473699" cy="1181495"/>
          </a:xfrm>
        </p:spPr>
        <p:txBody>
          <a:bodyPr xmlns:a="http://schemas.openxmlformats.org/drawingml/2006/main"/>
          <a:lstStyle xmlns:a="http://schemas.openxmlformats.org/drawingml/2006/main"/>
          <a:p xmlns:a="http://schemas.openxmlformats.org/drawingml/2006/main">
            <a:r>
              <a:rPr b="1"/>
              <a:t>Soft </a:t>
            </a:r>
            <a:r>
              <a:rPr b="1"/>
              <a:t>brainstem</a:t>
            </a:r>
            <a:r>
              <a:rPr b="1"/>
              <a:t> implant </a:t>
            </a:r>
            <a:r>
              <a:rPr b="1"/>
              <a:t>delivers</a:t>
            </a:r>
            <a:r>
              <a:rPr b="1"/>
              <a:t> </a:t>
            </a:r>
            <a:br/>
            <a:r>
              <a:rPr b="1"/>
              <a:t>high-</a:t>
            </a:r>
            <a:r>
              <a:rPr b="1"/>
              <a:t>resolution</a:t>
            </a:r>
            <a:r>
              <a:rPr b="1"/>
              <a:t> </a:t>
            </a:r>
            <a:r>
              <a:rPr b="1"/>
              <a:t>hearing</a:t>
            </a:r>
            <a:endParaRPr b="1"/>
          </a:p>
          <a:p xmlns:a="http://schemas.openxmlformats.org/drawingml/2006/main">
            <a:r>
              <a:t>Prof. Stéphanie Lacour</a:t>
            </a:r>
          </a:p>
        </p:txBody>
      </p:sp>
      <p:sp>
        <p:nvSpPr>
          <p:cNvPr id="5" name="Espace réservé de la date 4">
            <a:extLst xmlns:a="http://schemas.openxmlformats.org/drawingml/2006/main">
              <a:ext uri="{FF2B5EF4-FFF2-40B4-BE49-F238E27FC236}">
                <a16:creationId xmlns:a16="http://schemas.microsoft.com/office/drawing/2014/main" id="{E92DBC4C-00A6-45F8-350D-9BDEACDDCE06}"/>
              </a:ext>
            </a:extLst>
          </p:cNvPr>
          <p:cNvSpPr>
            <a:spLocks xmlns:a="http://schemas.openxmlformats.org/drawingml/2006/main" noGrp="1"/>
          </p:cNvSpPr>
          <p:nvPr>
            <p:ph type="dt" idx="15"/>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6" name="Espace réservé du pied de page 5">
            <a:extLst xmlns:a="http://schemas.openxmlformats.org/drawingml/2006/main">
              <a:ext uri="{FF2B5EF4-FFF2-40B4-BE49-F238E27FC236}">
                <a16:creationId xmlns:a16="http://schemas.microsoft.com/office/drawing/2014/main" id="{01FB229D-C9CE-792B-7082-D1B0E8291476}"/>
              </a:ext>
            </a:extLst>
          </p:cNvPr>
          <p:cNvSpPr>
            <a:spLocks xmlns:a="http://schemas.openxmlformats.org/drawingml/2006/main" noGrp="1"/>
          </p:cNvSpPr>
          <p:nvPr>
            <p:ph type="ftr" idx="16"/>
          </p:nvPr>
        </p:nvSpPr>
        <p:spPr/>
        <p:txBody>
          <a:bodyPr xmlns:a="http://schemas.openxmlformats.org/drawingml/2006/main"/>
          <a:lstStyle xmlns:a="http://schemas.openxmlformats.org/drawingml/2006/main"/>
          <a:p xmlns:a="http://schemas.openxmlformats.org/drawingml/2006/main">
            <a:endParaRPr/>
          </a:p>
        </p:txBody>
      </p:sp>
      <p:sp>
        <p:nvSpPr>
          <p:cNvPr id="7" name="Espace réservé du numéro de diapositive 6">
            <a:extLst xmlns:a="http://schemas.openxmlformats.org/drawingml/2006/main">
              <a:ext uri="{FF2B5EF4-FFF2-40B4-BE49-F238E27FC236}">
                <a16:creationId xmlns:a16="http://schemas.microsoft.com/office/drawing/2014/main" id="{DA8843EF-6751-563D-2127-5E5085AE2778}"/>
              </a:ext>
            </a:extLst>
          </p:cNvPr>
          <p:cNvSpPr>
            <a:spLocks xmlns:a="http://schemas.openxmlformats.org/drawingml/2006/main" noGrp="1"/>
          </p:cNvSpPr>
          <p:nvPr>
            <p:ph type="sldNum" idx="17"/>
          </p:nvPr>
        </p:nvSpPr>
        <p:spPr/>
        <p:txBody>
          <a:bodyPr xmlns:a="http://schemas.openxmlformats.org/drawingml/2006/main"/>
          <a:lstStyle xmlns:a="http://schemas.openxmlformats.org/drawingml/2006/main"/>
          <a:p xmlns:a="http://schemas.openxmlformats.org/drawingml/2006/main">
            <a:fld id="{E1E1CD7C-2161-7D43-862E-CE4C333CD873}" type="slidenum">
              <a:t>37</a:t>
            </a:fld>
            <a:endParaRPr/>
          </a:p>
        </p:txBody>
      </p:sp>
      <p:pic>
        <p:nvPicPr>
          <p:cNvPr id="19" name="Picture 2"/>
          <p:cNvPicPr>
            <a:picLocks xmlns:a="http://schemas.openxmlformats.org/drawingml/2006/main" noChangeAspect="1"/>
          </p:cNvPicPr>
          <p:nvPr/>
        </p:nvPicPr>
        <p:blipFill>
          <a:blip xmlns:r="http://schemas.openxmlformats.org/officeDocument/2006/relationships" xmlns:a="http://schemas.openxmlformats.org/drawingml/2006/main" r:embed="Rd14c534302a443ab"/>
          <a:srcRect xmlns:a="http://schemas.openxmlformats.org/drawingml/2006/main" l="0" t="0" r="0" b="0"/>
          <a:stretch xmlns:a="http://schemas.openxmlformats.org/drawingml/2006/main">
            <a:fillRect l="0" t="0" r="0" b="0"/>
          </a:stretch>
        </p:blipFill>
        <p:spPr>
          <a:xfrm xmlns:a="http://schemas.openxmlformats.org/drawingml/2006/main">
            <a:off x="550864" y="3452084"/>
            <a:ext cx="5473699" cy="3072541"/>
          </a:xfrm>
          <a:prstGeom xmlns:a="http://schemas.openxmlformats.org/drawingml/2006/main" prst="rect">
            <a:avLst/>
          </a:prstGeom>
        </p:spPr>
      </p:pic>
      <p:pic>
        <p:nvPicPr>
          <p:cNvPr id="20" name="Picture 4"/>
          <p:cNvPicPr>
            <a:picLocks xmlns:a="http://schemas.openxmlformats.org/drawingml/2006/main" noChangeAspect="1"/>
          </p:cNvPicPr>
          <p:nvPr/>
        </p:nvPicPr>
        <p:blipFill>
          <a:blip xmlns:r="http://schemas.openxmlformats.org/officeDocument/2006/relationships" xmlns:a="http://schemas.openxmlformats.org/drawingml/2006/main" r:embed="R058e781efeab422b"/>
          <a:srcRect xmlns:a="http://schemas.openxmlformats.org/drawingml/2006/main" l="0" t="0" r="0" b="0"/>
          <a:stretch xmlns:a="http://schemas.openxmlformats.org/drawingml/2006/main">
            <a:fillRect l="0" t="0" r="0" b="0"/>
          </a:stretch>
        </p:blipFill>
        <p:spPr>
          <a:xfrm xmlns:a="http://schemas.openxmlformats.org/drawingml/2006/main">
            <a:off x="13343490" y="3468307"/>
            <a:ext cx="5444798" cy="3056318"/>
          </a:xfrm>
          <a:prstGeom xmlns:a="http://schemas.openxmlformats.org/drawingml/2006/main" prst="rect">
            <a:avLst/>
          </a:prstGeom>
          <a:ln xmlns:a="http://schemas.openxmlformats.org/drawingml/2006/main">
            <a:solidFill>
              <a:schemeClr val="tx1"/>
            </a:solidFill>
          </a:ln>
        </p:spPr>
      </p:pic>
      <p:pic>
        <p:nvPicPr>
          <p:cNvPr id="21" name="Image 9"/>
          <p:cNvPicPr>
            <a:picLocks xmlns:a="http://schemas.openxmlformats.org/drawingml/2006/main" noChangeAspect="1"/>
          </p:cNvPicPr>
          <p:nvPr/>
        </p:nvPicPr>
        <p:blipFill>
          <a:blip xmlns:r="http://schemas.openxmlformats.org/officeDocument/2006/relationships" xmlns:a="http://schemas.openxmlformats.org/drawingml/2006/main" r:embed="Rf64ddf1729654441"/>
          <a:srcRect xmlns:a="http://schemas.openxmlformats.org/drawingml/2006/main" l="0" t="0" r="0" b="0"/>
          <a:stretch xmlns:a="http://schemas.openxmlformats.org/drawingml/2006/main"/>
        </p:blipFill>
        <p:spPr>
          <a:xfrm xmlns:a="http://schemas.openxmlformats.org/drawingml/2006/main">
            <a:off x="9259410" y="5289626"/>
            <a:ext cx="2280069" cy="1136009"/>
          </a:xfrm>
          <a:prstGeom xmlns:a="http://schemas.openxmlformats.org/drawingml/2006/main" prst="rect">
            <a:avLst/>
          </a:prstGeom>
        </p:spPr>
      </p:pic>
    </p:spTree>
    <p:extLst>
      <p:ext uri="{BB962C8B-B14F-4D97-AF65-F5344CB8AC3E}">
        <p14:creationId xmlns:p14="http://schemas.microsoft.com/office/powerpoint/2010/main" val="2103692398"/>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pic>
        <p:nvPicPr>
          <p:cNvPr id="12" name="Image 8"/>
          <p:cNvPicPr>
            <a:picLocks xmlns:a="http://schemas.openxmlformats.org/drawingml/2006/main" noChangeAspect="1"/>
          </p:cNvPicPr>
          <p:nvPr/>
        </p:nvPicPr>
        <p:blipFill>
          <a:blip xmlns:r="http://schemas.openxmlformats.org/officeDocument/2006/relationships" xmlns:a="http://schemas.openxmlformats.org/drawingml/2006/main" r:embed="R5d67e55ffdd14b32"/>
          <a:stretch xmlns:a="http://schemas.openxmlformats.org/drawingml/2006/main">
            <a:fillRect l="0" t="0" r="0" b="0"/>
          </a:stretch>
        </p:blipFill>
        <p:spPr>
          <a:xfrm xmlns:a="http://schemas.openxmlformats.org/drawingml/2006/main">
            <a:off x="6167437" y="3453507"/>
            <a:ext cx="5487987" cy="3086993"/>
          </a:xfrm>
          <a:prstGeom xmlns:a="http://schemas.openxmlformats.org/drawingml/2006/main" prst="rect">
            <a:avLst/>
          </a:prstGeom>
        </p:spPr>
      </p:pic>
      <p:sp>
        <p:nvSpPr>
          <p:cNvPr id="2" name="Espace réservé du contenu 1">
            <a:extLst xmlns:a="http://schemas.openxmlformats.org/drawingml/2006/main">
              <a:ext uri="{FF2B5EF4-FFF2-40B4-BE49-F238E27FC236}">
                <a16:creationId xmlns:a16="http://schemas.microsoft.com/office/drawing/2014/main" id="{1B7B5C50-ACC5-3FE1-23CD-746F2164275A}"/>
              </a:ext>
            </a:extLst>
          </p:cNvPr>
          <p:cNvSpPr>
            <a:spLocks xmlns:a="http://schemas.openxmlformats.org/drawingml/2006/main" noGrp="1"/>
          </p:cNvSpPr>
          <p:nvPr>
            <p:ph idx="13"/>
          </p:nvPr>
        </p:nvSpPr>
        <p:spPr>
          <a:xfrm xmlns:a="http://schemas.openxmlformats.org/drawingml/2006/main">
            <a:off x="550864" y="2256730"/>
            <a:ext cx="5473699" cy="1176204"/>
          </a:xfrm>
        </p:spPr>
        <p:txBody>
          <a:bodyPr xmlns:a="http://schemas.openxmlformats.org/drawingml/2006/main"/>
          <a:lstStyle xmlns:a="http://schemas.openxmlformats.org/drawingml/2006/main"/>
          <a:p xmlns:a="http://schemas.openxmlformats.org/drawingml/2006/main">
            <a:r>
              <a:rPr b="1"/>
              <a:t>Robotics</a:t>
            </a:r>
            <a:r>
              <a:rPr b="1"/>
              <a:t> and spinal stimulation restore </a:t>
            </a:r>
            <a:r>
              <a:rPr b="1"/>
              <a:t>movement</a:t>
            </a:r>
            <a:r>
              <a:rPr b="1"/>
              <a:t> in </a:t>
            </a:r>
            <a:r>
              <a:rPr b="1"/>
              <a:t>paralysis</a:t>
            </a:r>
            <a:endParaRPr b="1"/>
          </a:p>
          <a:p xmlns:a="http://schemas.openxmlformats.org/drawingml/2006/main">
            <a:r>
              <a:t>Prof. Grégoire Courtine</a:t>
            </a:r>
          </a:p>
        </p:txBody>
      </p:sp>
      <p:sp>
        <p:nvSpPr>
          <p:cNvPr id="3" name="Titre 2">
            <a:extLst xmlns:a="http://schemas.openxmlformats.org/drawingml/2006/main">
              <a:ext uri="{FF2B5EF4-FFF2-40B4-BE49-F238E27FC236}">
                <a16:creationId xmlns:a16="http://schemas.microsoft.com/office/drawing/2014/main" id="{551A9827-522F-1D21-35E9-17B3C5C698E4}"/>
              </a:ext>
            </a:extLst>
          </p:cNvPr>
          <p:cNvSpPr>
            <a:spLocks xmlns:a="http://schemas.openxmlformats.org/drawingml/2006/main" noGrp="1"/>
          </p:cNvSpPr>
          <p:nvPr>
            <p:ph type="title" idx="0"/>
          </p:nvPr>
        </p:nvSpPr>
        <p:spPr>
          <a:xfrm xmlns:a="http://schemas.openxmlformats.org/drawingml/2006/main">
            <a:off x="526000" y="628493"/>
            <a:ext cx="4537075" cy="1487213"/>
          </a:xfrm>
        </p:spPr>
        <p:txBody>
          <a:bodyPr xmlns:a="http://schemas.openxmlformats.org/drawingml/2006/main"/>
          <a:lstStyle xmlns:a="http://schemas.openxmlformats.org/drawingml/2006/main"/>
          <a:p xmlns:a="http://schemas.openxmlformats.org/drawingml/2006/main">
            <a:r>
              <a:t>Research</a:t>
            </a:r>
            <a:br/>
            <a:r>
              <a:rPr sz="3200" b="0"/>
              <a:t>NEURO</a:t>
            </a:r>
            <a:endParaRPr b="0"/>
          </a:p>
        </p:txBody>
      </p:sp>
      <p:sp>
        <p:nvSpPr>
          <p:cNvPr id="4" name="Espace réservé du contenu 3">
            <a:extLst xmlns:a="http://schemas.openxmlformats.org/drawingml/2006/main">
              <a:ext uri="{FF2B5EF4-FFF2-40B4-BE49-F238E27FC236}">
                <a16:creationId xmlns:a16="http://schemas.microsoft.com/office/drawing/2014/main" id="{50604A04-8657-C0F7-FE2C-43C7B72A2508}"/>
              </a:ext>
            </a:extLst>
          </p:cNvPr>
          <p:cNvSpPr>
            <a:spLocks xmlns:a="http://schemas.openxmlformats.org/drawingml/2006/main" noGrp="1"/>
          </p:cNvSpPr>
          <p:nvPr>
            <p:ph idx="14"/>
          </p:nvPr>
        </p:nvSpPr>
        <p:spPr>
          <a:xfrm xmlns:a="http://schemas.openxmlformats.org/drawingml/2006/main">
            <a:off x="6181726" y="2270589"/>
            <a:ext cx="5473699" cy="1181495"/>
          </a:xfrm>
        </p:spPr>
        <p:txBody>
          <a:bodyPr xmlns:a="http://schemas.openxmlformats.org/drawingml/2006/main"/>
          <a:lstStyle xmlns:a="http://schemas.openxmlformats.org/drawingml/2006/main"/>
          <a:p xmlns:a="http://schemas.openxmlformats.org/drawingml/2006/main">
            <a:r>
              <a:rPr b="1"/>
              <a:t>Soft </a:t>
            </a:r>
            <a:r>
              <a:rPr b="1"/>
              <a:t>brainstem</a:t>
            </a:r>
            <a:r>
              <a:rPr b="1"/>
              <a:t> implant </a:t>
            </a:r>
            <a:r>
              <a:rPr b="1"/>
              <a:t>delivers</a:t>
            </a:r>
            <a:r>
              <a:rPr b="1"/>
              <a:t> </a:t>
            </a:r>
            <a:br/>
            <a:r>
              <a:rPr b="1"/>
              <a:t>high-</a:t>
            </a:r>
            <a:r>
              <a:rPr b="1"/>
              <a:t>resolution</a:t>
            </a:r>
            <a:r>
              <a:rPr b="1"/>
              <a:t> </a:t>
            </a:r>
            <a:r>
              <a:rPr b="1"/>
              <a:t>hearing</a:t>
            </a:r>
            <a:endParaRPr b="1"/>
          </a:p>
          <a:p xmlns:a="http://schemas.openxmlformats.org/drawingml/2006/main">
            <a:r>
              <a:t>Prof. Stéphanie Lacour</a:t>
            </a:r>
          </a:p>
        </p:txBody>
      </p:sp>
      <p:sp>
        <p:nvSpPr>
          <p:cNvPr id="5" name="Espace réservé de la date 4">
            <a:extLst xmlns:a="http://schemas.openxmlformats.org/drawingml/2006/main">
              <a:ext uri="{FF2B5EF4-FFF2-40B4-BE49-F238E27FC236}">
                <a16:creationId xmlns:a16="http://schemas.microsoft.com/office/drawing/2014/main" id="{E92DBC4C-00A6-45F8-350D-9BDEACDDCE06}"/>
              </a:ext>
            </a:extLst>
          </p:cNvPr>
          <p:cNvSpPr>
            <a:spLocks xmlns:a="http://schemas.openxmlformats.org/drawingml/2006/main" noGrp="1"/>
          </p:cNvSpPr>
          <p:nvPr>
            <p:ph type="dt" idx="15"/>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6" name="Espace réservé du pied de page 5">
            <a:extLst xmlns:a="http://schemas.openxmlformats.org/drawingml/2006/main">
              <a:ext uri="{FF2B5EF4-FFF2-40B4-BE49-F238E27FC236}">
                <a16:creationId xmlns:a16="http://schemas.microsoft.com/office/drawing/2014/main" id="{01FB229D-C9CE-792B-7082-D1B0E8291476}"/>
              </a:ext>
            </a:extLst>
          </p:cNvPr>
          <p:cNvSpPr>
            <a:spLocks xmlns:a="http://schemas.openxmlformats.org/drawingml/2006/main" noGrp="1"/>
          </p:cNvSpPr>
          <p:nvPr>
            <p:ph type="ftr" idx="16"/>
          </p:nvPr>
        </p:nvSpPr>
        <p:spPr/>
        <p:txBody>
          <a:bodyPr xmlns:a="http://schemas.openxmlformats.org/drawingml/2006/main"/>
          <a:lstStyle xmlns:a="http://schemas.openxmlformats.org/drawingml/2006/main"/>
          <a:p xmlns:a="http://schemas.openxmlformats.org/drawingml/2006/main">
            <a:endParaRPr/>
          </a:p>
        </p:txBody>
      </p:sp>
      <p:sp>
        <p:nvSpPr>
          <p:cNvPr id="7" name="Espace réservé du numéro de diapositive 6">
            <a:extLst xmlns:a="http://schemas.openxmlformats.org/drawingml/2006/main">
              <a:ext uri="{FF2B5EF4-FFF2-40B4-BE49-F238E27FC236}">
                <a16:creationId xmlns:a16="http://schemas.microsoft.com/office/drawing/2014/main" id="{DA8843EF-6751-563D-2127-5E5085AE2778}"/>
              </a:ext>
            </a:extLst>
          </p:cNvPr>
          <p:cNvSpPr>
            <a:spLocks xmlns:a="http://schemas.openxmlformats.org/drawingml/2006/main" noGrp="1"/>
          </p:cNvSpPr>
          <p:nvPr>
            <p:ph type="sldNum" idx="17"/>
          </p:nvPr>
        </p:nvSpPr>
        <p:spPr/>
        <p:txBody>
          <a:bodyPr xmlns:a="http://schemas.openxmlformats.org/drawingml/2006/main"/>
          <a:lstStyle xmlns:a="http://schemas.openxmlformats.org/drawingml/2006/main"/>
          <a:p xmlns:a="http://schemas.openxmlformats.org/drawingml/2006/main">
            <a:fld id="{E1E1CD7C-2161-7D43-862E-CE4C333CD873}" type="slidenum">
              <a:t>37</a:t>
            </a:fld>
            <a:endParaRPr/>
          </a:p>
        </p:txBody>
      </p:sp>
      <p:pic>
        <p:nvPicPr>
          <p:cNvPr id="19" name="Picture 2"/>
          <p:cNvPicPr>
            <a:picLocks xmlns:a="http://schemas.openxmlformats.org/drawingml/2006/main" noChangeAspect="1"/>
          </p:cNvPicPr>
          <p:nvPr/>
        </p:nvPicPr>
        <p:blipFill>
          <a:blip xmlns:r="http://schemas.openxmlformats.org/officeDocument/2006/relationships" xmlns:a="http://schemas.openxmlformats.org/drawingml/2006/main" r:embed="R40507693e6e845ee"/>
          <a:srcRect xmlns:a="http://schemas.openxmlformats.org/drawingml/2006/main" l="0" t="0" r="0" b="0"/>
          <a:stretch xmlns:a="http://schemas.openxmlformats.org/drawingml/2006/main">
            <a:fillRect l="0" t="0" r="0" b="0"/>
          </a:stretch>
        </p:blipFill>
        <p:spPr>
          <a:xfrm xmlns:a="http://schemas.openxmlformats.org/drawingml/2006/main">
            <a:off x="550864" y="3452084"/>
            <a:ext cx="5473699" cy="3072541"/>
          </a:xfrm>
          <a:prstGeom xmlns:a="http://schemas.openxmlformats.org/drawingml/2006/main" prst="rect">
            <a:avLst/>
          </a:prstGeom>
        </p:spPr>
      </p:pic>
      <p:pic>
        <p:nvPicPr>
          <p:cNvPr id="20" name="Picture 4"/>
          <p:cNvPicPr>
            <a:picLocks xmlns:a="http://schemas.openxmlformats.org/drawingml/2006/main" noChangeAspect="1"/>
          </p:cNvPicPr>
          <p:nvPr/>
        </p:nvPicPr>
        <p:blipFill>
          <a:blip xmlns:r="http://schemas.openxmlformats.org/officeDocument/2006/relationships" xmlns:a="http://schemas.openxmlformats.org/drawingml/2006/main" r:embed="R23aebc048762404a"/>
          <a:srcRect xmlns:a="http://schemas.openxmlformats.org/drawingml/2006/main" l="0" t="0" r="0" b="0"/>
          <a:stretch xmlns:a="http://schemas.openxmlformats.org/drawingml/2006/main">
            <a:fillRect l="0" t="0" r="0" b="0"/>
          </a:stretch>
        </p:blipFill>
        <p:spPr>
          <a:xfrm xmlns:a="http://schemas.openxmlformats.org/drawingml/2006/main">
            <a:off x="13343490" y="3468307"/>
            <a:ext cx="5444798" cy="3056318"/>
          </a:xfrm>
          <a:prstGeom xmlns:a="http://schemas.openxmlformats.org/drawingml/2006/main" prst="rect">
            <a:avLst/>
          </a:prstGeom>
          <a:ln xmlns:a="http://schemas.openxmlformats.org/drawingml/2006/main">
            <a:solidFill>
              <a:schemeClr val="tx1"/>
            </a:solidFill>
          </a:ln>
        </p:spPr>
      </p:pic>
      <p:pic>
        <p:nvPicPr>
          <p:cNvPr id="21" name="Image 9"/>
          <p:cNvPicPr>
            <a:picLocks xmlns:a="http://schemas.openxmlformats.org/drawingml/2006/main" noChangeAspect="1"/>
          </p:cNvPicPr>
          <p:nvPr/>
        </p:nvPicPr>
        <p:blipFill>
          <a:blip xmlns:r="http://schemas.openxmlformats.org/officeDocument/2006/relationships" xmlns:a="http://schemas.openxmlformats.org/drawingml/2006/main" r:embed="R888bc1c9f39a4731"/>
          <a:srcRect xmlns:a="http://schemas.openxmlformats.org/drawingml/2006/main" l="0" t="0" r="0" b="0"/>
          <a:stretch xmlns:a="http://schemas.openxmlformats.org/drawingml/2006/main"/>
        </p:blipFill>
        <p:spPr>
          <a:xfrm xmlns:a="http://schemas.openxmlformats.org/drawingml/2006/main">
            <a:off x="9259410" y="5289626"/>
            <a:ext cx="2280069" cy="1136009"/>
          </a:xfrm>
          <a:prstGeom xmlns:a="http://schemas.openxmlformats.org/drawingml/2006/main" prst="rect">
            <a:avLst/>
          </a:prstGeom>
        </p:spPr>
      </p:pic>
    </p:spTree>
    <p:extLst>
      <p:ext uri="{BB962C8B-B14F-4D97-AF65-F5344CB8AC3E}">
        <p14:creationId xmlns:p14="http://schemas.microsoft.com/office/powerpoint/2010/main" val="2103692398"/>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8" name="Espace réservé du contenu 7">
            <a:extLst xmlns:a="http://schemas.openxmlformats.org/drawingml/2006/main">
              <a:ext uri="{FF2B5EF4-FFF2-40B4-BE49-F238E27FC236}">
                <a16:creationId xmlns:a16="http://schemas.microsoft.com/office/drawing/2014/main" id="{95B38E6A-894B-9D07-BE3B-95F52F97B0EF}"/>
              </a:ext>
            </a:extLst>
          </p:cNvPr>
          <p:cNvSpPr>
            <a:spLocks xmlns:a="http://schemas.openxmlformats.org/drawingml/2006/main" noGrp="1"/>
          </p:cNvSpPr>
          <p:nvPr>
            <p:ph idx="1"/>
          </p:nvPr>
        </p:nvSpPr>
        <p:spPr>
          <a:xfrm xmlns:a="http://schemas.openxmlformats.org/drawingml/2006/main">
            <a:off x="550863" y="3429000"/>
            <a:ext cx="3744912" cy="3095625"/>
          </a:xfrm>
        </p:spPr>
        <p:txBody>
          <a:bodyPr xmlns:a="http://schemas.openxmlformats.org/drawingml/2006/main">
            <a:normAutofit/>
          </a:bodyPr>
          <a:lstStyle xmlns:a="http://schemas.openxmlformats.org/drawingml/2006/main"/>
          <a:p xmlns:a="http://schemas.openxmlformats.org/drawingml/2006/main">
            <a:pPr marL="0" indent="0">
              <a:buNone/>
            </a:pPr>
            <a:r>
              <a:rPr b="1"/>
              <a:t>Challenge: to translate </a:t>
            </a:r>
            <a:r>
              <a:rPr b="1"/>
              <a:t>research</a:t>
            </a:r>
            <a:r>
              <a:rPr b="1"/>
              <a:t> </a:t>
            </a:r>
            <a:r>
              <a:rPr b="1"/>
              <a:t>into</a:t>
            </a:r>
            <a:r>
              <a:rPr b="1"/>
              <a:t> solution </a:t>
            </a:r>
            <a:r>
              <a:rPr b="1"/>
              <a:t>with</a:t>
            </a:r>
            <a:r>
              <a:rPr b="1"/>
              <a:t> real impact </a:t>
            </a:r>
          </a:p>
          <a:p xmlns:a="http://schemas.openxmlformats.org/drawingml/2006/main">
            <a:r>
              <a:rPr sz="2000"/>
              <a:t>We</a:t>
            </a:r>
            <a:r>
              <a:rPr sz="2000"/>
              <a:t> </a:t>
            </a:r>
            <a:r>
              <a:rPr sz="2000"/>
              <a:t>need</a:t>
            </a:r>
            <a:r>
              <a:rPr sz="2000"/>
              <a:t> to </a:t>
            </a:r>
            <a:r>
              <a:rPr sz="2000"/>
              <a:t>accelerate</a:t>
            </a:r>
            <a:r>
              <a:rPr sz="2000"/>
              <a:t> the </a:t>
            </a:r>
            <a:r>
              <a:rPr sz="2000"/>
              <a:t>societal</a:t>
            </a:r>
            <a:r>
              <a:rPr sz="2000"/>
              <a:t> adoption of </a:t>
            </a:r>
            <a:r>
              <a:rPr sz="2000"/>
              <a:t>academic</a:t>
            </a:r>
            <a:r>
              <a:rPr sz="2000"/>
              <a:t> </a:t>
            </a:r>
            <a:r>
              <a:rPr sz="2000"/>
              <a:t>research</a:t>
            </a:r>
            <a:r>
              <a:rPr sz="2000"/>
              <a:t> </a:t>
            </a:r>
            <a:r>
              <a:rPr sz="2000"/>
              <a:t>through</a:t>
            </a:r>
            <a:r>
              <a:rPr sz="2000"/>
              <a:t> efficient commercial translation of disruptive </a:t>
            </a:r>
            <a:r>
              <a:rPr sz="2000"/>
              <a:t>research</a:t>
            </a:r>
            <a:endParaRPr sz="2000"/>
          </a:p>
        </p:txBody>
      </p:sp>
      <p:sp>
        <p:nvSpPr>
          <p:cNvPr id="2" name="Title 1">
            <a:extLst xmlns:a="http://schemas.openxmlformats.org/drawingml/2006/main">
              <a:ext uri="{FF2B5EF4-FFF2-40B4-BE49-F238E27FC236}">
                <a16:creationId xmlns:a16="http://schemas.microsoft.com/office/drawing/2014/main" id="{27AA4FCC-6AE7-B7A9-2930-A45FE9BEF74C}"/>
              </a:ext>
            </a:extLst>
          </p:cNvPr>
          <p:cNvSpPr>
            <a:spLocks xmlns:a="http://schemas.openxmlformats.org/drawingml/2006/main" noGrp="1"/>
          </p:cNvSpPr>
          <p:nvPr>
            <p:ph type="title" idx="0"/>
          </p:nvPr>
        </p:nvSpPr>
        <p:spPr>
          <a:xfrm xmlns:a="http://schemas.openxmlformats.org/drawingml/2006/main">
            <a:off x="526000" y="635473"/>
            <a:ext cx="5498563" cy="2106613"/>
          </a:xfrm>
        </p:spPr>
        <p:txBody>
          <a:bodyPr xmlns:a="http://schemas.openxmlformats.org/drawingml/2006/main">
            <a:normAutofit/>
          </a:bodyPr>
          <a:lstStyle xmlns:a="http://schemas.openxmlformats.org/drawingml/2006/main"/>
          <a:p xmlns:a="http://schemas.openxmlformats.org/drawingml/2006/main">
            <a:r>
              <a:t>EPF’s as a Source of Disruptive Tech and Science Research</a:t>
            </a:r>
            <a:endParaRPr/>
          </a:p>
        </p:txBody>
      </p:sp>
      <p:pic>
        <p:nvPicPr>
          <p:cNvPr id="12" name="Picture 6"/>
          <p:cNvPicPr>
            <a:picLocks xmlns:a="http://schemas.openxmlformats.org/drawingml/2006/main" noChangeAspect="1"/>
          </p:cNvPicPr>
          <p:nvPr/>
        </p:nvPicPr>
        <p:blipFill rotWithShape="1">
          <a:blip xmlns:r="http://schemas.openxmlformats.org/officeDocument/2006/relationships" xmlns:a="http://schemas.openxmlformats.org/drawingml/2006/main" r:embed="Rd8b4753bee0a4b92"/>
          <a:srcRect xmlns:a="http://schemas.openxmlformats.org/drawingml/2006/main" l="0" t="0" r="0" b="0"/>
          <a:stretch xmlns:a="http://schemas.openxmlformats.org/drawingml/2006/main"/>
        </p:blipFill>
        <p:spPr>
          <a:xfrm xmlns:a="http://schemas.openxmlformats.org/drawingml/2006/main">
            <a:off x="4597400" y="2596441"/>
            <a:ext cx="7346875" cy="4261559"/>
          </a:xfrm>
          <a:prstGeom xmlns:a="http://schemas.openxmlformats.org/drawingml/2006/main" prst="rect">
            <a:avLst/>
          </a:prstGeom>
        </p:spPr>
      </p:pic>
      <p:sp>
        <p:nvSpPr>
          <p:cNvPr id="3" name="Espace réservé de la date 2">
            <a:extLst xmlns:a="http://schemas.openxmlformats.org/drawingml/2006/main">
              <a:ext uri="{FF2B5EF4-FFF2-40B4-BE49-F238E27FC236}">
                <a16:creationId xmlns:a16="http://schemas.microsoft.com/office/drawing/2014/main" id="{3D7092DD-A445-C3B6-5D81-4A3A3533AD6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4" name="Espace réservé du pied de page 3">
            <a:extLst xmlns:a="http://schemas.openxmlformats.org/drawingml/2006/main">
              <a:ext uri="{FF2B5EF4-FFF2-40B4-BE49-F238E27FC236}">
                <a16:creationId xmlns:a16="http://schemas.microsoft.com/office/drawing/2014/main" id="{7957E87A-4F3D-AB67-3AB1-5CC05C351B2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Espace réservé du numéro de diapositive 4">
            <a:extLst xmlns:a="http://schemas.openxmlformats.org/drawingml/2006/main">
              <a:ext uri="{FF2B5EF4-FFF2-40B4-BE49-F238E27FC236}">
                <a16:creationId xmlns:a16="http://schemas.microsoft.com/office/drawing/2014/main" id="{53B8DDDC-0CD8-FE5F-FD3E-BEED3A5FA8F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1E1CD7C-2161-7D43-862E-CE4C333CD873}" type="slidenum">
              <a:t>54</a:t>
            </a:fld>
            <a:endParaRPr/>
          </a:p>
        </p:txBody>
      </p:sp>
    </p:spTree>
    <p:extLst>
      <p:ext uri="{BB962C8B-B14F-4D97-AF65-F5344CB8AC3E}">
        <p14:creationId xmlns:p14="http://schemas.microsoft.com/office/powerpoint/2010/main" val="1925764824"/>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8" name="Espace réservé du contenu 7">
            <a:extLst xmlns:a="http://schemas.openxmlformats.org/drawingml/2006/main">
              <a:ext uri="{FF2B5EF4-FFF2-40B4-BE49-F238E27FC236}">
                <a16:creationId xmlns:a16="http://schemas.microsoft.com/office/drawing/2014/main" id="{95B38E6A-894B-9D07-BE3B-95F52F97B0EF}"/>
              </a:ext>
            </a:extLst>
          </p:cNvPr>
          <p:cNvSpPr>
            <a:spLocks xmlns:a="http://schemas.openxmlformats.org/drawingml/2006/main" noGrp="1"/>
          </p:cNvSpPr>
          <p:nvPr>
            <p:ph idx="1"/>
          </p:nvPr>
        </p:nvSpPr>
        <p:spPr>
          <a:xfrm xmlns:a="http://schemas.openxmlformats.org/drawingml/2006/main">
            <a:off x="550863" y="3429000"/>
            <a:ext cx="3744912" cy="3095625"/>
          </a:xfrm>
        </p:spPr>
        <p:txBody>
          <a:bodyPr xmlns:a="http://schemas.openxmlformats.org/drawingml/2006/main">
            <a:normAutofit/>
          </a:bodyPr>
          <a:lstStyle xmlns:a="http://schemas.openxmlformats.org/drawingml/2006/main"/>
          <a:p xmlns:a="http://schemas.openxmlformats.org/drawingml/2006/main">
            <a:pPr marL="0" indent="0">
              <a:buNone/>
            </a:pPr>
            <a:r>
              <a:rPr b="1"/>
              <a:t>Challenge: to translate </a:t>
            </a:r>
            <a:r>
              <a:rPr b="1"/>
              <a:t>research</a:t>
            </a:r>
            <a:r>
              <a:rPr b="1"/>
              <a:t> </a:t>
            </a:r>
            <a:r>
              <a:rPr b="1"/>
              <a:t>into</a:t>
            </a:r>
            <a:r>
              <a:rPr b="1"/>
              <a:t> solution </a:t>
            </a:r>
            <a:r>
              <a:rPr b="1"/>
              <a:t>with</a:t>
            </a:r>
            <a:r>
              <a:rPr b="1"/>
              <a:t> real impact </a:t>
            </a:r>
          </a:p>
          <a:p xmlns:a="http://schemas.openxmlformats.org/drawingml/2006/main">
            <a:r>
              <a:rPr sz="2000"/>
              <a:t>We</a:t>
            </a:r>
            <a:r>
              <a:rPr sz="2000"/>
              <a:t> </a:t>
            </a:r>
            <a:r>
              <a:rPr sz="2000"/>
              <a:t>need</a:t>
            </a:r>
            <a:r>
              <a:rPr sz="2000"/>
              <a:t> to </a:t>
            </a:r>
            <a:r>
              <a:rPr sz="2000"/>
              <a:t>accelerate</a:t>
            </a:r>
            <a:r>
              <a:rPr sz="2000"/>
              <a:t> the </a:t>
            </a:r>
            <a:r>
              <a:rPr sz="2000"/>
              <a:t>societal</a:t>
            </a:r>
            <a:r>
              <a:rPr sz="2000"/>
              <a:t> adoption of </a:t>
            </a:r>
            <a:r>
              <a:rPr sz="2000"/>
              <a:t>academic</a:t>
            </a:r>
            <a:r>
              <a:rPr sz="2000"/>
              <a:t> </a:t>
            </a:r>
            <a:r>
              <a:rPr sz="2000"/>
              <a:t>research</a:t>
            </a:r>
            <a:r>
              <a:rPr sz="2000"/>
              <a:t> </a:t>
            </a:r>
            <a:r>
              <a:rPr sz="2000"/>
              <a:t>through</a:t>
            </a:r>
            <a:r>
              <a:rPr sz="2000"/>
              <a:t> efficient commercial translation of disruptive </a:t>
            </a:r>
            <a:r>
              <a:rPr sz="2000"/>
              <a:t>research</a:t>
            </a:r>
            <a:endParaRPr sz="2000"/>
          </a:p>
        </p:txBody>
      </p:sp>
      <p:sp>
        <p:nvSpPr>
          <p:cNvPr id="2" name="Title 1">
            <a:extLst xmlns:a="http://schemas.openxmlformats.org/drawingml/2006/main">
              <a:ext uri="{FF2B5EF4-FFF2-40B4-BE49-F238E27FC236}">
                <a16:creationId xmlns:a16="http://schemas.microsoft.com/office/drawing/2014/main" id="{27AA4FCC-6AE7-B7A9-2930-A45FE9BEF74C}"/>
              </a:ext>
            </a:extLst>
          </p:cNvPr>
          <p:cNvSpPr>
            <a:spLocks xmlns:a="http://schemas.openxmlformats.org/drawingml/2006/main" noGrp="1"/>
          </p:cNvSpPr>
          <p:nvPr>
            <p:ph type="title" idx="0"/>
          </p:nvPr>
        </p:nvSpPr>
        <p:spPr>
          <a:xfrm xmlns:a="http://schemas.openxmlformats.org/drawingml/2006/main">
            <a:off x="526000" y="635473"/>
            <a:ext cx="5498563" cy="2106613"/>
          </a:xfrm>
        </p:spPr>
        <p:txBody>
          <a:bodyPr xmlns:a="http://schemas.openxmlformats.org/drawingml/2006/main">
            <a:normAutofit/>
          </a:bodyPr>
          <a:lstStyle xmlns:a="http://schemas.openxmlformats.org/drawingml/2006/main"/>
          <a:p xmlns:a="http://schemas.openxmlformats.org/drawingml/2006/main">
            <a:r>
              <a:t>EPF’s as a Source of Disruptive Tech and Science Research</a:t>
            </a:r>
            <a:endParaRPr/>
          </a:p>
        </p:txBody>
      </p:sp>
      <p:pic>
        <p:nvPicPr>
          <p:cNvPr id="12" name="Picture 6"/>
          <p:cNvPicPr>
            <a:picLocks xmlns:a="http://schemas.openxmlformats.org/drawingml/2006/main" noChangeAspect="1"/>
          </p:cNvPicPr>
          <p:nvPr/>
        </p:nvPicPr>
        <p:blipFill rotWithShape="1">
          <a:blip xmlns:r="http://schemas.openxmlformats.org/officeDocument/2006/relationships" xmlns:a="http://schemas.openxmlformats.org/drawingml/2006/main" r:embed="R8184958fa499478f"/>
          <a:srcRect xmlns:a="http://schemas.openxmlformats.org/drawingml/2006/main" l="0" t="0" r="0" b="0"/>
          <a:stretch xmlns:a="http://schemas.openxmlformats.org/drawingml/2006/main"/>
        </p:blipFill>
        <p:spPr>
          <a:xfrm xmlns:a="http://schemas.openxmlformats.org/drawingml/2006/main">
            <a:off x="4597400" y="2596441"/>
            <a:ext cx="7346875" cy="4261559"/>
          </a:xfrm>
          <a:prstGeom xmlns:a="http://schemas.openxmlformats.org/drawingml/2006/main" prst="rect">
            <a:avLst/>
          </a:prstGeom>
        </p:spPr>
      </p:pic>
      <p:sp>
        <p:nvSpPr>
          <p:cNvPr id="3" name="Espace réservé de la date 2">
            <a:extLst xmlns:a="http://schemas.openxmlformats.org/drawingml/2006/main">
              <a:ext uri="{FF2B5EF4-FFF2-40B4-BE49-F238E27FC236}">
                <a16:creationId xmlns:a16="http://schemas.microsoft.com/office/drawing/2014/main" id="{3D7092DD-A445-C3B6-5D81-4A3A3533AD6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4" name="Espace réservé du pied de page 3">
            <a:extLst xmlns:a="http://schemas.openxmlformats.org/drawingml/2006/main">
              <a:ext uri="{FF2B5EF4-FFF2-40B4-BE49-F238E27FC236}">
                <a16:creationId xmlns:a16="http://schemas.microsoft.com/office/drawing/2014/main" id="{7957E87A-4F3D-AB67-3AB1-5CC05C351B2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Espace réservé du numéro de diapositive 4">
            <a:extLst xmlns:a="http://schemas.openxmlformats.org/drawingml/2006/main">
              <a:ext uri="{FF2B5EF4-FFF2-40B4-BE49-F238E27FC236}">
                <a16:creationId xmlns:a16="http://schemas.microsoft.com/office/drawing/2014/main" id="{53B8DDDC-0CD8-FE5F-FD3E-BEED3A5FA8F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1E1CD7C-2161-7D43-862E-CE4C333CD873}" type="slidenum">
              <a:t>54</a:t>
            </a:fld>
            <a:endParaRPr/>
          </a:p>
        </p:txBody>
      </p:sp>
    </p:spTree>
    <p:extLst>
      <p:ext uri="{BB962C8B-B14F-4D97-AF65-F5344CB8AC3E}">
        <p14:creationId xmlns:p14="http://schemas.microsoft.com/office/powerpoint/2010/main" val="1925764824"/>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Espace réservé du contenu 1">
            <a:extLst xmlns:a="http://schemas.openxmlformats.org/drawingml/2006/main">
              <a:ext uri="{FF2B5EF4-FFF2-40B4-BE49-F238E27FC236}">
                <a16:creationId xmlns:a16="http://schemas.microsoft.com/office/drawing/2014/main" id="{98CD31AB-42DD-1007-5F4C-586232A0C7A2}"/>
              </a:ext>
            </a:extLst>
          </p:cNvPr>
          <p:cNvSpPr>
            <a:spLocks xmlns:a="http://schemas.openxmlformats.org/drawingml/2006/main" noGrp="1"/>
          </p:cNvSpPr>
          <p:nvPr>
            <p:ph idx="1"/>
          </p:nvPr>
        </p:nvSpPr>
        <p:spPr>
          <a:xfrm xmlns:a="http://schemas.openxmlformats.org/drawingml/2006/main">
            <a:off x="550862" y="878457"/>
            <a:ext cx="3600451" cy="2239393"/>
          </a:xfrm>
        </p:spPr>
        <p:txBody>
          <a:bodyPr xmlns:a="http://schemas.openxmlformats.org/drawingml/2006/main"/>
          <a:lstStyle xmlns:a="http://schemas.openxmlformats.org/drawingml/2006/main"/>
          <a:p xmlns:a="http://schemas.openxmlformats.org/drawingml/2006/main">
            <a:pPr marL="363538" indent="-363538">
              <a:buFont typeface="+mj-lt"/>
              <a:buAutoNum type="arabicPeriod"/>
            </a:pPr>
            <a:r>
              <a:rPr b="1">
                <a:solidFill>
                  <a:schemeClr val="tx2"/>
                </a:solidFill>
              </a:rPr>
              <a:t>Stay</a:t>
            </a:r>
            <a:r>
              <a:rPr b="1">
                <a:solidFill>
                  <a:schemeClr val="tx2"/>
                </a:solidFill>
              </a:rPr>
              <a:t> in </a:t>
            </a:r>
            <a:r>
              <a:rPr b="1">
                <a:solidFill>
                  <a:schemeClr val="tx2"/>
                </a:solidFill>
              </a:rPr>
              <a:t>touch</a:t>
            </a:r>
            <a:r>
              <a:rPr b="1">
                <a:solidFill>
                  <a:schemeClr val="tx2"/>
                </a:solidFill>
              </a:rPr>
              <a:t> </a:t>
            </a:r>
          </a:p>
          <a:p xmlns:a="http://schemas.openxmlformats.org/drawingml/2006/main">
            <a:pPr marL="541338" lvl="1" indent="-177800">
              <a:buNone/>
            </a:pPr>
            <a:r>
              <a:rPr sz="1800"/>
              <a:t>Activate</a:t>
            </a:r>
            <a:r>
              <a:rPr sz="1800"/>
              <a:t> &amp; update </a:t>
            </a:r>
            <a:r>
              <a:rPr sz="1800"/>
              <a:t>your</a:t>
            </a:r>
            <a:r>
              <a:rPr sz="1800"/>
              <a:t> </a:t>
            </a:r>
            <a:r>
              <a:rPr sz="1800"/>
              <a:t>account</a:t>
            </a:r>
            <a:r>
              <a:rPr sz="1800"/>
              <a:t> on </a:t>
            </a:r>
            <a:r>
              <a:rPr sz="1800"/>
              <a:t>epflalumni.ch</a:t>
            </a:r>
            <a:endParaRPr sz="1800"/>
          </a:p>
          <a:p xmlns:a="http://schemas.openxmlformats.org/drawingml/2006/main">
            <a:pPr marL="541338" lvl="1" indent="-177800">
              <a:buNone/>
            </a:pPr>
            <a:r>
              <a:rPr sz="1800"/>
              <a:t>Follow us on LinkedIn &amp; Instagram</a:t>
            </a:r>
          </a:p>
          <a:p xmlns:a="http://schemas.openxmlformats.org/drawingml/2006/main">
            <a:endParaRPr/>
          </a:p>
          <a:p xmlns:a="http://schemas.openxmlformats.org/drawingml/2006/main">
            <a:endParaRPr/>
          </a:p>
        </p:txBody>
      </p:sp>
      <p:sp>
        <p:nvSpPr>
          <p:cNvPr id="3" name="Espace réservé du contenu 2">
            <a:extLst xmlns:a="http://schemas.openxmlformats.org/drawingml/2006/main">
              <a:ext uri="{FF2B5EF4-FFF2-40B4-BE49-F238E27FC236}">
                <a16:creationId xmlns:a16="http://schemas.microsoft.com/office/drawing/2014/main" id="{B812496F-4B22-B8CC-F385-A03BDB00F8A5}"/>
              </a:ext>
            </a:extLst>
          </p:cNvPr>
          <p:cNvSpPr>
            <a:spLocks xmlns:a="http://schemas.openxmlformats.org/drawingml/2006/main" noGrp="1"/>
          </p:cNvSpPr>
          <p:nvPr>
            <p:ph idx="2"/>
          </p:nvPr>
        </p:nvSpPr>
        <p:spPr>
          <a:xfrm xmlns:a="http://schemas.openxmlformats.org/drawingml/2006/main">
            <a:off x="4295775" y="873125"/>
            <a:ext cx="3600450" cy="2244725"/>
          </a:xfrm>
        </p:spPr>
        <p:txBody>
          <a:bodyPr xmlns:a="http://schemas.openxmlformats.org/drawingml/2006/main">
            <a:normAutofit/>
          </a:bodyPr>
          <a:lstStyle xmlns:a="http://schemas.openxmlformats.org/drawingml/2006/main"/>
          <a:p xmlns:a="http://schemas.openxmlformats.org/drawingml/2006/main">
            <a:pPr marL="363538" indent="-363538">
              <a:buFont typeface="+mj-lt"/>
              <a:buAutoNum type="arabicPeriod" startAt="2"/>
            </a:pPr>
            <a:r>
              <a:rPr b="1">
                <a:solidFill>
                  <a:schemeClr val="tx2"/>
                </a:solidFill>
              </a:rPr>
              <a:t>Take</a:t>
            </a:r>
            <a:r>
              <a:rPr b="1">
                <a:solidFill>
                  <a:schemeClr val="tx2"/>
                </a:solidFill>
              </a:rPr>
              <a:t> part in the network</a:t>
            </a:r>
          </a:p>
          <a:p xmlns:a="http://schemas.openxmlformats.org/drawingml/2006/main">
            <a:pPr marL="541338" lvl="1" indent="-177800">
              <a:buNone/>
            </a:pPr>
            <a:r>
              <a:rPr sz="1800"/>
              <a:t>Post jobs / </a:t>
            </a:r>
            <a:r>
              <a:rPr sz="1800"/>
              <a:t>internships</a:t>
            </a:r>
            <a:r>
              <a:rPr sz="1800"/>
              <a:t> for the </a:t>
            </a:r>
            <a:r>
              <a:rPr sz="1800"/>
              <a:t>community</a:t>
            </a:r>
            <a:endParaRPr sz="1800"/>
          </a:p>
          <a:p xmlns:a="http://schemas.openxmlformats.org/drawingml/2006/main">
            <a:pPr marL="541338" lvl="1" indent="-177800">
              <a:buNone/>
            </a:pPr>
            <a:r>
              <a:rPr sz="1800"/>
              <a:t>Join</a:t>
            </a:r>
            <a:r>
              <a:rPr sz="1800"/>
              <a:t> in as a mentor or </a:t>
            </a:r>
            <a:r>
              <a:rPr sz="1800"/>
              <a:t>mentee</a:t>
            </a:r>
            <a:r>
              <a:rPr sz="1800"/>
              <a:t> for </a:t>
            </a:r>
            <a:r>
              <a:rPr sz="1800"/>
              <a:t>career</a:t>
            </a:r>
            <a:r>
              <a:rPr sz="1800"/>
              <a:t>/startups</a:t>
            </a:r>
          </a:p>
          <a:p xmlns:a="http://schemas.openxmlformats.org/drawingml/2006/main">
            <a:pPr marL="541338" lvl="1" indent="-177800">
              <a:buNone/>
            </a:pPr>
            <a:r>
              <a:rPr sz="1800"/>
              <a:t>Take</a:t>
            </a:r>
            <a:r>
              <a:rPr sz="1800"/>
              <a:t> part in </a:t>
            </a:r>
            <a:r>
              <a:rPr sz="1800"/>
              <a:t>events</a:t>
            </a:r>
            <a:r>
              <a:rPr sz="1800"/>
              <a:t> / </a:t>
            </a:r>
            <a:r>
              <a:rPr sz="1800"/>
              <a:t>visit</a:t>
            </a:r>
            <a:r>
              <a:rPr sz="1800"/>
              <a:t> us</a:t>
            </a:r>
          </a:p>
          <a:p xmlns:a="http://schemas.openxmlformats.org/drawingml/2006/main">
            <a:pPr marL="541338" lvl="1" indent="-177800">
              <a:buNone/>
            </a:pPr>
            <a:r>
              <a:rPr sz="1800"/>
              <a:t>Share </a:t>
            </a:r>
            <a:r>
              <a:rPr sz="1800"/>
              <a:t>your</a:t>
            </a:r>
            <a:r>
              <a:rPr sz="1800"/>
              <a:t> news</a:t>
            </a:r>
          </a:p>
          <a:p xmlns:a="http://schemas.openxmlformats.org/drawingml/2006/main">
            <a:pPr marL="541338" lvl="1" indent="-177800">
              <a:buNone/>
            </a:pPr>
            <a:endParaRPr sz="2000"/>
          </a:p>
          <a:p xmlns:a="http://schemas.openxmlformats.org/drawingml/2006/main">
            <a:pPr marL="0" indent="0">
              <a:buNone/>
            </a:pPr>
            <a:endParaRPr/>
          </a:p>
        </p:txBody>
      </p:sp>
      <p:sp>
        <p:nvSpPr>
          <p:cNvPr id="4" name="Titre 3">
            <a:extLst xmlns:a="http://schemas.openxmlformats.org/drawingml/2006/main">
              <a:ext uri="{FF2B5EF4-FFF2-40B4-BE49-F238E27FC236}">
                <a16:creationId xmlns:a16="http://schemas.microsoft.com/office/drawing/2014/main" id="{A66EE8DD-3EA1-F330-D75E-4729B8FBEDED}"/>
              </a:ext>
            </a:extLst>
          </p:cNvPr>
          <p:cNvSpPr>
            <a:spLocks xmlns:a="http://schemas.openxmlformats.org/drawingml/2006/main" noGrp="1"/>
          </p:cNvSpPr>
          <p:nvPr>
            <p:ph type="title" idx="0"/>
          </p:nvPr>
        </p:nvSpPr>
        <p:spPr>
          <a:xfrm xmlns:a="http://schemas.openxmlformats.org/drawingml/2006/main">
            <a:off x="550862" y="4824486"/>
            <a:ext cx="11090275" cy="1894873"/>
          </a:xfrm>
        </p:spPr>
        <p:txBody>
          <a:bodyPr xmlns:a="http://schemas.openxmlformats.org/drawingml/2006/main"/>
          <a:lstStyle xmlns:a="http://schemas.openxmlformats.org/drawingml/2006/main"/>
          <a:p xmlns:a="http://schemas.openxmlformats.org/drawingml/2006/main">
            <a:r>
              <a:rPr sz="6600">
                <a:solidFill>
                  <a:schemeClr val="tx2"/>
                </a:solidFill>
              </a:rPr>
              <a:t>Important to </a:t>
            </a:r>
            <a:r>
              <a:rPr sz="6600">
                <a:solidFill>
                  <a:schemeClr val="tx2"/>
                </a:solidFill>
              </a:rPr>
              <a:t>stay</a:t>
            </a:r>
            <a:r>
              <a:rPr sz="6600">
                <a:solidFill>
                  <a:schemeClr val="tx2"/>
                </a:solidFill>
              </a:rPr>
              <a:t> </a:t>
            </a:r>
            <a:r>
              <a:rPr sz="6600">
                <a:solidFill>
                  <a:schemeClr val="tx2"/>
                </a:solidFill>
              </a:rPr>
              <a:t>connected</a:t>
            </a:r>
            <a:r>
              <a:rPr sz="6600">
                <a:solidFill>
                  <a:schemeClr val="tx2"/>
                </a:solidFill>
              </a:rPr>
              <a:t> &amp; support EPFL!</a:t>
            </a:r>
          </a:p>
        </p:txBody>
      </p:sp>
      <p:sp>
        <p:nvSpPr>
          <p:cNvPr id="5" name="Espace réservé du contenu 4">
            <a:extLst xmlns:a="http://schemas.openxmlformats.org/drawingml/2006/main">
              <a:ext uri="{FF2B5EF4-FFF2-40B4-BE49-F238E27FC236}">
                <a16:creationId xmlns:a16="http://schemas.microsoft.com/office/drawing/2014/main" id="{F8400313-BF01-95B5-BA89-B20658E15DB0}"/>
              </a:ext>
            </a:extLst>
          </p:cNvPr>
          <p:cNvSpPr>
            <a:spLocks xmlns:a="http://schemas.openxmlformats.org/drawingml/2006/main" noGrp="1"/>
          </p:cNvSpPr>
          <p:nvPr>
            <p:ph idx="13"/>
          </p:nvPr>
        </p:nvSpPr>
        <p:spPr>
          <a:xfrm xmlns:a="http://schemas.openxmlformats.org/drawingml/2006/main">
            <a:off x="8040688" y="877888"/>
            <a:ext cx="3600450" cy="2244725"/>
          </a:xfrm>
        </p:spPr>
        <p:txBody>
          <a:bodyPr xmlns:a="http://schemas.openxmlformats.org/drawingml/2006/main"/>
          <a:lstStyle xmlns:a="http://schemas.openxmlformats.org/drawingml/2006/main"/>
          <a:p xmlns:a="http://schemas.openxmlformats.org/drawingml/2006/main">
            <a:pPr marL="363538" indent="-363538">
              <a:buFont typeface="+mj-lt"/>
              <a:buAutoNum type="arabicPeriod" startAt="3"/>
            </a:pPr>
            <a:r>
              <a:rPr b="1">
                <a:solidFill>
                  <a:schemeClr val="tx2"/>
                </a:solidFill>
              </a:rPr>
              <a:t>Collaborate</a:t>
            </a:r>
            <a:r>
              <a:rPr b="1">
                <a:solidFill>
                  <a:schemeClr val="tx2"/>
                </a:solidFill>
              </a:rPr>
              <a:t> / support EPFL </a:t>
            </a:r>
          </a:p>
          <a:p xmlns:a="http://schemas.openxmlformats.org/drawingml/2006/main">
            <a:pPr marL="541338" lvl="1" indent="-177800">
              <a:buNone/>
            </a:pPr>
            <a:r>
              <a:rPr sz="1800"/>
              <a:t>Startup </a:t>
            </a:r>
            <a:r>
              <a:rPr sz="1800"/>
              <a:t>ecosystem</a:t>
            </a:r>
            <a:endParaRPr sz="1800"/>
          </a:p>
          <a:p xmlns:a="http://schemas.openxmlformats.org/drawingml/2006/main">
            <a:pPr marL="541338" lvl="1" indent="-177800">
              <a:buNone/>
            </a:pPr>
            <a:r>
              <a:rPr sz="1800"/>
              <a:t>Research</a:t>
            </a:r>
            <a:r>
              <a:rPr sz="1800"/>
              <a:t> collaborations</a:t>
            </a:r>
          </a:p>
          <a:p xmlns:a="http://schemas.openxmlformats.org/drawingml/2006/main">
            <a:pPr marL="541338" lvl="1" indent="-177800">
              <a:buNone/>
            </a:pPr>
            <a:r>
              <a:rPr sz="1800"/>
              <a:t>Student</a:t>
            </a:r>
            <a:r>
              <a:rPr sz="1800"/>
              <a:t> support program</a:t>
            </a:r>
          </a:p>
        </p:txBody>
      </p:sp>
      <p:sp>
        <p:nvSpPr>
          <p:cNvPr id="6" name="Espace réservé de la date 5">
            <a:extLst xmlns:a="http://schemas.openxmlformats.org/drawingml/2006/main">
              <a:ext uri="{FF2B5EF4-FFF2-40B4-BE49-F238E27FC236}">
                <a16:creationId xmlns:a16="http://schemas.microsoft.com/office/drawing/2014/main" id="{6975C9F2-F615-C3E0-3D0D-A211EE35392A}"/>
              </a:ext>
            </a:extLst>
          </p:cNvPr>
          <p:cNvSpPr>
            <a:spLocks xmlns:a="http://schemas.openxmlformats.org/drawingml/2006/main" noGrp="1"/>
          </p:cNvSpPr>
          <p:nvPr>
            <p:ph type="dt" idx="14"/>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7" name="Espace réservé du pied de page 6">
            <a:extLst xmlns:a="http://schemas.openxmlformats.org/drawingml/2006/main">
              <a:ext uri="{FF2B5EF4-FFF2-40B4-BE49-F238E27FC236}">
                <a16:creationId xmlns:a16="http://schemas.microsoft.com/office/drawing/2014/main" id="{D07F00B5-858E-4D1A-C6DC-FF8D05B6509A}"/>
              </a:ext>
            </a:extLst>
          </p:cNvPr>
          <p:cNvSpPr>
            <a:spLocks xmlns:a="http://schemas.openxmlformats.org/drawingml/2006/main" noGrp="1"/>
          </p:cNvSpPr>
          <p:nvPr>
            <p:ph type="ftr" idx="15"/>
          </p:nvPr>
        </p:nvSpPr>
        <p:spPr/>
        <p:txBody>
          <a:bodyPr xmlns:a="http://schemas.openxmlformats.org/drawingml/2006/main"/>
          <a:lstStyle xmlns:a="http://schemas.openxmlformats.org/drawingml/2006/main"/>
          <a:p xmlns:a="http://schemas.openxmlformats.org/drawingml/2006/main">
            <a:endParaRPr/>
          </a:p>
        </p:txBody>
      </p:sp>
      <p:sp>
        <p:nvSpPr>
          <p:cNvPr id="8" name="Espace réservé du numéro de diapositive 7">
            <a:extLst xmlns:a="http://schemas.openxmlformats.org/drawingml/2006/main">
              <a:ext uri="{FF2B5EF4-FFF2-40B4-BE49-F238E27FC236}">
                <a16:creationId xmlns:a16="http://schemas.microsoft.com/office/drawing/2014/main" id="{9DCB7524-DA86-94EE-9BE1-267356F69059}"/>
              </a:ext>
            </a:extLst>
          </p:cNvPr>
          <p:cNvSpPr>
            <a:spLocks xmlns:a="http://schemas.openxmlformats.org/drawingml/2006/main" noGrp="1"/>
          </p:cNvSpPr>
          <p:nvPr>
            <p:ph type="sldNum" idx="16"/>
          </p:nvPr>
        </p:nvSpPr>
        <p:spPr/>
        <p:txBody>
          <a:bodyPr xmlns:a="http://schemas.openxmlformats.org/drawingml/2006/main"/>
          <a:lstStyle xmlns:a="http://schemas.openxmlformats.org/drawingml/2006/main"/>
          <a:p xmlns:a="http://schemas.openxmlformats.org/drawingml/2006/main">
            <a:fld id="{E1E1CD7C-2161-7D43-862E-CE4C333CD873}" type="slidenum">
              <a:t>72</a:t>
            </a:fld>
            <a:endParaRPr/>
          </a:p>
        </p:txBody>
      </p:sp>
      <p:pic>
        <p:nvPicPr>
          <p:cNvPr id="21" name="Image 9"/>
          <p:cNvPicPr>
            <a:picLocks xmlns:a="http://schemas.openxmlformats.org/drawingml/2006/main" noChangeAspect="1"/>
          </p:cNvPicPr>
          <p:nvPr/>
        </p:nvPicPr>
        <p:blipFill>
          <a:blip xmlns:r="http://schemas.openxmlformats.org/officeDocument/2006/relationships" xmlns:a="http://schemas.openxmlformats.org/drawingml/2006/main" r:embed="R928f49cfd2ab43dc">
            <a:duotone>
              <a:prstClr val="black"/>
              <a:schemeClr val="tx2">
                <a:tint val="45000"/>
                <a:satMod val="400000"/>
              </a:schemeClr>
            </a:duotone>
          </a:blip>
          <a:srcRect xmlns:a="http://schemas.openxmlformats.org/drawingml/2006/main" l="0" t="0" r="0" b="0"/>
          <a:stretch xmlns:a="http://schemas.openxmlformats.org/drawingml/2006/main"/>
        </p:blipFill>
        <p:spPr>
          <a:xfrm xmlns:a="http://schemas.openxmlformats.org/drawingml/2006/main">
            <a:off x="0" y="3117850"/>
            <a:ext cx="12192000" cy="1706636"/>
          </a:xfrm>
          <a:prstGeom xmlns:a="http://schemas.openxmlformats.org/drawingml/2006/main" prst="rect">
            <a:avLst/>
          </a:prstGeom>
        </p:spPr>
      </p:pic>
      <p:sp>
        <p:nvSpPr>
          <p:cNvPr id="12" name="ZoneTexte 11">
            <a:extLst xmlns:a="http://schemas.openxmlformats.org/drawingml/2006/main">
              <a:ext uri="{FF2B5EF4-FFF2-40B4-BE49-F238E27FC236}">
                <a16:creationId xmlns:a16="http://schemas.microsoft.com/office/drawing/2014/main" id="{08E2B657-782B-A54C-ABBA-6B315337FFCA}"/>
              </a:ext>
            </a:extLst>
          </p:cNvPr>
          <p:cNvSpPr>
            <a:spLocks xmlns:a="http://schemas.openxmlformats.org/drawingml/2006/main" noGrp="1"/>
          </p:cNvSpPr>
          <p:nvPr/>
        </p:nvSpPr>
        <p:spPr>
          <a:xfrm xmlns:a="http://schemas.openxmlformats.org/drawingml/2006/main">
            <a:off x="463777" y="3555669"/>
            <a:ext cx="6096000" cy="83099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bg1"/>
                </a:solidFill>
              </a:rPr>
              <a:t>For </a:t>
            </a:r>
            <a:r>
              <a:rPr sz="2400">
                <a:solidFill>
                  <a:schemeClr val="bg1"/>
                </a:solidFill>
              </a:rPr>
              <a:t>any</a:t>
            </a:r>
            <a:r>
              <a:rPr sz="2400">
                <a:solidFill>
                  <a:schemeClr val="bg1"/>
                </a:solidFill>
              </a:rPr>
              <a:t> information contact:  </a:t>
            </a:r>
          </a:p>
          <a:p xmlns:a="http://schemas.openxmlformats.org/drawingml/2006/main">
            <a:r>
              <a:rPr sz="2400" b="1">
                <a:solidFill>
                  <a:schemeClr val="bg1"/>
                </a:solidFill>
              </a:rPr>
              <a:t>alumni@epfl.ch, </a:t>
            </a:r>
            <a:r>
              <a:rPr sz="2400" b="1">
                <a:solidFill>
                  <a:schemeClr val="bg1"/>
                </a:solidFill>
              </a:rPr>
              <a:t>leila.ojjeh@epfl.ch</a:t>
            </a:r>
            <a:endParaRPr sz="2400">
              <a:solidFill>
                <a:schemeClr val="bg1"/>
              </a:solidFill>
            </a:endParaRPr>
          </a:p>
        </p:txBody>
      </p:sp>
    </p:spTree>
    <p:extLst>
      <p:ext uri="{BB962C8B-B14F-4D97-AF65-F5344CB8AC3E}">
        <p14:creationId xmlns:p14="http://schemas.microsoft.com/office/powerpoint/2010/main" val="187635856"/>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 name="Espace réservé du contenu 1">
            <a:extLst xmlns:a="http://schemas.openxmlformats.org/drawingml/2006/main">
              <a:ext uri="{FF2B5EF4-FFF2-40B4-BE49-F238E27FC236}">
                <a16:creationId xmlns:a16="http://schemas.microsoft.com/office/drawing/2014/main" id="{98CD31AB-42DD-1007-5F4C-586232A0C7A2}"/>
              </a:ext>
            </a:extLst>
          </p:cNvPr>
          <p:cNvSpPr>
            <a:spLocks xmlns:a="http://schemas.openxmlformats.org/drawingml/2006/main" noGrp="1"/>
          </p:cNvSpPr>
          <p:nvPr>
            <p:ph idx="1"/>
          </p:nvPr>
        </p:nvSpPr>
        <p:spPr>
          <a:xfrm xmlns:a="http://schemas.openxmlformats.org/drawingml/2006/main">
            <a:off x="550862" y="878457"/>
            <a:ext cx="3600451" cy="2239393"/>
          </a:xfrm>
        </p:spPr>
        <p:txBody>
          <a:bodyPr xmlns:a="http://schemas.openxmlformats.org/drawingml/2006/main"/>
          <a:lstStyle xmlns:a="http://schemas.openxmlformats.org/drawingml/2006/main"/>
          <a:p xmlns:a="http://schemas.openxmlformats.org/drawingml/2006/main">
            <a:pPr marL="363538" indent="-363538">
              <a:buFont typeface="+mj-lt"/>
              <a:buAutoNum type="arabicPeriod"/>
            </a:pPr>
            <a:r>
              <a:rPr b="1">
                <a:solidFill>
                  <a:schemeClr val="tx2"/>
                </a:solidFill>
              </a:rPr>
              <a:t>Stay</a:t>
            </a:r>
            <a:r>
              <a:rPr b="1">
                <a:solidFill>
                  <a:schemeClr val="tx2"/>
                </a:solidFill>
              </a:rPr>
              <a:t> in </a:t>
            </a:r>
            <a:r>
              <a:rPr b="1">
                <a:solidFill>
                  <a:schemeClr val="tx2"/>
                </a:solidFill>
              </a:rPr>
              <a:t>touch</a:t>
            </a:r>
            <a:r>
              <a:rPr b="1">
                <a:solidFill>
                  <a:schemeClr val="tx2"/>
                </a:solidFill>
              </a:rPr>
              <a:t> </a:t>
            </a:r>
          </a:p>
          <a:p xmlns:a="http://schemas.openxmlformats.org/drawingml/2006/main">
            <a:pPr marL="541338" lvl="1" indent="-177800">
              <a:buNone/>
            </a:pPr>
            <a:r>
              <a:rPr sz="1800"/>
              <a:t>Activate</a:t>
            </a:r>
            <a:r>
              <a:rPr sz="1800"/>
              <a:t> &amp; update </a:t>
            </a:r>
            <a:r>
              <a:rPr sz="1800"/>
              <a:t>your</a:t>
            </a:r>
            <a:r>
              <a:rPr sz="1800"/>
              <a:t> </a:t>
            </a:r>
            <a:r>
              <a:rPr sz="1800"/>
              <a:t>account</a:t>
            </a:r>
            <a:r>
              <a:rPr sz="1800"/>
              <a:t> on </a:t>
            </a:r>
            <a:r>
              <a:rPr sz="1800"/>
              <a:t>epflalumni.ch</a:t>
            </a:r>
            <a:endParaRPr sz="1800"/>
          </a:p>
          <a:p xmlns:a="http://schemas.openxmlformats.org/drawingml/2006/main">
            <a:pPr marL="541338" lvl="1" indent="-177800">
              <a:buNone/>
            </a:pPr>
            <a:r>
              <a:rPr sz="1800"/>
              <a:t>Follow us on LinkedIn &amp; Instagram</a:t>
            </a:r>
          </a:p>
          <a:p xmlns:a="http://schemas.openxmlformats.org/drawingml/2006/main">
            <a:endParaRPr/>
          </a:p>
          <a:p xmlns:a="http://schemas.openxmlformats.org/drawingml/2006/main">
            <a:endParaRPr/>
          </a:p>
        </p:txBody>
      </p:sp>
      <p:sp>
        <p:nvSpPr>
          <p:cNvPr id="3" name="Espace réservé du contenu 2">
            <a:extLst xmlns:a="http://schemas.openxmlformats.org/drawingml/2006/main">
              <a:ext uri="{FF2B5EF4-FFF2-40B4-BE49-F238E27FC236}">
                <a16:creationId xmlns:a16="http://schemas.microsoft.com/office/drawing/2014/main" id="{B812496F-4B22-B8CC-F385-A03BDB00F8A5}"/>
              </a:ext>
            </a:extLst>
          </p:cNvPr>
          <p:cNvSpPr>
            <a:spLocks xmlns:a="http://schemas.openxmlformats.org/drawingml/2006/main" noGrp="1"/>
          </p:cNvSpPr>
          <p:nvPr>
            <p:ph idx="2"/>
          </p:nvPr>
        </p:nvSpPr>
        <p:spPr>
          <a:xfrm xmlns:a="http://schemas.openxmlformats.org/drawingml/2006/main">
            <a:off x="4295775" y="873125"/>
            <a:ext cx="3600450" cy="2244725"/>
          </a:xfrm>
        </p:spPr>
        <p:txBody>
          <a:bodyPr xmlns:a="http://schemas.openxmlformats.org/drawingml/2006/main">
            <a:normAutofit/>
          </a:bodyPr>
          <a:lstStyle xmlns:a="http://schemas.openxmlformats.org/drawingml/2006/main"/>
          <a:p xmlns:a="http://schemas.openxmlformats.org/drawingml/2006/main">
            <a:pPr marL="363538" indent="-363538">
              <a:buFont typeface="+mj-lt"/>
              <a:buAutoNum type="arabicPeriod" startAt="2"/>
            </a:pPr>
            <a:r>
              <a:rPr b="1">
                <a:solidFill>
                  <a:schemeClr val="tx2"/>
                </a:solidFill>
              </a:rPr>
              <a:t>Take</a:t>
            </a:r>
            <a:r>
              <a:rPr b="1">
                <a:solidFill>
                  <a:schemeClr val="tx2"/>
                </a:solidFill>
              </a:rPr>
              <a:t> part in the network</a:t>
            </a:r>
          </a:p>
          <a:p xmlns:a="http://schemas.openxmlformats.org/drawingml/2006/main">
            <a:pPr marL="541338" lvl="1" indent="-177800">
              <a:buNone/>
            </a:pPr>
            <a:r>
              <a:rPr sz="1800"/>
              <a:t>Post jobs / </a:t>
            </a:r>
            <a:r>
              <a:rPr sz="1800"/>
              <a:t>internships</a:t>
            </a:r>
            <a:r>
              <a:rPr sz="1800"/>
              <a:t> for the </a:t>
            </a:r>
            <a:r>
              <a:rPr sz="1800"/>
              <a:t>community</a:t>
            </a:r>
            <a:endParaRPr sz="1800"/>
          </a:p>
          <a:p xmlns:a="http://schemas.openxmlformats.org/drawingml/2006/main">
            <a:pPr marL="541338" lvl="1" indent="-177800">
              <a:buNone/>
            </a:pPr>
            <a:r>
              <a:rPr sz="1800"/>
              <a:t>Join</a:t>
            </a:r>
            <a:r>
              <a:rPr sz="1800"/>
              <a:t> in as a mentor or </a:t>
            </a:r>
            <a:r>
              <a:rPr sz="1800"/>
              <a:t>mentee</a:t>
            </a:r>
            <a:r>
              <a:rPr sz="1800"/>
              <a:t> for </a:t>
            </a:r>
            <a:r>
              <a:rPr sz="1800"/>
              <a:t>career</a:t>
            </a:r>
            <a:r>
              <a:rPr sz="1800"/>
              <a:t>/startups</a:t>
            </a:r>
          </a:p>
          <a:p xmlns:a="http://schemas.openxmlformats.org/drawingml/2006/main">
            <a:pPr marL="541338" lvl="1" indent="-177800">
              <a:buNone/>
            </a:pPr>
            <a:r>
              <a:rPr sz="1800"/>
              <a:t>Take</a:t>
            </a:r>
            <a:r>
              <a:rPr sz="1800"/>
              <a:t> part in </a:t>
            </a:r>
            <a:r>
              <a:rPr sz="1800"/>
              <a:t>events</a:t>
            </a:r>
            <a:r>
              <a:rPr sz="1800"/>
              <a:t> / </a:t>
            </a:r>
            <a:r>
              <a:rPr sz="1800"/>
              <a:t>visit</a:t>
            </a:r>
            <a:r>
              <a:rPr sz="1800"/>
              <a:t> us</a:t>
            </a:r>
          </a:p>
          <a:p xmlns:a="http://schemas.openxmlformats.org/drawingml/2006/main">
            <a:pPr marL="541338" lvl="1" indent="-177800">
              <a:buNone/>
            </a:pPr>
            <a:r>
              <a:rPr sz="1800"/>
              <a:t>Share </a:t>
            </a:r>
            <a:r>
              <a:rPr sz="1800"/>
              <a:t>your</a:t>
            </a:r>
            <a:r>
              <a:rPr sz="1800"/>
              <a:t> news</a:t>
            </a:r>
          </a:p>
          <a:p xmlns:a="http://schemas.openxmlformats.org/drawingml/2006/main">
            <a:pPr marL="541338" lvl="1" indent="-177800">
              <a:buNone/>
            </a:pPr>
            <a:endParaRPr sz="2000"/>
          </a:p>
          <a:p xmlns:a="http://schemas.openxmlformats.org/drawingml/2006/main">
            <a:pPr marL="0" indent="0">
              <a:buNone/>
            </a:pPr>
            <a:endParaRPr/>
          </a:p>
        </p:txBody>
      </p:sp>
      <p:sp>
        <p:nvSpPr>
          <p:cNvPr id="4" name="Titre 3">
            <a:extLst xmlns:a="http://schemas.openxmlformats.org/drawingml/2006/main">
              <a:ext uri="{FF2B5EF4-FFF2-40B4-BE49-F238E27FC236}">
                <a16:creationId xmlns:a16="http://schemas.microsoft.com/office/drawing/2014/main" id="{A66EE8DD-3EA1-F330-D75E-4729B8FBEDED}"/>
              </a:ext>
            </a:extLst>
          </p:cNvPr>
          <p:cNvSpPr>
            <a:spLocks xmlns:a="http://schemas.openxmlformats.org/drawingml/2006/main" noGrp="1"/>
          </p:cNvSpPr>
          <p:nvPr>
            <p:ph type="title" idx="0"/>
          </p:nvPr>
        </p:nvSpPr>
        <p:spPr>
          <a:xfrm xmlns:a="http://schemas.openxmlformats.org/drawingml/2006/main">
            <a:off x="550862" y="4824486"/>
            <a:ext cx="11090275" cy="1894873"/>
          </a:xfrm>
        </p:spPr>
        <p:txBody>
          <a:bodyPr xmlns:a="http://schemas.openxmlformats.org/drawingml/2006/main"/>
          <a:lstStyle xmlns:a="http://schemas.openxmlformats.org/drawingml/2006/main"/>
          <a:p xmlns:a="http://schemas.openxmlformats.org/drawingml/2006/main">
            <a:r>
              <a:rPr sz="6600">
                <a:solidFill>
                  <a:schemeClr val="tx2"/>
                </a:solidFill>
              </a:rPr>
              <a:t>Important to </a:t>
            </a:r>
            <a:r>
              <a:rPr sz="6600">
                <a:solidFill>
                  <a:schemeClr val="tx2"/>
                </a:solidFill>
              </a:rPr>
              <a:t>stay</a:t>
            </a:r>
            <a:r>
              <a:rPr sz="6600">
                <a:solidFill>
                  <a:schemeClr val="tx2"/>
                </a:solidFill>
              </a:rPr>
              <a:t> </a:t>
            </a:r>
            <a:r>
              <a:rPr sz="6600">
                <a:solidFill>
                  <a:schemeClr val="tx2"/>
                </a:solidFill>
              </a:rPr>
              <a:t>connected</a:t>
            </a:r>
            <a:r>
              <a:rPr sz="6600">
                <a:solidFill>
                  <a:schemeClr val="tx2"/>
                </a:solidFill>
              </a:rPr>
              <a:t> &amp; support EPFL!</a:t>
            </a:r>
          </a:p>
        </p:txBody>
      </p:sp>
      <p:sp>
        <p:nvSpPr>
          <p:cNvPr id="5" name="Espace réservé du contenu 4">
            <a:extLst xmlns:a="http://schemas.openxmlformats.org/drawingml/2006/main">
              <a:ext uri="{FF2B5EF4-FFF2-40B4-BE49-F238E27FC236}">
                <a16:creationId xmlns:a16="http://schemas.microsoft.com/office/drawing/2014/main" id="{F8400313-BF01-95B5-BA89-B20658E15DB0}"/>
              </a:ext>
            </a:extLst>
          </p:cNvPr>
          <p:cNvSpPr>
            <a:spLocks xmlns:a="http://schemas.openxmlformats.org/drawingml/2006/main" noGrp="1"/>
          </p:cNvSpPr>
          <p:nvPr>
            <p:ph idx="13"/>
          </p:nvPr>
        </p:nvSpPr>
        <p:spPr>
          <a:xfrm xmlns:a="http://schemas.openxmlformats.org/drawingml/2006/main">
            <a:off x="8040688" y="877888"/>
            <a:ext cx="3600450" cy="2244725"/>
          </a:xfrm>
        </p:spPr>
        <p:txBody>
          <a:bodyPr xmlns:a="http://schemas.openxmlformats.org/drawingml/2006/main"/>
          <a:lstStyle xmlns:a="http://schemas.openxmlformats.org/drawingml/2006/main"/>
          <a:p xmlns:a="http://schemas.openxmlformats.org/drawingml/2006/main">
            <a:pPr marL="363538" indent="-363538">
              <a:buFont typeface="+mj-lt"/>
              <a:buAutoNum type="arabicPeriod" startAt="3"/>
            </a:pPr>
            <a:r>
              <a:rPr b="1">
                <a:solidFill>
                  <a:schemeClr val="tx2"/>
                </a:solidFill>
              </a:rPr>
              <a:t>Collaborate</a:t>
            </a:r>
            <a:r>
              <a:rPr b="1">
                <a:solidFill>
                  <a:schemeClr val="tx2"/>
                </a:solidFill>
              </a:rPr>
              <a:t> / support EPFL </a:t>
            </a:r>
          </a:p>
          <a:p xmlns:a="http://schemas.openxmlformats.org/drawingml/2006/main">
            <a:pPr marL="541338" lvl="1" indent="-177800">
              <a:buNone/>
            </a:pPr>
            <a:r>
              <a:rPr sz="1800"/>
              <a:t>Startup </a:t>
            </a:r>
            <a:r>
              <a:rPr sz="1800"/>
              <a:t>ecosystem</a:t>
            </a:r>
            <a:endParaRPr sz="1800"/>
          </a:p>
          <a:p xmlns:a="http://schemas.openxmlformats.org/drawingml/2006/main">
            <a:pPr marL="541338" lvl="1" indent="-177800">
              <a:buNone/>
            </a:pPr>
            <a:r>
              <a:rPr sz="1800"/>
              <a:t>Research</a:t>
            </a:r>
            <a:r>
              <a:rPr sz="1800"/>
              <a:t> collaborations</a:t>
            </a:r>
          </a:p>
          <a:p xmlns:a="http://schemas.openxmlformats.org/drawingml/2006/main">
            <a:pPr marL="541338" lvl="1" indent="-177800">
              <a:buNone/>
            </a:pPr>
            <a:r>
              <a:rPr sz="1800"/>
              <a:t>Student</a:t>
            </a:r>
            <a:r>
              <a:rPr sz="1800"/>
              <a:t> support program</a:t>
            </a:r>
          </a:p>
        </p:txBody>
      </p:sp>
      <p:sp>
        <p:nvSpPr>
          <p:cNvPr id="6" name="Espace réservé de la date 5">
            <a:extLst xmlns:a="http://schemas.openxmlformats.org/drawingml/2006/main">
              <a:ext uri="{FF2B5EF4-FFF2-40B4-BE49-F238E27FC236}">
                <a16:creationId xmlns:a16="http://schemas.microsoft.com/office/drawing/2014/main" id="{6975C9F2-F615-C3E0-3D0D-A211EE35392A}"/>
              </a:ext>
            </a:extLst>
          </p:cNvPr>
          <p:cNvSpPr>
            <a:spLocks xmlns:a="http://schemas.openxmlformats.org/drawingml/2006/main" noGrp="1"/>
          </p:cNvSpPr>
          <p:nvPr>
            <p:ph type="dt" idx="14"/>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7" name="Espace réservé du pied de page 6">
            <a:extLst xmlns:a="http://schemas.openxmlformats.org/drawingml/2006/main">
              <a:ext uri="{FF2B5EF4-FFF2-40B4-BE49-F238E27FC236}">
                <a16:creationId xmlns:a16="http://schemas.microsoft.com/office/drawing/2014/main" id="{D07F00B5-858E-4D1A-C6DC-FF8D05B6509A}"/>
              </a:ext>
            </a:extLst>
          </p:cNvPr>
          <p:cNvSpPr>
            <a:spLocks xmlns:a="http://schemas.openxmlformats.org/drawingml/2006/main" noGrp="1"/>
          </p:cNvSpPr>
          <p:nvPr>
            <p:ph type="ftr" idx="15"/>
          </p:nvPr>
        </p:nvSpPr>
        <p:spPr/>
        <p:txBody>
          <a:bodyPr xmlns:a="http://schemas.openxmlformats.org/drawingml/2006/main"/>
          <a:lstStyle xmlns:a="http://schemas.openxmlformats.org/drawingml/2006/main"/>
          <a:p xmlns:a="http://schemas.openxmlformats.org/drawingml/2006/main">
            <a:endParaRPr/>
          </a:p>
        </p:txBody>
      </p:sp>
      <p:sp>
        <p:nvSpPr>
          <p:cNvPr id="8" name="Espace réservé du numéro de diapositive 7">
            <a:extLst xmlns:a="http://schemas.openxmlformats.org/drawingml/2006/main">
              <a:ext uri="{FF2B5EF4-FFF2-40B4-BE49-F238E27FC236}">
                <a16:creationId xmlns:a16="http://schemas.microsoft.com/office/drawing/2014/main" id="{9DCB7524-DA86-94EE-9BE1-267356F69059}"/>
              </a:ext>
            </a:extLst>
          </p:cNvPr>
          <p:cNvSpPr>
            <a:spLocks xmlns:a="http://schemas.openxmlformats.org/drawingml/2006/main" noGrp="1"/>
          </p:cNvSpPr>
          <p:nvPr>
            <p:ph type="sldNum" idx="16"/>
          </p:nvPr>
        </p:nvSpPr>
        <p:spPr/>
        <p:txBody>
          <a:bodyPr xmlns:a="http://schemas.openxmlformats.org/drawingml/2006/main"/>
          <a:lstStyle xmlns:a="http://schemas.openxmlformats.org/drawingml/2006/main"/>
          <a:p xmlns:a="http://schemas.openxmlformats.org/drawingml/2006/main">
            <a:fld id="{E1E1CD7C-2161-7D43-862E-CE4C333CD873}" type="slidenum">
              <a:t>72</a:t>
            </a:fld>
            <a:endParaRPr/>
          </a:p>
        </p:txBody>
      </p:sp>
      <p:pic>
        <p:nvPicPr>
          <p:cNvPr id="21" name="Image 9"/>
          <p:cNvPicPr>
            <a:picLocks xmlns:a="http://schemas.openxmlformats.org/drawingml/2006/main" noChangeAspect="1"/>
          </p:cNvPicPr>
          <p:nvPr/>
        </p:nvPicPr>
        <p:blipFill>
          <a:blip xmlns:r="http://schemas.openxmlformats.org/officeDocument/2006/relationships" xmlns:a="http://schemas.openxmlformats.org/drawingml/2006/main" r:embed="Rde9aec9868d945a6">
            <a:duotone>
              <a:prstClr val="black"/>
              <a:schemeClr val="tx2">
                <a:tint val="45000"/>
                <a:satMod val="400000"/>
              </a:schemeClr>
            </a:duotone>
          </a:blip>
          <a:srcRect xmlns:a="http://schemas.openxmlformats.org/drawingml/2006/main" l="0" t="0" r="0" b="0"/>
          <a:stretch xmlns:a="http://schemas.openxmlformats.org/drawingml/2006/main"/>
        </p:blipFill>
        <p:spPr>
          <a:xfrm xmlns:a="http://schemas.openxmlformats.org/drawingml/2006/main">
            <a:off x="0" y="3117850"/>
            <a:ext cx="12192000" cy="1706636"/>
          </a:xfrm>
          <a:prstGeom xmlns:a="http://schemas.openxmlformats.org/drawingml/2006/main" prst="rect">
            <a:avLst/>
          </a:prstGeom>
        </p:spPr>
      </p:pic>
      <p:sp>
        <p:nvSpPr>
          <p:cNvPr id="12" name="ZoneTexte 11">
            <a:extLst xmlns:a="http://schemas.openxmlformats.org/drawingml/2006/main">
              <a:ext uri="{FF2B5EF4-FFF2-40B4-BE49-F238E27FC236}">
                <a16:creationId xmlns:a16="http://schemas.microsoft.com/office/drawing/2014/main" id="{08E2B657-782B-A54C-ABBA-6B315337FFCA}"/>
              </a:ext>
            </a:extLst>
          </p:cNvPr>
          <p:cNvSpPr>
            <a:spLocks xmlns:a="http://schemas.openxmlformats.org/drawingml/2006/main" noGrp="1"/>
          </p:cNvSpPr>
          <p:nvPr/>
        </p:nvSpPr>
        <p:spPr>
          <a:xfrm xmlns:a="http://schemas.openxmlformats.org/drawingml/2006/main">
            <a:off x="463777" y="3555669"/>
            <a:ext cx="6096000" cy="83099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bg1"/>
                </a:solidFill>
              </a:rPr>
              <a:t>For </a:t>
            </a:r>
            <a:r>
              <a:rPr sz="2400">
                <a:solidFill>
                  <a:schemeClr val="bg1"/>
                </a:solidFill>
              </a:rPr>
              <a:t>any</a:t>
            </a:r>
            <a:r>
              <a:rPr sz="2400">
                <a:solidFill>
                  <a:schemeClr val="bg1"/>
                </a:solidFill>
              </a:rPr>
              <a:t> information contact:  </a:t>
            </a:r>
          </a:p>
          <a:p xmlns:a="http://schemas.openxmlformats.org/drawingml/2006/main">
            <a:r>
              <a:rPr sz="2400" b="1">
                <a:solidFill>
                  <a:schemeClr val="bg1"/>
                </a:solidFill>
              </a:rPr>
              <a:t>alumni@epfl.ch, </a:t>
            </a:r>
            <a:r>
              <a:rPr sz="2400" b="1">
                <a:solidFill>
                  <a:schemeClr val="bg1"/>
                </a:solidFill>
              </a:rPr>
              <a:t>leila.ojjeh@epfl.ch</a:t>
            </a:r>
            <a:endParaRPr sz="2400">
              <a:solidFill>
                <a:schemeClr val="bg1"/>
              </a:solidFill>
            </a:endParaRPr>
          </a:p>
        </p:txBody>
      </p:sp>
    </p:spTree>
    <p:extLst>
      <p:ext uri="{BB962C8B-B14F-4D97-AF65-F5344CB8AC3E}">
        <p14:creationId xmlns:p14="http://schemas.microsoft.com/office/powerpoint/2010/main" val="187635856"/>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 name="Espace réservé du contenu 1">
            <a:extLst xmlns:a="http://schemas.openxmlformats.org/drawingml/2006/main">
              <a:ext uri="{FF2B5EF4-FFF2-40B4-BE49-F238E27FC236}">
                <a16:creationId xmlns:a16="http://schemas.microsoft.com/office/drawing/2014/main" id="{98CD31AB-42DD-1007-5F4C-586232A0C7A2}"/>
              </a:ext>
            </a:extLst>
          </p:cNvPr>
          <p:cNvSpPr>
            <a:spLocks xmlns:a="http://schemas.openxmlformats.org/drawingml/2006/main" noGrp="1"/>
          </p:cNvSpPr>
          <p:nvPr>
            <p:ph idx="1"/>
          </p:nvPr>
        </p:nvSpPr>
        <p:spPr>
          <a:xfrm xmlns:a="http://schemas.openxmlformats.org/drawingml/2006/main">
            <a:off x="550862" y="878457"/>
            <a:ext cx="3600451" cy="2239393"/>
          </a:xfrm>
        </p:spPr>
        <p:txBody>
          <a:bodyPr xmlns:a="http://schemas.openxmlformats.org/drawingml/2006/main"/>
          <a:lstStyle xmlns:a="http://schemas.openxmlformats.org/drawingml/2006/main"/>
          <a:p xmlns:a="http://schemas.openxmlformats.org/drawingml/2006/main">
            <a:pPr marL="363538" indent="-363538">
              <a:buFont typeface="+mj-lt"/>
              <a:buAutoNum type="arabicPeriod"/>
            </a:pPr>
            <a:r>
              <a:rPr b="1">
                <a:solidFill>
                  <a:schemeClr val="tx2"/>
                </a:solidFill>
              </a:rPr>
              <a:t>Stay</a:t>
            </a:r>
            <a:r>
              <a:rPr b="1">
                <a:solidFill>
                  <a:schemeClr val="tx2"/>
                </a:solidFill>
              </a:rPr>
              <a:t> in </a:t>
            </a:r>
            <a:r>
              <a:rPr b="1">
                <a:solidFill>
                  <a:schemeClr val="tx2"/>
                </a:solidFill>
              </a:rPr>
              <a:t>touch</a:t>
            </a:r>
            <a:r>
              <a:rPr b="1">
                <a:solidFill>
                  <a:schemeClr val="tx2"/>
                </a:solidFill>
              </a:rPr>
              <a:t> </a:t>
            </a:r>
          </a:p>
          <a:p xmlns:a="http://schemas.openxmlformats.org/drawingml/2006/main">
            <a:pPr marL="541338" lvl="1" indent="-177800">
              <a:buNone/>
            </a:pPr>
            <a:r>
              <a:rPr sz="1800"/>
              <a:t>Activate</a:t>
            </a:r>
            <a:r>
              <a:rPr sz="1800"/>
              <a:t> &amp; update </a:t>
            </a:r>
            <a:r>
              <a:rPr sz="1800"/>
              <a:t>your</a:t>
            </a:r>
            <a:r>
              <a:rPr sz="1800"/>
              <a:t> </a:t>
            </a:r>
            <a:r>
              <a:rPr sz="1800"/>
              <a:t>account</a:t>
            </a:r>
            <a:r>
              <a:rPr sz="1800"/>
              <a:t> on </a:t>
            </a:r>
            <a:r>
              <a:rPr sz="1800"/>
              <a:t>epflalumni.ch</a:t>
            </a:r>
            <a:endParaRPr sz="1800"/>
          </a:p>
          <a:p xmlns:a="http://schemas.openxmlformats.org/drawingml/2006/main">
            <a:pPr marL="541338" lvl="1" indent="-177800">
              <a:buNone/>
            </a:pPr>
            <a:r>
              <a:rPr sz="1800"/>
              <a:t>Follow us on LinkedIn &amp; Instagram</a:t>
            </a:r>
          </a:p>
          <a:p xmlns:a="http://schemas.openxmlformats.org/drawingml/2006/main">
            <a:endParaRPr/>
          </a:p>
          <a:p xmlns:a="http://schemas.openxmlformats.org/drawingml/2006/main">
            <a:endParaRPr/>
          </a:p>
        </p:txBody>
      </p:sp>
      <p:sp>
        <p:nvSpPr>
          <p:cNvPr id="3" name="Espace réservé du contenu 2">
            <a:extLst xmlns:a="http://schemas.openxmlformats.org/drawingml/2006/main">
              <a:ext uri="{FF2B5EF4-FFF2-40B4-BE49-F238E27FC236}">
                <a16:creationId xmlns:a16="http://schemas.microsoft.com/office/drawing/2014/main" id="{B812496F-4B22-B8CC-F385-A03BDB00F8A5}"/>
              </a:ext>
            </a:extLst>
          </p:cNvPr>
          <p:cNvSpPr>
            <a:spLocks xmlns:a="http://schemas.openxmlformats.org/drawingml/2006/main" noGrp="1"/>
          </p:cNvSpPr>
          <p:nvPr>
            <p:ph idx="2"/>
          </p:nvPr>
        </p:nvSpPr>
        <p:spPr>
          <a:xfrm xmlns:a="http://schemas.openxmlformats.org/drawingml/2006/main">
            <a:off x="4295775" y="873125"/>
            <a:ext cx="3600450" cy="2244725"/>
          </a:xfrm>
        </p:spPr>
        <p:txBody>
          <a:bodyPr xmlns:a="http://schemas.openxmlformats.org/drawingml/2006/main">
            <a:normAutofit/>
          </a:bodyPr>
          <a:lstStyle xmlns:a="http://schemas.openxmlformats.org/drawingml/2006/main"/>
          <a:p xmlns:a="http://schemas.openxmlformats.org/drawingml/2006/main">
            <a:pPr marL="363538" indent="-363538">
              <a:buFont typeface="+mj-lt"/>
              <a:buAutoNum type="arabicPeriod" startAt="2"/>
            </a:pPr>
            <a:r>
              <a:rPr b="1">
                <a:solidFill>
                  <a:schemeClr val="tx2"/>
                </a:solidFill>
              </a:rPr>
              <a:t>Take</a:t>
            </a:r>
            <a:r>
              <a:rPr b="1">
                <a:solidFill>
                  <a:schemeClr val="tx2"/>
                </a:solidFill>
              </a:rPr>
              <a:t> part in the network</a:t>
            </a:r>
          </a:p>
          <a:p xmlns:a="http://schemas.openxmlformats.org/drawingml/2006/main">
            <a:pPr marL="541338" lvl="1" indent="-177800">
              <a:buNone/>
            </a:pPr>
            <a:r>
              <a:rPr sz="1800"/>
              <a:t>Post jobs / </a:t>
            </a:r>
            <a:r>
              <a:rPr sz="1800"/>
              <a:t>internships</a:t>
            </a:r>
            <a:r>
              <a:rPr sz="1800"/>
              <a:t> for the </a:t>
            </a:r>
            <a:r>
              <a:rPr sz="1800"/>
              <a:t>community</a:t>
            </a:r>
            <a:endParaRPr sz="1800"/>
          </a:p>
          <a:p xmlns:a="http://schemas.openxmlformats.org/drawingml/2006/main">
            <a:pPr marL="541338" lvl="1" indent="-177800">
              <a:buNone/>
            </a:pPr>
            <a:r>
              <a:rPr sz="1800"/>
              <a:t>Join</a:t>
            </a:r>
            <a:r>
              <a:rPr sz="1800"/>
              <a:t> in as a mentor or </a:t>
            </a:r>
            <a:r>
              <a:rPr sz="1800"/>
              <a:t>mentee</a:t>
            </a:r>
            <a:r>
              <a:rPr sz="1800"/>
              <a:t> for </a:t>
            </a:r>
            <a:r>
              <a:rPr sz="1800"/>
              <a:t>career</a:t>
            </a:r>
            <a:r>
              <a:rPr sz="1800"/>
              <a:t>/startups</a:t>
            </a:r>
          </a:p>
          <a:p xmlns:a="http://schemas.openxmlformats.org/drawingml/2006/main">
            <a:pPr marL="541338" lvl="1" indent="-177800">
              <a:buNone/>
            </a:pPr>
            <a:r>
              <a:rPr sz="1800"/>
              <a:t>Take</a:t>
            </a:r>
            <a:r>
              <a:rPr sz="1800"/>
              <a:t> part in </a:t>
            </a:r>
            <a:r>
              <a:rPr sz="1800"/>
              <a:t>events</a:t>
            </a:r>
            <a:r>
              <a:rPr sz="1800"/>
              <a:t> / </a:t>
            </a:r>
            <a:r>
              <a:rPr sz="1800"/>
              <a:t>visit</a:t>
            </a:r>
            <a:r>
              <a:rPr sz="1800"/>
              <a:t> us</a:t>
            </a:r>
          </a:p>
          <a:p xmlns:a="http://schemas.openxmlformats.org/drawingml/2006/main">
            <a:pPr marL="541338" lvl="1" indent="-177800">
              <a:buNone/>
            </a:pPr>
            <a:r>
              <a:rPr sz="1800"/>
              <a:t>Share </a:t>
            </a:r>
            <a:r>
              <a:rPr sz="1800"/>
              <a:t>your</a:t>
            </a:r>
            <a:r>
              <a:rPr sz="1800"/>
              <a:t> news</a:t>
            </a:r>
          </a:p>
          <a:p xmlns:a="http://schemas.openxmlformats.org/drawingml/2006/main">
            <a:pPr marL="541338" lvl="1" indent="-177800">
              <a:buNone/>
            </a:pPr>
            <a:endParaRPr sz="2000"/>
          </a:p>
          <a:p xmlns:a="http://schemas.openxmlformats.org/drawingml/2006/main">
            <a:pPr marL="0" indent="0">
              <a:buNone/>
            </a:pPr>
            <a:endParaRPr/>
          </a:p>
        </p:txBody>
      </p:sp>
      <p:sp>
        <p:nvSpPr>
          <p:cNvPr id="4" name="Titre 3">
            <a:extLst xmlns:a="http://schemas.openxmlformats.org/drawingml/2006/main">
              <a:ext uri="{FF2B5EF4-FFF2-40B4-BE49-F238E27FC236}">
                <a16:creationId xmlns:a16="http://schemas.microsoft.com/office/drawing/2014/main" id="{A66EE8DD-3EA1-F330-D75E-4729B8FBEDED}"/>
              </a:ext>
            </a:extLst>
          </p:cNvPr>
          <p:cNvSpPr>
            <a:spLocks xmlns:a="http://schemas.openxmlformats.org/drawingml/2006/main" noGrp="1"/>
          </p:cNvSpPr>
          <p:nvPr>
            <p:ph type="title" idx="0"/>
          </p:nvPr>
        </p:nvSpPr>
        <p:spPr>
          <a:xfrm xmlns:a="http://schemas.openxmlformats.org/drawingml/2006/main">
            <a:off x="550862" y="4824486"/>
            <a:ext cx="11090275" cy="1894873"/>
          </a:xfrm>
        </p:spPr>
        <p:txBody>
          <a:bodyPr xmlns:a="http://schemas.openxmlformats.org/drawingml/2006/main"/>
          <a:lstStyle xmlns:a="http://schemas.openxmlformats.org/drawingml/2006/main"/>
          <a:p xmlns:a="http://schemas.openxmlformats.org/drawingml/2006/main">
            <a:r>
              <a:rPr sz="6600">
                <a:solidFill>
                  <a:schemeClr val="tx2"/>
                </a:solidFill>
              </a:rPr>
              <a:t>Important to </a:t>
            </a:r>
            <a:r>
              <a:rPr sz="6600">
                <a:solidFill>
                  <a:schemeClr val="tx2"/>
                </a:solidFill>
              </a:rPr>
              <a:t>stay</a:t>
            </a:r>
            <a:r>
              <a:rPr sz="6600">
                <a:solidFill>
                  <a:schemeClr val="tx2"/>
                </a:solidFill>
              </a:rPr>
              <a:t> </a:t>
            </a:r>
            <a:r>
              <a:rPr sz="6600">
                <a:solidFill>
                  <a:schemeClr val="tx2"/>
                </a:solidFill>
              </a:rPr>
              <a:t>connected</a:t>
            </a:r>
            <a:r>
              <a:rPr sz="6600">
                <a:solidFill>
                  <a:schemeClr val="tx2"/>
                </a:solidFill>
              </a:rPr>
              <a:t> &amp; support EPFL!</a:t>
            </a:r>
          </a:p>
        </p:txBody>
      </p:sp>
      <p:sp>
        <p:nvSpPr>
          <p:cNvPr id="5" name="Espace réservé du contenu 4">
            <a:extLst xmlns:a="http://schemas.openxmlformats.org/drawingml/2006/main">
              <a:ext uri="{FF2B5EF4-FFF2-40B4-BE49-F238E27FC236}">
                <a16:creationId xmlns:a16="http://schemas.microsoft.com/office/drawing/2014/main" id="{F8400313-BF01-95B5-BA89-B20658E15DB0}"/>
              </a:ext>
            </a:extLst>
          </p:cNvPr>
          <p:cNvSpPr>
            <a:spLocks xmlns:a="http://schemas.openxmlformats.org/drawingml/2006/main" noGrp="1"/>
          </p:cNvSpPr>
          <p:nvPr>
            <p:ph idx="13"/>
          </p:nvPr>
        </p:nvSpPr>
        <p:spPr>
          <a:xfrm xmlns:a="http://schemas.openxmlformats.org/drawingml/2006/main">
            <a:off x="8040688" y="877888"/>
            <a:ext cx="3600450" cy="2244725"/>
          </a:xfrm>
        </p:spPr>
        <p:txBody>
          <a:bodyPr xmlns:a="http://schemas.openxmlformats.org/drawingml/2006/main"/>
          <a:lstStyle xmlns:a="http://schemas.openxmlformats.org/drawingml/2006/main"/>
          <a:p xmlns:a="http://schemas.openxmlformats.org/drawingml/2006/main">
            <a:pPr marL="363538" indent="-363538">
              <a:buFont typeface="+mj-lt"/>
              <a:buAutoNum type="arabicPeriod" startAt="3"/>
            </a:pPr>
            <a:r>
              <a:rPr b="1">
                <a:solidFill>
                  <a:schemeClr val="tx2"/>
                </a:solidFill>
              </a:rPr>
              <a:t>Collaborate</a:t>
            </a:r>
            <a:r>
              <a:rPr b="1">
                <a:solidFill>
                  <a:schemeClr val="tx2"/>
                </a:solidFill>
              </a:rPr>
              <a:t> / support EPFL </a:t>
            </a:r>
          </a:p>
          <a:p xmlns:a="http://schemas.openxmlformats.org/drawingml/2006/main">
            <a:pPr marL="541338" lvl="1" indent="-177800">
              <a:buNone/>
            </a:pPr>
            <a:r>
              <a:rPr sz="1800"/>
              <a:t>Startup </a:t>
            </a:r>
            <a:r>
              <a:rPr sz="1800"/>
              <a:t>ecosystem</a:t>
            </a:r>
            <a:endParaRPr sz="1800"/>
          </a:p>
          <a:p xmlns:a="http://schemas.openxmlformats.org/drawingml/2006/main">
            <a:pPr marL="541338" lvl="1" indent="-177800">
              <a:buNone/>
            </a:pPr>
            <a:r>
              <a:rPr sz="1800"/>
              <a:t>Research</a:t>
            </a:r>
            <a:r>
              <a:rPr sz="1800"/>
              <a:t> collaborations</a:t>
            </a:r>
          </a:p>
          <a:p xmlns:a="http://schemas.openxmlformats.org/drawingml/2006/main">
            <a:pPr marL="541338" lvl="1" indent="-177800">
              <a:buNone/>
            </a:pPr>
            <a:r>
              <a:rPr sz="1800"/>
              <a:t>Student</a:t>
            </a:r>
            <a:r>
              <a:rPr sz="1800"/>
              <a:t> support program</a:t>
            </a:r>
          </a:p>
        </p:txBody>
      </p:sp>
      <p:sp>
        <p:nvSpPr>
          <p:cNvPr id="6" name="Espace réservé de la date 5">
            <a:extLst xmlns:a="http://schemas.openxmlformats.org/drawingml/2006/main">
              <a:ext uri="{FF2B5EF4-FFF2-40B4-BE49-F238E27FC236}">
                <a16:creationId xmlns:a16="http://schemas.microsoft.com/office/drawing/2014/main" id="{6975C9F2-F615-C3E0-3D0D-A211EE35392A}"/>
              </a:ext>
            </a:extLst>
          </p:cNvPr>
          <p:cNvSpPr>
            <a:spLocks xmlns:a="http://schemas.openxmlformats.org/drawingml/2006/main" noGrp="1"/>
          </p:cNvSpPr>
          <p:nvPr>
            <p:ph type="dt" idx="14"/>
          </p:nvPr>
        </p:nvSpPr>
        <p:spPr/>
        <p:txBody>
          <a:bodyPr xmlns:a="http://schemas.openxmlformats.org/drawingml/2006/main"/>
          <a:lstStyle xmlns:a="http://schemas.openxmlformats.org/drawingml/2006/main"/>
          <a:p xmlns:a="http://schemas.openxmlformats.org/drawingml/2006/main">
            <a:r>
              <a:t>EPFL AT A GLANCE</a:t>
            </a:r>
            <a:endParaRPr/>
          </a:p>
        </p:txBody>
      </p:sp>
      <p:sp>
        <p:nvSpPr>
          <p:cNvPr id="7" name="Espace réservé du pied de page 6">
            <a:extLst xmlns:a="http://schemas.openxmlformats.org/drawingml/2006/main">
              <a:ext uri="{FF2B5EF4-FFF2-40B4-BE49-F238E27FC236}">
                <a16:creationId xmlns:a16="http://schemas.microsoft.com/office/drawing/2014/main" id="{D07F00B5-858E-4D1A-C6DC-FF8D05B6509A}"/>
              </a:ext>
            </a:extLst>
          </p:cNvPr>
          <p:cNvSpPr>
            <a:spLocks xmlns:a="http://schemas.openxmlformats.org/drawingml/2006/main" noGrp="1"/>
          </p:cNvSpPr>
          <p:nvPr>
            <p:ph type="ftr" idx="15"/>
          </p:nvPr>
        </p:nvSpPr>
        <p:spPr/>
        <p:txBody>
          <a:bodyPr xmlns:a="http://schemas.openxmlformats.org/drawingml/2006/main"/>
          <a:lstStyle xmlns:a="http://schemas.openxmlformats.org/drawingml/2006/main"/>
          <a:p xmlns:a="http://schemas.openxmlformats.org/drawingml/2006/main">
            <a:endParaRPr/>
          </a:p>
        </p:txBody>
      </p:sp>
      <p:sp>
        <p:nvSpPr>
          <p:cNvPr id="8" name="Espace réservé du numéro de diapositive 7">
            <a:extLst xmlns:a="http://schemas.openxmlformats.org/drawingml/2006/main">
              <a:ext uri="{FF2B5EF4-FFF2-40B4-BE49-F238E27FC236}">
                <a16:creationId xmlns:a16="http://schemas.microsoft.com/office/drawing/2014/main" id="{9DCB7524-DA86-94EE-9BE1-267356F69059}"/>
              </a:ext>
            </a:extLst>
          </p:cNvPr>
          <p:cNvSpPr>
            <a:spLocks xmlns:a="http://schemas.openxmlformats.org/drawingml/2006/main" noGrp="1"/>
          </p:cNvSpPr>
          <p:nvPr>
            <p:ph type="sldNum" idx="16"/>
          </p:nvPr>
        </p:nvSpPr>
        <p:spPr/>
        <p:txBody>
          <a:bodyPr xmlns:a="http://schemas.openxmlformats.org/drawingml/2006/main"/>
          <a:lstStyle xmlns:a="http://schemas.openxmlformats.org/drawingml/2006/main"/>
          <a:p xmlns:a="http://schemas.openxmlformats.org/drawingml/2006/main">
            <a:fld id="{E1E1CD7C-2161-7D43-862E-CE4C333CD873}" type="slidenum">
              <a:t>72</a:t>
            </a:fld>
            <a:endParaRPr/>
          </a:p>
        </p:txBody>
      </p:sp>
      <p:pic>
        <p:nvPicPr>
          <p:cNvPr id="21" name="Image 9"/>
          <p:cNvPicPr>
            <a:picLocks xmlns:a="http://schemas.openxmlformats.org/drawingml/2006/main" noChangeAspect="1"/>
          </p:cNvPicPr>
          <p:nvPr/>
        </p:nvPicPr>
        <p:blipFill>
          <a:blip xmlns:r="http://schemas.openxmlformats.org/officeDocument/2006/relationships" xmlns:a="http://schemas.openxmlformats.org/drawingml/2006/main" r:embed="R6ed3423469be4ffd">
            <a:duotone>
              <a:prstClr val="black"/>
              <a:schemeClr val="tx2">
                <a:tint val="45000"/>
                <a:satMod val="400000"/>
              </a:schemeClr>
            </a:duotone>
          </a:blip>
          <a:srcRect xmlns:a="http://schemas.openxmlformats.org/drawingml/2006/main" l="0" t="0" r="0" b="0"/>
          <a:stretch xmlns:a="http://schemas.openxmlformats.org/drawingml/2006/main"/>
        </p:blipFill>
        <p:spPr>
          <a:xfrm xmlns:a="http://schemas.openxmlformats.org/drawingml/2006/main">
            <a:off x="0" y="3117850"/>
            <a:ext cx="12192000" cy="1706636"/>
          </a:xfrm>
          <a:prstGeom xmlns:a="http://schemas.openxmlformats.org/drawingml/2006/main" prst="rect">
            <a:avLst/>
          </a:prstGeom>
        </p:spPr>
      </p:pic>
      <p:sp>
        <p:nvSpPr>
          <p:cNvPr id="12" name="ZoneTexte 11">
            <a:extLst xmlns:a="http://schemas.openxmlformats.org/drawingml/2006/main">
              <a:ext uri="{FF2B5EF4-FFF2-40B4-BE49-F238E27FC236}">
                <a16:creationId xmlns:a16="http://schemas.microsoft.com/office/drawing/2014/main" id="{08E2B657-782B-A54C-ABBA-6B315337FFCA}"/>
              </a:ext>
            </a:extLst>
          </p:cNvPr>
          <p:cNvSpPr>
            <a:spLocks xmlns:a="http://schemas.openxmlformats.org/drawingml/2006/main" noGrp="1"/>
          </p:cNvSpPr>
          <p:nvPr/>
        </p:nvSpPr>
        <p:spPr>
          <a:xfrm xmlns:a="http://schemas.openxmlformats.org/drawingml/2006/main">
            <a:off x="463777" y="3555669"/>
            <a:ext cx="6096000" cy="83099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bg1"/>
                </a:solidFill>
              </a:rPr>
              <a:t>For </a:t>
            </a:r>
            <a:r>
              <a:rPr sz="2400">
                <a:solidFill>
                  <a:schemeClr val="bg1"/>
                </a:solidFill>
              </a:rPr>
              <a:t>any</a:t>
            </a:r>
            <a:r>
              <a:rPr sz="2400">
                <a:solidFill>
                  <a:schemeClr val="bg1"/>
                </a:solidFill>
              </a:rPr>
              <a:t> information contact:  </a:t>
            </a:r>
          </a:p>
          <a:p xmlns:a="http://schemas.openxmlformats.org/drawingml/2006/main">
            <a:r>
              <a:rPr sz="2400" b="1">
                <a:solidFill>
                  <a:schemeClr val="bg1"/>
                </a:solidFill>
              </a:rPr>
              <a:t>alumni@epfl.ch, </a:t>
            </a:r>
            <a:r>
              <a:rPr sz="2400" b="1">
                <a:solidFill>
                  <a:schemeClr val="bg1"/>
                </a:solidFill>
              </a:rPr>
              <a:t>leila.ojjeh@epfl.ch</a:t>
            </a:r>
            <a:endParaRPr sz="2400">
              <a:solidFill>
                <a:schemeClr val="bg1"/>
              </a:solidFill>
            </a:endParaRPr>
          </a:p>
        </p:txBody>
      </p:sp>
    </p:spTree>
    <p:extLst>
      <p:ext uri="{BB962C8B-B14F-4D97-AF65-F5344CB8AC3E}">
        <p14:creationId xmlns:p14="http://schemas.microsoft.com/office/powerpoint/2010/main" val="187635856"/>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pic>
        <p:nvPicPr>
          <p:cNvPr id="12" name="Espace réservé pour une image  10"/>
          <p:cNvPicPr>
            <a:picLocks xmlns:a="http://schemas.openxmlformats.org/drawingml/2006/main" noChangeAspect="1"/>
          </p:cNvPicPr>
          <p:nvPr>
            <p:ph type="pic" idx="10"/>
          </p:nvPr>
        </p:nvPicPr>
        <p:blipFill>
          <a:blip xmlns:r="http://schemas.openxmlformats.org/officeDocument/2006/relationships" xmlns:a="http://schemas.openxmlformats.org/drawingml/2006/main" r:embed="Rd6b799f8335149ae"/>
          <a:srcRect xmlns:a="http://schemas.openxmlformats.org/drawingml/2006/main" l="0" t="0" r="0" b="0"/>
          <a:stretch xmlns:a="http://schemas.openxmlformats.org/drawingml/2006/main"/>
        </p:blipFill>
        <p:spPr>
          <a:xfrm xmlns:a="http://schemas.openxmlformats.org/drawingml/2006/main">
            <a:off x="2" y="0"/>
            <a:ext cx="12191998" cy="6858000"/>
          </a:xfrm>
        </p:spPr>
      </p:pic>
      <p:sp>
        <p:nvSpPr>
          <p:cNvPr id="7" name="Forme libre 6">
            <a:extLst xmlns:a="http://schemas.openxmlformats.org/drawingml/2006/main">
              <a:ext uri="{FF2B5EF4-FFF2-40B4-BE49-F238E27FC236}">
                <a16:creationId xmlns:a16="http://schemas.microsoft.com/office/drawing/2014/main" id="{CA0D5AA1-6FBB-4E18-D309-991C16BDF1FE}"/>
              </a:ext>
            </a:extLst>
          </p:cNvPr>
          <p:cNvSpPr>
            <a:spLocks xmlns:a="http://schemas.openxmlformats.org/drawingml/2006/main" noGrp="1"/>
          </p:cNvSpPr>
          <p:nvPr/>
        </p:nvSpPr>
        <p:spPr>
          <a:xfrm xmlns:a="http://schemas.openxmlformats.org/drawingml/2006/main">
            <a:off x="0" y="0"/>
            <a:ext cx="8040688" cy="6858000"/>
          </a:xfrm>
          <a:custGeom xmlns:a="http://schemas.openxmlformats.org/drawingml/2006/main">
            <a:gdLst>
              <a:gd name="connsiteX0" fmla="*/ 1047878 w 8040688"/>
              <a:gd name="connsiteY0" fmla="*/ 414079 h 6858000"/>
              <a:gd name="connsiteX1" fmla="*/ 1124414 w 8040688"/>
              <a:gd name="connsiteY1" fmla="*/ 414079 h 6858000"/>
              <a:gd name="connsiteX2" fmla="*/ 1157026 w 8040688"/>
              <a:gd name="connsiteY2" fmla="*/ 415945 h 6858000"/>
              <a:gd name="connsiteX3" fmla="*/ 1184613 w 8040688"/>
              <a:gd name="connsiteY3" fmla="*/ 423190 h 6858000"/>
              <a:gd name="connsiteX4" fmla="*/ 1203732 w 8040688"/>
              <a:gd name="connsiteY4" fmla="*/ 438343 h 6858000"/>
              <a:gd name="connsiteX5" fmla="*/ 1210937 w 8040688"/>
              <a:gd name="connsiteY5" fmla="*/ 463999 h 6858000"/>
              <a:gd name="connsiteX6" fmla="*/ 1203732 w 8040688"/>
              <a:gd name="connsiteY6" fmla="*/ 489655 h 6858000"/>
              <a:gd name="connsiteX7" fmla="*/ 1184613 w 8040688"/>
              <a:gd name="connsiteY7" fmla="*/ 504809 h 6858000"/>
              <a:gd name="connsiteX8" fmla="*/ 1157026 w 8040688"/>
              <a:gd name="connsiteY8" fmla="*/ 512053 h 6858000"/>
              <a:gd name="connsiteX9" fmla="*/ 1124414 w 8040688"/>
              <a:gd name="connsiteY9" fmla="*/ 513919 h 6858000"/>
              <a:gd name="connsiteX10" fmla="*/ 1047878 w 8040688"/>
              <a:gd name="connsiteY10" fmla="*/ 513919 h 6858000"/>
              <a:gd name="connsiteX11" fmla="*/ 1761703 w 8040688"/>
              <a:gd name="connsiteY11" fmla="*/ 331195 h 6858000"/>
              <a:gd name="connsiteX12" fmla="*/ 1761703 w 8040688"/>
              <a:gd name="connsiteY12" fmla="*/ 779561 h 6858000"/>
              <a:gd name="connsiteX13" fmla="*/ 2085672 w 8040688"/>
              <a:gd name="connsiteY13" fmla="*/ 779561 h 6858000"/>
              <a:gd name="connsiteX14" fmla="*/ 2085672 w 8040688"/>
              <a:gd name="connsiteY14" fmla="*/ 696645 h 6858000"/>
              <a:gd name="connsiteX15" fmla="*/ 1858274 w 8040688"/>
              <a:gd name="connsiteY15" fmla="*/ 696645 h 6858000"/>
              <a:gd name="connsiteX16" fmla="*/ 1858274 w 8040688"/>
              <a:gd name="connsiteY16" fmla="*/ 331195 h 6858000"/>
              <a:gd name="connsiteX17" fmla="*/ 1367739 w 8040688"/>
              <a:gd name="connsiteY17" fmla="*/ 331195 h 6858000"/>
              <a:gd name="connsiteX18" fmla="*/ 1367739 w 8040688"/>
              <a:gd name="connsiteY18" fmla="*/ 513920 h 6858000"/>
              <a:gd name="connsiteX19" fmla="*/ 1464342 w 8040688"/>
              <a:gd name="connsiteY19" fmla="*/ 513920 h 6858000"/>
              <a:gd name="connsiteX20" fmla="*/ 1464342 w 8040688"/>
              <a:gd name="connsiteY20" fmla="*/ 596804 h 6858000"/>
              <a:gd name="connsiteX21" fmla="*/ 1367739 w 8040688"/>
              <a:gd name="connsiteY21" fmla="*/ 596804 h 6858000"/>
              <a:gd name="connsiteX22" fmla="*/ 1367739 w 8040688"/>
              <a:gd name="connsiteY22" fmla="*/ 779529 h 6858000"/>
              <a:gd name="connsiteX23" fmla="*/ 1464342 w 8040688"/>
              <a:gd name="connsiteY23" fmla="*/ 779529 h 6858000"/>
              <a:gd name="connsiteX24" fmla="*/ 1464342 w 8040688"/>
              <a:gd name="connsiteY24" fmla="*/ 596804 h 6858000"/>
              <a:gd name="connsiteX25" fmla="*/ 1672306 w 8040688"/>
              <a:gd name="connsiteY25" fmla="*/ 596804 h 6858000"/>
              <a:gd name="connsiteX26" fmla="*/ 1672306 w 8040688"/>
              <a:gd name="connsiteY26" fmla="*/ 513920 h 6858000"/>
              <a:gd name="connsiteX27" fmla="*/ 1464342 w 8040688"/>
              <a:gd name="connsiteY27" fmla="*/ 513920 h 6858000"/>
              <a:gd name="connsiteX28" fmla="*/ 1464342 w 8040688"/>
              <a:gd name="connsiteY28" fmla="*/ 414079 h 6858000"/>
              <a:gd name="connsiteX29" fmla="*/ 1691740 w 8040688"/>
              <a:gd name="connsiteY29" fmla="*/ 414079 h 6858000"/>
              <a:gd name="connsiteX30" fmla="*/ 1691740 w 8040688"/>
              <a:gd name="connsiteY30" fmla="*/ 331195 h 6858000"/>
              <a:gd name="connsiteX31" fmla="*/ 544448 w 8040688"/>
              <a:gd name="connsiteY31" fmla="*/ 331195 h 6858000"/>
              <a:gd name="connsiteX32" fmla="*/ 544448 w 8040688"/>
              <a:gd name="connsiteY32" fmla="*/ 513920 h 6858000"/>
              <a:gd name="connsiteX33" fmla="*/ 641051 w 8040688"/>
              <a:gd name="connsiteY33" fmla="*/ 513920 h 6858000"/>
              <a:gd name="connsiteX34" fmla="*/ 641051 w 8040688"/>
              <a:gd name="connsiteY34" fmla="*/ 596804 h 6858000"/>
              <a:gd name="connsiteX35" fmla="*/ 544448 w 8040688"/>
              <a:gd name="connsiteY35" fmla="*/ 596804 h 6858000"/>
              <a:gd name="connsiteX36" fmla="*/ 544448 w 8040688"/>
              <a:gd name="connsiteY36" fmla="*/ 779560 h 6858000"/>
              <a:gd name="connsiteX37" fmla="*/ 868449 w 8040688"/>
              <a:gd name="connsiteY37" fmla="*/ 779560 h 6858000"/>
              <a:gd name="connsiteX38" fmla="*/ 868449 w 8040688"/>
              <a:gd name="connsiteY38" fmla="*/ 696645 h 6858000"/>
              <a:gd name="connsiteX39" fmla="*/ 641051 w 8040688"/>
              <a:gd name="connsiteY39" fmla="*/ 696645 h 6858000"/>
              <a:gd name="connsiteX40" fmla="*/ 641051 w 8040688"/>
              <a:gd name="connsiteY40" fmla="*/ 596804 h 6858000"/>
              <a:gd name="connsiteX41" fmla="*/ 849015 w 8040688"/>
              <a:gd name="connsiteY41" fmla="*/ 596804 h 6858000"/>
              <a:gd name="connsiteX42" fmla="*/ 849015 w 8040688"/>
              <a:gd name="connsiteY42" fmla="*/ 513920 h 6858000"/>
              <a:gd name="connsiteX43" fmla="*/ 641051 w 8040688"/>
              <a:gd name="connsiteY43" fmla="*/ 513920 h 6858000"/>
              <a:gd name="connsiteX44" fmla="*/ 641051 w 8040688"/>
              <a:gd name="connsiteY44" fmla="*/ 414079 h 6858000"/>
              <a:gd name="connsiteX45" fmla="*/ 868449 w 8040688"/>
              <a:gd name="connsiteY45" fmla="*/ 414079 h 6858000"/>
              <a:gd name="connsiteX46" fmla="*/ 868449 w 8040688"/>
              <a:gd name="connsiteY46" fmla="*/ 331195 h 6858000"/>
              <a:gd name="connsiteX47" fmla="*/ 951243 w 8040688"/>
              <a:gd name="connsiteY47" fmla="*/ 331163 h 6858000"/>
              <a:gd name="connsiteX48" fmla="*/ 951243 w 8040688"/>
              <a:gd name="connsiteY48" fmla="*/ 779529 h 6858000"/>
              <a:gd name="connsiteX49" fmla="*/ 1047846 w 8040688"/>
              <a:gd name="connsiteY49" fmla="*/ 779529 h 6858000"/>
              <a:gd name="connsiteX50" fmla="*/ 1047846 w 8040688"/>
              <a:gd name="connsiteY50" fmla="*/ 596772 h 6858000"/>
              <a:gd name="connsiteX51" fmla="*/ 1151338 w 8040688"/>
              <a:gd name="connsiteY51" fmla="*/ 596772 h 6858000"/>
              <a:gd name="connsiteX52" fmla="*/ 1222850 w 8040688"/>
              <a:gd name="connsiteY52" fmla="*/ 585478 h 6858000"/>
              <a:gd name="connsiteX53" fmla="*/ 1270852 w 8040688"/>
              <a:gd name="connsiteY53" fmla="*/ 555615 h 6858000"/>
              <a:gd name="connsiteX54" fmla="*/ 1297838 w 8040688"/>
              <a:gd name="connsiteY54" fmla="*/ 513002 h 6858000"/>
              <a:gd name="connsiteX55" fmla="*/ 1306307 w 8040688"/>
              <a:gd name="connsiteY55" fmla="*/ 463999 h 6858000"/>
              <a:gd name="connsiteX56" fmla="*/ 1297838 w 8040688"/>
              <a:gd name="connsiteY56" fmla="*/ 414712 h 6858000"/>
              <a:gd name="connsiteX57" fmla="*/ 1270852 w 8040688"/>
              <a:gd name="connsiteY57" fmla="*/ 372384 h 6858000"/>
              <a:gd name="connsiteX58" fmla="*/ 1270852 w 8040688"/>
              <a:gd name="connsiteY58" fmla="*/ 372352 h 6858000"/>
              <a:gd name="connsiteX59" fmla="*/ 1222850 w 8040688"/>
              <a:gd name="connsiteY59" fmla="*/ 342488 h 6858000"/>
              <a:gd name="connsiteX60" fmla="*/ 1151338 w 8040688"/>
              <a:gd name="connsiteY60" fmla="*/ 331163 h 6858000"/>
              <a:gd name="connsiteX61" fmla="*/ 0 w 8040688"/>
              <a:gd name="connsiteY61" fmla="*/ 0 h 6858000"/>
              <a:gd name="connsiteX62" fmla="*/ 8040688 w 8040688"/>
              <a:gd name="connsiteY62" fmla="*/ 0 h 6858000"/>
              <a:gd name="connsiteX63" fmla="*/ 8040688 w 8040688"/>
              <a:gd name="connsiteY63" fmla="*/ 6858000 h 6858000"/>
              <a:gd name="connsiteX64" fmla="*/ 0 w 8040688"/>
              <a:gd name="connsiteY64" fmla="*/ 6858000 h 6858000"/>
            </a:gdLst>
            <a:rect l="l" t="t" r="r" b="b"/>
            <a:pathLst>
              <a:path w="8040688" h="6858000">
                <a:moveTo>
                  <a:pt x="1047878" y="414079"/>
                </a:moveTo>
                <a:lnTo>
                  <a:pt x="1124414" y="414079"/>
                </a:lnTo>
                <a:cubicBezTo>
                  <a:pt x="1135696" y="414079"/>
                  <a:pt x="1146566" y="414712"/>
                  <a:pt x="1157026" y="415945"/>
                </a:cubicBezTo>
                <a:cubicBezTo>
                  <a:pt x="1167486" y="417179"/>
                  <a:pt x="1176682" y="419615"/>
                  <a:pt x="1184613" y="423190"/>
                </a:cubicBezTo>
                <a:cubicBezTo>
                  <a:pt x="1192545" y="426765"/>
                  <a:pt x="1198929" y="431826"/>
                  <a:pt x="1203732" y="438343"/>
                </a:cubicBezTo>
                <a:cubicBezTo>
                  <a:pt x="1208535" y="444860"/>
                  <a:pt x="1210937" y="453433"/>
                  <a:pt x="1210937" y="463999"/>
                </a:cubicBezTo>
                <a:cubicBezTo>
                  <a:pt x="1210937" y="474565"/>
                  <a:pt x="1208535" y="483138"/>
                  <a:pt x="1203732" y="489655"/>
                </a:cubicBezTo>
                <a:cubicBezTo>
                  <a:pt x="1198929" y="496172"/>
                  <a:pt x="1192545" y="501234"/>
                  <a:pt x="1184613" y="504809"/>
                </a:cubicBezTo>
                <a:cubicBezTo>
                  <a:pt x="1176650" y="508383"/>
                  <a:pt x="1167454" y="510788"/>
                  <a:pt x="1157026" y="512053"/>
                </a:cubicBezTo>
                <a:cubicBezTo>
                  <a:pt x="1146566" y="513287"/>
                  <a:pt x="1135696" y="513919"/>
                  <a:pt x="1124414" y="513919"/>
                </a:cubicBezTo>
                <a:lnTo>
                  <a:pt x="1047878" y="513919"/>
                </a:lnTo>
                <a:close/>
                <a:moveTo>
                  <a:pt x="1761703" y="331195"/>
                </a:moveTo>
                <a:lnTo>
                  <a:pt x="1761703" y="779561"/>
                </a:lnTo>
                <a:lnTo>
                  <a:pt x="2085672" y="779561"/>
                </a:lnTo>
                <a:lnTo>
                  <a:pt x="2085672" y="696645"/>
                </a:lnTo>
                <a:lnTo>
                  <a:pt x="1858274" y="696645"/>
                </a:lnTo>
                <a:lnTo>
                  <a:pt x="1858274" y="331195"/>
                </a:lnTo>
                <a:close/>
                <a:moveTo>
                  <a:pt x="1367739" y="331195"/>
                </a:moveTo>
                <a:lnTo>
                  <a:pt x="1367739" y="513920"/>
                </a:lnTo>
                <a:lnTo>
                  <a:pt x="1464342" y="513920"/>
                </a:lnTo>
                <a:lnTo>
                  <a:pt x="1464342" y="596804"/>
                </a:lnTo>
                <a:lnTo>
                  <a:pt x="1367739" y="596804"/>
                </a:lnTo>
                <a:lnTo>
                  <a:pt x="1367739" y="779529"/>
                </a:lnTo>
                <a:lnTo>
                  <a:pt x="1464342" y="779529"/>
                </a:lnTo>
                <a:lnTo>
                  <a:pt x="1464342" y="596804"/>
                </a:lnTo>
                <a:lnTo>
                  <a:pt x="1672306" y="596804"/>
                </a:lnTo>
                <a:lnTo>
                  <a:pt x="1672306" y="513920"/>
                </a:lnTo>
                <a:lnTo>
                  <a:pt x="1464342" y="513920"/>
                </a:lnTo>
                <a:lnTo>
                  <a:pt x="1464342" y="414079"/>
                </a:lnTo>
                <a:lnTo>
                  <a:pt x="1691740" y="414079"/>
                </a:lnTo>
                <a:lnTo>
                  <a:pt x="1691740" y="331195"/>
                </a:lnTo>
                <a:close/>
                <a:moveTo>
                  <a:pt x="544448" y="331195"/>
                </a:moveTo>
                <a:lnTo>
                  <a:pt x="544448" y="513920"/>
                </a:lnTo>
                <a:lnTo>
                  <a:pt x="641051" y="513920"/>
                </a:lnTo>
                <a:lnTo>
                  <a:pt x="641051" y="596804"/>
                </a:lnTo>
                <a:lnTo>
                  <a:pt x="544448" y="596804"/>
                </a:lnTo>
                <a:lnTo>
                  <a:pt x="544448" y="779560"/>
                </a:lnTo>
                <a:lnTo>
                  <a:pt x="868449" y="779560"/>
                </a:lnTo>
                <a:lnTo>
                  <a:pt x="868449" y="696645"/>
                </a:lnTo>
                <a:lnTo>
                  <a:pt x="641051" y="696645"/>
                </a:lnTo>
                <a:lnTo>
                  <a:pt x="641051" y="596804"/>
                </a:lnTo>
                <a:lnTo>
                  <a:pt x="849015" y="596804"/>
                </a:lnTo>
                <a:lnTo>
                  <a:pt x="849015" y="513920"/>
                </a:lnTo>
                <a:lnTo>
                  <a:pt x="641051" y="513920"/>
                </a:lnTo>
                <a:lnTo>
                  <a:pt x="641051" y="414079"/>
                </a:lnTo>
                <a:lnTo>
                  <a:pt x="868449" y="414079"/>
                </a:lnTo>
                <a:lnTo>
                  <a:pt x="868449" y="331195"/>
                </a:lnTo>
                <a:close/>
                <a:moveTo>
                  <a:pt x="951243" y="331163"/>
                </a:moveTo>
                <a:lnTo>
                  <a:pt x="951243" y="779529"/>
                </a:lnTo>
                <a:lnTo>
                  <a:pt x="1047846" y="779529"/>
                </a:lnTo>
                <a:lnTo>
                  <a:pt x="1047846" y="596772"/>
                </a:lnTo>
                <a:lnTo>
                  <a:pt x="1151338" y="596772"/>
                </a:lnTo>
                <a:cubicBezTo>
                  <a:pt x="1179336" y="596772"/>
                  <a:pt x="1203195" y="593007"/>
                  <a:pt x="1222850" y="585478"/>
                </a:cubicBezTo>
                <a:cubicBezTo>
                  <a:pt x="1242506" y="577949"/>
                  <a:pt x="1258496" y="567984"/>
                  <a:pt x="1270852" y="555615"/>
                </a:cubicBezTo>
                <a:cubicBezTo>
                  <a:pt x="1283176" y="543245"/>
                  <a:pt x="1292182" y="529041"/>
                  <a:pt x="1297838" y="513002"/>
                </a:cubicBezTo>
                <a:cubicBezTo>
                  <a:pt x="1303495" y="496963"/>
                  <a:pt x="1306307" y="480639"/>
                  <a:pt x="1306307" y="463999"/>
                </a:cubicBezTo>
                <a:cubicBezTo>
                  <a:pt x="1306307" y="447359"/>
                  <a:pt x="1303495" y="430561"/>
                  <a:pt x="1297838" y="414712"/>
                </a:cubicBezTo>
                <a:cubicBezTo>
                  <a:pt x="1292182" y="398862"/>
                  <a:pt x="1283207" y="384753"/>
                  <a:pt x="1270852" y="372384"/>
                </a:cubicBezTo>
                <a:lnTo>
                  <a:pt x="1270852" y="372352"/>
                </a:lnTo>
                <a:cubicBezTo>
                  <a:pt x="1258496" y="359983"/>
                  <a:pt x="1242506" y="350018"/>
                  <a:pt x="1222850" y="342488"/>
                </a:cubicBezTo>
                <a:cubicBezTo>
                  <a:pt x="1203195" y="334959"/>
                  <a:pt x="1179336" y="331163"/>
                  <a:pt x="1151338" y="331163"/>
                </a:cubicBezTo>
                <a:close/>
                <a:moveTo>
                  <a:pt x="0" y="0"/>
                </a:moveTo>
                <a:lnTo>
                  <a:pt x="8040688" y="0"/>
                </a:lnTo>
                <a:lnTo>
                  <a:pt x="8040688" y="6858000"/>
                </a:lnTo>
                <a:lnTo>
                  <a:pt x="0" y="6858000"/>
                </a:lnTo>
                <a:close/>
              </a:path>
            </a:pathLst>
          </a:custGeom>
          <a:gradFill xmlns:a="http://schemas.openxmlformats.org/drawingml/2006/main">
            <a:gsLst>
              <a:gs pos="0">
                <a:schemeClr val="tx1">
                  <a:lumMod val="50000"/>
                  <a:alpha val="0"/>
                </a:schemeClr>
              </a:gs>
              <a:gs pos="57000">
                <a:schemeClr val="tx1">
                  <a:lumMod val="50000"/>
                </a:schemeClr>
              </a:gs>
              <a:gs pos="99000">
                <a:schemeClr val="tx1">
                  <a:lumMod val="50000"/>
                </a:schemeClr>
              </a:gs>
            </a:gsLst>
            <a:lin ang="1080000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pic>
        <p:nvPicPr>
          <p:cNvPr id="14" name="Image 7"/>
          <p:cNvPicPr>
            <a:picLocks xmlns:a="http://schemas.openxmlformats.org/drawingml/2006/main" noChangeAspect="1"/>
          </p:cNvPicPr>
          <p:nvPr/>
        </p:nvPicPr>
        <p:blipFill>
          <a:blip xmlns:r="http://schemas.openxmlformats.org/officeDocument/2006/relationships" xmlns:a="http://schemas.openxmlformats.org/drawingml/2006/main" r:embed="Re62a90163a8d45bb"/>
          <a:stretch xmlns:a="http://schemas.openxmlformats.org/drawingml/2006/main">
            <a:fillRect l="0" t="0" r="0" b="0"/>
          </a:stretch>
        </p:blipFill>
        <p:spPr>
          <a:xfrm xmlns:a="http://schemas.openxmlformats.org/drawingml/2006/main">
            <a:off x="547420" y="5915487"/>
            <a:ext cx="922230" cy="603357"/>
          </a:xfrm>
          <a:prstGeom xmlns:a="http://schemas.openxmlformats.org/drawingml/2006/main" prst="rect">
            <a:avLst/>
          </a:prstGeom>
        </p:spPr>
      </p:pic>
      <p:sp>
        <p:nvSpPr>
          <p:cNvPr id="9" name="Rectangle 8">
            <a:extLst xmlns:a="http://schemas.openxmlformats.org/drawingml/2006/main">
              <a:ext uri="{FF2B5EF4-FFF2-40B4-BE49-F238E27FC236}">
                <a16:creationId xmlns:a16="http://schemas.microsoft.com/office/drawing/2014/main" id="{618C04D6-5728-C83D-9A91-CBE8B0F36AC9}"/>
              </a:ext>
            </a:extLst>
          </p:cNvPr>
          <p:cNvSpPr>
            <a:spLocks xmlns:a="http://schemas.openxmlformats.org/drawingml/2006/main" noGrp="1"/>
          </p:cNvSpPr>
          <p:nvPr/>
        </p:nvSpPr>
        <p:spPr>
          <a:xfrm xmlns:a="http://schemas.openxmlformats.org/drawingml/2006/main" rot="16200000">
            <a:off x="402464" y="5929526"/>
            <a:ext cx="75085" cy="98180"/>
          </a:xfrm>
          <a:prstGeom xmlns:a="http://schemas.openxmlformats.org/drawingml/2006/main" prst="rect">
            <a:avLst/>
          </a:prstGeom>
          <a:solidFill xmlns:a="http://schemas.openxmlformats.org/drawingml/2006/main">
            <a:schemeClr val="tx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400">
              <a:latin typeface="Arial"/>
              <a:ea typeface="Arial"/>
              <a:cs typeface="Arial"/>
            </a:endParaRPr>
          </a:p>
        </p:txBody>
      </p:sp>
      <p:sp>
        <p:nvSpPr>
          <p:cNvPr id="3" name="Titre 2">
            <a:extLst xmlns:a="http://schemas.openxmlformats.org/drawingml/2006/main">
              <a:ext uri="{FF2B5EF4-FFF2-40B4-BE49-F238E27FC236}">
                <a16:creationId xmlns:a16="http://schemas.microsoft.com/office/drawing/2014/main" id="{54815F13-A204-8E6B-521A-D3830EF314E6}"/>
              </a:ext>
            </a:extLst>
          </p:cNvPr>
          <p:cNvSpPr>
            <a:spLocks xmlns:a="http://schemas.openxmlformats.org/drawingml/2006/main" noGrp="1"/>
          </p:cNvSpPr>
          <p:nvPr>
            <p:ph type="ctrTitle" idx="0"/>
          </p:nvPr>
        </p:nvSpPr>
        <p:spPr>
          <a:xfrm xmlns:a="http://schemas.openxmlformats.org/drawingml/2006/main">
            <a:off x="258564" y="2084388"/>
            <a:ext cx="6142236" cy="3476493"/>
          </a:xfrm>
        </p:spPr>
        <p:txBody>
          <a:bodyPr xmlns:a="http://schemas.openxmlformats.org/drawingml/2006/main">
            <a:noAutofit/>
          </a:bodyPr>
          <a:lstStyle xmlns:a="http://schemas.openxmlformats.org/drawingml/2006/main"/>
          <a:p xmlns:a="http://schemas.openxmlformats.org/drawingml/2006/main">
            <a:pPr>
              <a:lnSpc>
                <a:spcPct val="80000"/>
              </a:lnSpc>
              <a:buNone/>
            </a:pPr>
            <a:r>
              <a:t>Thank you for your attention !</a:t>
            </a:r>
          </a:p>
        </p:txBody>
      </p:sp>
      <p:sp>
        <p:nvSpPr>
          <p:cNvPr id="4" name="Espace réservé du texte 3">
            <a:extLst xmlns:a="http://schemas.openxmlformats.org/drawingml/2006/main">
              <a:ext uri="{FF2B5EF4-FFF2-40B4-BE49-F238E27FC236}">
                <a16:creationId xmlns:a16="http://schemas.microsoft.com/office/drawing/2014/main" id="{3CF2AC82-A9A6-AA1C-FB8D-016B3276D26C}"/>
              </a:ext>
            </a:extLst>
          </p:cNvPr>
          <p:cNvSpPr>
            <a:spLocks xmlns:a="http://schemas.openxmlformats.org/drawingml/2006/main" noGrp="1"/>
          </p:cNvSpPr>
          <p:nvPr>
            <p:ph type="body" idx="11"/>
          </p:nvPr>
        </p:nvSpPr>
        <p:spPr/>
        <p:txBody>
          <a:bodyPr xmlns:a="http://schemas.openxmlformats.org/drawingml/2006/main"/>
          <a:lstStyle xmlns:a="http://schemas.openxmlformats.org/drawingml/2006/main"/>
          <a:p xmlns:a="http://schemas.openxmlformats.org/drawingml/2006/main">
            <a:r>
              <a:t>EVENT</a:t>
            </a:r>
          </a:p>
        </p:txBody>
      </p:sp>
      <p:sp>
        <p:nvSpPr>
          <p:cNvPr id="6" name="Espace réservé du texte 5">
            <a:extLst xmlns:a="http://schemas.openxmlformats.org/drawingml/2006/main">
              <a:ext uri="{FF2B5EF4-FFF2-40B4-BE49-F238E27FC236}">
                <a16:creationId xmlns:a16="http://schemas.microsoft.com/office/drawing/2014/main" id="{FD668141-7756-0F21-E8C5-D998F69C9B68}"/>
              </a:ext>
            </a:extLst>
          </p:cNvPr>
          <p:cNvSpPr>
            <a:spLocks xmlns:a="http://schemas.openxmlformats.org/drawingml/2006/main" noGrp="1"/>
          </p:cNvSpPr>
          <p:nvPr>
            <p:ph type="body" idx="13"/>
          </p:nvPr>
        </p:nvSpPr>
        <p:spPr/>
        <p:txBody>
          <a:bodyPr xmlns:a="http://schemas.openxmlformats.org/drawingml/2006/main"/>
          <a:lstStyle xmlns:a="http://schemas.openxmlformats.org/drawingml/2006/main"/>
          <a:p xmlns:a="http://schemas.openxmlformats.org/drawingml/2006/main">
            <a:pPr marL="0" marR="0" lvl="0" indent="0" algn="r" defTabSz="914377">
              <a:lnSpc>
                <a:spcPct val="100000"/>
              </a:lnSpc>
              <a:spcBef>
                <a:spcPts val="0"/>
              </a:spcBef>
              <a:spcAft>
                <a:spcPts val="0"/>
              </a:spcAft>
              <a:buClrTx/>
              <a:buSzTx/>
              <a:buFontTx/>
              <a:buNone/>
            </a:pPr>
            <a:r>
              <a:rPr sz="800" b="0" i="0" u="none" cap="none" spc="300">
                <a:ln>
                  <a:noFill/>
                </a:ln>
                <a:solidFill>
                  <a:srgbClr val="FFFFFF"/>
                </a:solidFill>
                <a:latin typeface="Arial"/>
                <a:ea typeface="Arial"/>
                <a:cs typeface="Arial"/>
              </a:rPr>
              <a:t>PRESENTED </a:t>
            </a:r>
            <a:r>
              <a:rPr sz="800" b="0" i="0" u="none" cap="none" spc="300">
                <a:ln>
                  <a:noFill/>
                </a:ln>
                <a:solidFill>
                  <a:srgbClr val="FFFFFF"/>
                </a:solidFill>
                <a:latin typeface="Arial"/>
                <a:ea typeface="Arial"/>
                <a:cs typeface="Arial"/>
              </a:rPr>
              <a:t>BY</a:t>
            </a:r>
          </a:p>
          <a:p xmlns:a="http://schemas.openxmlformats.org/drawingml/2006/main">
            <a:pPr marL="0" marR="0" lvl="0" indent="0" algn="r" defTabSz="914377">
              <a:lnSpc>
                <a:spcPct val="100000"/>
              </a:lnSpc>
              <a:spcBef>
                <a:spcPts val="0"/>
              </a:spcBef>
              <a:spcAft>
                <a:spcPts val="0"/>
              </a:spcAft>
              <a:buClrTx/>
              <a:buSzTx/>
              <a:buFontTx/>
              <a:buNone/>
            </a:pPr>
            <a:endParaRPr sz="800" b="0" i="0" u="none" kern="1200" cap="none" spc="300" baseline="0">
              <a:ln>
                <a:noFill/>
              </a:ln>
              <a:solidFill>
                <a:srgbClr val="FFFFFF"/>
              </a:solidFill>
              <a:latin typeface="Arial"/>
              <a:ea typeface="Arial"/>
              <a:cs typeface="Arial"/>
            </a:endParaRPr>
          </a:p>
          <a:p xmlns:a="http://schemas.openxmlformats.org/drawingml/2006/main">
            <a:pPr marL="0" marR="0" lvl="0" indent="0" algn="r" defTabSz="914377">
              <a:lnSpc>
                <a:spcPct val="100000"/>
              </a:lnSpc>
              <a:spcBef>
                <a:spcPts val="0"/>
              </a:spcBef>
              <a:spcAft>
                <a:spcPts val="0"/>
              </a:spcAft>
              <a:buClrTx/>
              <a:buSzTx/>
              <a:buFontTx/>
              <a:buNone/>
            </a:pPr>
            <a:r>
              <a:rPr sz="1400" b="1" i="0" u="none" cap="none" spc="0">
                <a:ln>
                  <a:noFill/>
                </a:ln>
                <a:solidFill>
                  <a:srgbClr val="FFFFFF"/>
                </a:solidFill>
                <a:latin typeface="Arial"/>
                <a:ea typeface="Arial"/>
                <a:cs typeface="Arial"/>
              </a:rPr>
              <a:t>Speaker</a:t>
            </a:r>
            <a:br/>
            <a:r>
              <a:rPr sz="1400" b="0" i="0" u="none" cap="none" spc="0">
                <a:ln>
                  <a:noFill/>
                </a:ln>
                <a:solidFill>
                  <a:srgbClr val="FFFFFF"/>
                </a:solidFill>
                <a:latin typeface="Arial"/>
                <a:ea typeface="Arial"/>
                <a:cs typeface="Arial"/>
              </a:rPr>
              <a:t>Title</a:t>
            </a:r>
          </a:p>
        </p:txBody>
      </p:sp>
    </p:spTree>
    <p:extLst>
      <p:ext uri="{BB962C8B-B14F-4D97-AF65-F5344CB8AC3E}">
        <p14:creationId xmlns:p14="http://schemas.microsoft.com/office/powerpoint/2010/main" val="2523409849"/>
      </p:ext>
    </p:extLst>
  </p:cSld>
</p:sld>
</file>

<file path=ppt/theme/theme1.xml><?xml version="1.0" encoding="utf-8"?>
<a:theme xmlns:a="http://schemas.openxmlformats.org/drawingml/2006/main" name="Thème Office">
  <a:themeElements>
    <a:clrScheme name="EPFL 2025">
      <a:dk1>
        <a:srgbClr val="413C3A"/>
      </a:dk1>
      <a:lt1>
        <a:srgbClr val="FFFFFF"/>
      </a:lt1>
      <a:dk2>
        <a:srgbClr val="FF0000"/>
      </a:dk2>
      <a:lt2>
        <a:srgbClr val="CAC7C7"/>
      </a:lt2>
      <a:accent1>
        <a:srgbClr val="00A79F"/>
      </a:accent1>
      <a:accent2>
        <a:srgbClr val="24737F"/>
      </a:accent2>
      <a:accent3>
        <a:srgbClr val="512880"/>
      </a:accent3>
      <a:accent4>
        <a:srgbClr val="4F8FCC"/>
      </a:accent4>
      <a:accent5>
        <a:srgbClr val="D0661C"/>
      </a:accent5>
      <a:accent6>
        <a:srgbClr val="B51F1F"/>
      </a:accent6>
      <a:hlink>
        <a:srgbClr val="ED6E9C"/>
      </a:hlink>
      <a:folHlink>
        <a:srgbClr val="4F8FC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PFL 2025">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2026-08-31T06:31:29.9320000Z</dcterms:created>
  <dcterms:modified xsi:type="dcterms:W3CDTF">2026-08-31T06:31:29.9320000Z</dcterms:modified>
</coreProperties>
</file>